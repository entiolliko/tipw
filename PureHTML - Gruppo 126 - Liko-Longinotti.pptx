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8"/>
  </p:notesMasterIdLst>
  <p:sldIdLst>
    <p:sldId id="256" r:id="rId4"/>
    <p:sldId id="257" r:id="rId5"/>
    <p:sldId id="258" r:id="rId6"/>
    <p:sldId id="266" r:id="rId7"/>
    <p:sldId id="267" r:id="rId8"/>
    <p:sldId id="268" r:id="rId9"/>
    <p:sldId id="269" r:id="rId10"/>
    <p:sldId id="260" r:id="rId11"/>
    <p:sldId id="263" r:id="rId12"/>
    <p:sldId id="270" r:id="rId13"/>
    <p:sldId id="272" r:id="rId14"/>
    <p:sldId id="264" r:id="rId15"/>
    <p:sldId id="279" r:id="rId16"/>
    <p:sldId id="281" r:id="rId17"/>
    <p:sldId id="282" r:id="rId18"/>
    <p:sldId id="285" r:id="rId19"/>
    <p:sldId id="284" r:id="rId20"/>
    <p:sldId id="271" r:id="rId21"/>
    <p:sldId id="288" r:id="rId22"/>
    <p:sldId id="286" r:id="rId23"/>
    <p:sldId id="289" r:id="rId24"/>
    <p:sldId id="291" r:id="rId25"/>
    <p:sldId id="290" r:id="rId26"/>
    <p:sldId id="292" r:id="rId2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5BFA4C-6A6C-4203-95DC-218005CAD3A0}" v="214" dt="2022-07-02T09:14:23.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Longinotti" userId="4fe812bbf5e873c0" providerId="LiveId" clId="{ED5BFA4C-6A6C-4203-95DC-218005CAD3A0}"/>
    <pc:docChg chg="undo redo custSel addSld delSld modSld sldOrd">
      <pc:chgData name="Luca Longinotti" userId="4fe812bbf5e873c0" providerId="LiveId" clId="{ED5BFA4C-6A6C-4203-95DC-218005CAD3A0}" dt="2022-07-02T09:18:08.796" v="8494" actId="20577"/>
      <pc:docMkLst>
        <pc:docMk/>
      </pc:docMkLst>
      <pc:sldChg chg="modSp mod">
        <pc:chgData name="Luca Longinotti" userId="4fe812bbf5e873c0" providerId="LiveId" clId="{ED5BFA4C-6A6C-4203-95DC-218005CAD3A0}" dt="2022-06-28T12:53:06.890" v="5655" actId="2"/>
        <pc:sldMkLst>
          <pc:docMk/>
          <pc:sldMk cId="2559178517" sldId="256"/>
        </pc:sldMkLst>
        <pc:spChg chg="mod">
          <ac:chgData name="Luca Longinotti" userId="4fe812bbf5e873c0" providerId="LiveId" clId="{ED5BFA4C-6A6C-4203-95DC-218005CAD3A0}" dt="2022-06-25T18:40:21.068" v="259" actId="20577"/>
          <ac:spMkLst>
            <pc:docMk/>
            <pc:sldMk cId="2559178517" sldId="256"/>
            <ac:spMk id="2" creationId="{628E099D-BF57-8923-A2D7-D4A79CFBEFDE}"/>
          </ac:spMkLst>
        </pc:spChg>
        <pc:spChg chg="mod">
          <ac:chgData name="Luca Longinotti" userId="4fe812bbf5e873c0" providerId="LiveId" clId="{ED5BFA4C-6A6C-4203-95DC-218005CAD3A0}" dt="2022-06-28T12:53:06.890" v="5655" actId="2"/>
          <ac:spMkLst>
            <pc:docMk/>
            <pc:sldMk cId="2559178517" sldId="256"/>
            <ac:spMk id="3" creationId="{265B2201-4FB9-FC9E-B0A4-D5CDA482BBE5}"/>
          </ac:spMkLst>
        </pc:spChg>
      </pc:sldChg>
      <pc:sldChg chg="addSp delSp modSp new del mod">
        <pc:chgData name="Luca Longinotti" userId="4fe812bbf5e873c0" providerId="LiveId" clId="{ED5BFA4C-6A6C-4203-95DC-218005CAD3A0}" dt="2022-06-25T18:37:55.674" v="186" actId="47"/>
        <pc:sldMkLst>
          <pc:docMk/>
          <pc:sldMk cId="2851062142" sldId="257"/>
        </pc:sldMkLst>
        <pc:spChg chg="del">
          <ac:chgData name="Luca Longinotti" userId="4fe812bbf5e873c0" providerId="LiveId" clId="{ED5BFA4C-6A6C-4203-95DC-218005CAD3A0}" dt="2022-06-25T18:37:32.567" v="181" actId="478"/>
          <ac:spMkLst>
            <pc:docMk/>
            <pc:sldMk cId="2851062142" sldId="257"/>
            <ac:spMk id="2" creationId="{5B1EEBA2-5028-3061-382B-40FBA0C05DA7}"/>
          </ac:spMkLst>
        </pc:spChg>
        <pc:spChg chg="del">
          <ac:chgData name="Luca Longinotti" userId="4fe812bbf5e873c0" providerId="LiveId" clId="{ED5BFA4C-6A6C-4203-95DC-218005CAD3A0}" dt="2022-06-25T18:37:34.006" v="182" actId="478"/>
          <ac:spMkLst>
            <pc:docMk/>
            <pc:sldMk cId="2851062142" sldId="257"/>
            <ac:spMk id="3" creationId="{A789199C-DFF5-B47C-5790-29DBCCACEC21}"/>
          </ac:spMkLst>
        </pc:spChg>
        <pc:spChg chg="add del mod">
          <ac:chgData name="Luca Longinotti" userId="4fe812bbf5e873c0" providerId="LiveId" clId="{ED5BFA4C-6A6C-4203-95DC-218005CAD3A0}" dt="2022-06-25T18:37:50.151" v="185" actId="478"/>
          <ac:spMkLst>
            <pc:docMk/>
            <pc:sldMk cId="2851062142" sldId="257"/>
            <ac:spMk id="5" creationId="{D21C3A07-3120-E705-007F-1F91CE806280}"/>
          </ac:spMkLst>
        </pc:spChg>
      </pc:sldChg>
      <pc:sldChg chg="modSp new mod">
        <pc:chgData name="Luca Longinotti" userId="4fe812bbf5e873c0" providerId="LiveId" clId="{ED5BFA4C-6A6C-4203-95DC-218005CAD3A0}" dt="2022-06-28T12:53:08.361" v="5660" actId="2"/>
        <pc:sldMkLst>
          <pc:docMk/>
          <pc:sldMk cId="3168788231" sldId="257"/>
        </pc:sldMkLst>
        <pc:spChg chg="mod">
          <ac:chgData name="Luca Longinotti" userId="4fe812bbf5e873c0" providerId="LiveId" clId="{ED5BFA4C-6A6C-4203-95DC-218005CAD3A0}" dt="2022-06-25T18:39:13.861" v="235" actId="14100"/>
          <ac:spMkLst>
            <pc:docMk/>
            <pc:sldMk cId="3168788231" sldId="257"/>
            <ac:spMk id="2" creationId="{03A7C58A-46C8-7D49-100A-9AED7EC03EC0}"/>
          </ac:spMkLst>
        </pc:spChg>
        <pc:spChg chg="mod">
          <ac:chgData name="Luca Longinotti" userId="4fe812bbf5e873c0" providerId="LiveId" clId="{ED5BFA4C-6A6C-4203-95DC-218005CAD3A0}" dt="2022-06-28T12:53:08.361" v="5660" actId="2"/>
          <ac:spMkLst>
            <pc:docMk/>
            <pc:sldMk cId="3168788231" sldId="257"/>
            <ac:spMk id="3" creationId="{184236CD-1C63-1ABE-FE8B-A185F8B88A7F}"/>
          </ac:spMkLst>
        </pc:spChg>
      </pc:sldChg>
      <pc:sldChg chg="modSp new del mod">
        <pc:chgData name="Luca Longinotti" userId="4fe812bbf5e873c0" providerId="LiveId" clId="{ED5BFA4C-6A6C-4203-95DC-218005CAD3A0}" dt="2022-06-25T18:41:32.658" v="296" actId="47"/>
        <pc:sldMkLst>
          <pc:docMk/>
          <pc:sldMk cId="1590222528" sldId="258"/>
        </pc:sldMkLst>
        <pc:spChg chg="mod">
          <ac:chgData name="Luca Longinotti" userId="4fe812bbf5e873c0" providerId="LiveId" clId="{ED5BFA4C-6A6C-4203-95DC-218005CAD3A0}" dt="2022-06-25T18:40:56.891" v="287" actId="255"/>
          <ac:spMkLst>
            <pc:docMk/>
            <pc:sldMk cId="1590222528" sldId="258"/>
            <ac:spMk id="2" creationId="{0CB42EE2-EBD9-8B00-6C51-DCB4EB64A066}"/>
          </ac:spMkLst>
        </pc:spChg>
        <pc:spChg chg="mod">
          <ac:chgData name="Luca Longinotti" userId="4fe812bbf5e873c0" providerId="LiveId" clId="{ED5BFA4C-6A6C-4203-95DC-218005CAD3A0}" dt="2022-06-25T18:41:21.743" v="295" actId="14100"/>
          <ac:spMkLst>
            <pc:docMk/>
            <pc:sldMk cId="1590222528" sldId="258"/>
            <ac:spMk id="3" creationId="{7188B302-0E26-4DF0-5AED-1A40F0975966}"/>
          </ac:spMkLst>
        </pc:spChg>
      </pc:sldChg>
      <pc:sldChg chg="modSp add mod">
        <pc:chgData name="Luca Longinotti" userId="4fe812bbf5e873c0" providerId="LiveId" clId="{ED5BFA4C-6A6C-4203-95DC-218005CAD3A0}" dt="2022-06-28T12:53:09.935" v="5670" actId="2"/>
        <pc:sldMkLst>
          <pc:docMk/>
          <pc:sldMk cId="3799823491" sldId="258"/>
        </pc:sldMkLst>
        <pc:spChg chg="mod">
          <ac:chgData name="Luca Longinotti" userId="4fe812bbf5e873c0" providerId="LiveId" clId="{ED5BFA4C-6A6C-4203-95DC-218005CAD3A0}" dt="2022-06-28T12:53:08.728" v="5662" actId="2"/>
          <ac:spMkLst>
            <pc:docMk/>
            <pc:sldMk cId="3799823491" sldId="258"/>
            <ac:spMk id="2" creationId="{03A7C58A-46C8-7D49-100A-9AED7EC03EC0}"/>
          </ac:spMkLst>
        </pc:spChg>
        <pc:spChg chg="mod">
          <ac:chgData name="Luca Longinotti" userId="4fe812bbf5e873c0" providerId="LiveId" clId="{ED5BFA4C-6A6C-4203-95DC-218005CAD3A0}" dt="2022-06-28T12:53:09.935" v="5670" actId="2"/>
          <ac:spMkLst>
            <pc:docMk/>
            <pc:sldMk cId="3799823491" sldId="258"/>
            <ac:spMk id="3" creationId="{184236CD-1C63-1ABE-FE8B-A185F8B88A7F}"/>
          </ac:spMkLst>
        </pc:spChg>
      </pc:sldChg>
      <pc:sldChg chg="new del">
        <pc:chgData name="Luca Longinotti" userId="4fe812bbf5e873c0" providerId="LiveId" clId="{ED5BFA4C-6A6C-4203-95DC-218005CAD3A0}" dt="2022-06-25T18:49:22.001" v="491" actId="47"/>
        <pc:sldMkLst>
          <pc:docMk/>
          <pc:sldMk cId="2238915312" sldId="259"/>
        </pc:sldMkLst>
      </pc:sldChg>
      <pc:sldChg chg="modSp add mod ord">
        <pc:chgData name="Luca Longinotti" userId="4fe812bbf5e873c0" providerId="LiveId" clId="{ED5BFA4C-6A6C-4203-95DC-218005CAD3A0}" dt="2022-06-28T12:53:19.396" v="5722" actId="2"/>
        <pc:sldMkLst>
          <pc:docMk/>
          <pc:sldMk cId="2885373986" sldId="260"/>
        </pc:sldMkLst>
        <pc:spChg chg="mod">
          <ac:chgData name="Luca Longinotti" userId="4fe812bbf5e873c0" providerId="LiveId" clId="{ED5BFA4C-6A6C-4203-95DC-218005CAD3A0}" dt="2022-06-28T12:52:07.701" v="5500" actId="2"/>
          <ac:spMkLst>
            <pc:docMk/>
            <pc:sldMk cId="2885373986" sldId="260"/>
            <ac:spMk id="2" creationId="{03A7C58A-46C8-7D49-100A-9AED7EC03EC0}"/>
          </ac:spMkLst>
        </pc:spChg>
        <pc:spChg chg="mod">
          <ac:chgData name="Luca Longinotti" userId="4fe812bbf5e873c0" providerId="LiveId" clId="{ED5BFA4C-6A6C-4203-95DC-218005CAD3A0}" dt="2022-06-28T12:53:19.396" v="5722" actId="2"/>
          <ac:spMkLst>
            <pc:docMk/>
            <pc:sldMk cId="2885373986" sldId="260"/>
            <ac:spMk id="3" creationId="{184236CD-1C63-1ABE-FE8B-A185F8B88A7F}"/>
          </ac:spMkLst>
        </pc:spChg>
      </pc:sldChg>
      <pc:sldChg chg="new del">
        <pc:chgData name="Luca Longinotti" userId="4fe812bbf5e873c0" providerId="LiveId" clId="{ED5BFA4C-6A6C-4203-95DC-218005CAD3A0}" dt="2022-06-25T18:47:05.138" v="450" actId="47"/>
        <pc:sldMkLst>
          <pc:docMk/>
          <pc:sldMk cId="2169299756" sldId="261"/>
        </pc:sldMkLst>
      </pc:sldChg>
      <pc:sldChg chg="new del">
        <pc:chgData name="Luca Longinotti" userId="4fe812bbf5e873c0" providerId="LiveId" clId="{ED5BFA4C-6A6C-4203-95DC-218005CAD3A0}" dt="2022-06-25T18:47:54.288" v="461" actId="47"/>
        <pc:sldMkLst>
          <pc:docMk/>
          <pc:sldMk cId="2824527650" sldId="262"/>
        </pc:sldMkLst>
      </pc:sldChg>
      <pc:sldChg chg="addSp delSp modSp add mod">
        <pc:chgData name="Luca Longinotti" userId="4fe812bbf5e873c0" providerId="LiveId" clId="{ED5BFA4C-6A6C-4203-95DC-218005CAD3A0}" dt="2022-06-28T13:16:28.406" v="6245" actId="2"/>
        <pc:sldMkLst>
          <pc:docMk/>
          <pc:sldMk cId="2172422867" sldId="263"/>
        </pc:sldMkLst>
        <pc:spChg chg="mod">
          <ac:chgData name="Luca Longinotti" userId="4fe812bbf5e873c0" providerId="LiveId" clId="{ED5BFA4C-6A6C-4203-95DC-218005CAD3A0}" dt="2022-06-28T12:53:19.569" v="5723" actId="2"/>
          <ac:spMkLst>
            <pc:docMk/>
            <pc:sldMk cId="2172422867" sldId="263"/>
            <ac:spMk id="2" creationId="{03A7C58A-46C8-7D49-100A-9AED7EC03EC0}"/>
          </ac:spMkLst>
        </pc:spChg>
        <pc:spChg chg="del mod">
          <ac:chgData name="Luca Longinotti" userId="4fe812bbf5e873c0" providerId="LiveId" clId="{ED5BFA4C-6A6C-4203-95DC-218005CAD3A0}" dt="2022-06-27T13:52:09.278" v="3480" actId="478"/>
          <ac:spMkLst>
            <pc:docMk/>
            <pc:sldMk cId="2172422867" sldId="263"/>
            <ac:spMk id="3" creationId="{184236CD-1C63-1ABE-FE8B-A185F8B88A7F}"/>
          </ac:spMkLst>
        </pc:spChg>
        <pc:spChg chg="add mod">
          <ac:chgData name="Luca Longinotti" userId="4fe812bbf5e873c0" providerId="LiveId" clId="{ED5BFA4C-6A6C-4203-95DC-218005CAD3A0}" dt="2022-06-28T10:01:25.931" v="5086" actId="14100"/>
          <ac:spMkLst>
            <pc:docMk/>
            <pc:sldMk cId="2172422867" sldId="263"/>
            <ac:spMk id="4" creationId="{48A09F23-04B1-59DC-15C1-CDFA7E3E436A}"/>
          </ac:spMkLst>
        </pc:spChg>
        <pc:spChg chg="add del mod">
          <ac:chgData name="Luca Longinotti" userId="4fe812bbf5e873c0" providerId="LiveId" clId="{ED5BFA4C-6A6C-4203-95DC-218005CAD3A0}" dt="2022-06-27T13:52:57.422" v="3485"/>
          <ac:spMkLst>
            <pc:docMk/>
            <pc:sldMk cId="2172422867" sldId="263"/>
            <ac:spMk id="5" creationId="{9C195C3B-0497-9635-5FB6-D4642AD1599A}"/>
          </ac:spMkLst>
        </pc:spChg>
        <pc:spChg chg="add del mod">
          <ac:chgData name="Luca Longinotti" userId="4fe812bbf5e873c0" providerId="LiveId" clId="{ED5BFA4C-6A6C-4203-95DC-218005CAD3A0}" dt="2022-06-27T13:52:57.422" v="3485"/>
          <ac:spMkLst>
            <pc:docMk/>
            <pc:sldMk cId="2172422867" sldId="263"/>
            <ac:spMk id="6" creationId="{15441F26-ABAA-BD84-F506-B5E0AA48966B}"/>
          </ac:spMkLst>
        </pc:spChg>
        <pc:spChg chg="add del mod">
          <ac:chgData name="Luca Longinotti" userId="4fe812bbf5e873c0" providerId="LiveId" clId="{ED5BFA4C-6A6C-4203-95DC-218005CAD3A0}" dt="2022-06-27T13:52:57.422" v="3485"/>
          <ac:spMkLst>
            <pc:docMk/>
            <pc:sldMk cId="2172422867" sldId="263"/>
            <ac:spMk id="7" creationId="{85A15C54-CA40-B01C-EFB6-D501A1EA3C88}"/>
          </ac:spMkLst>
        </pc:spChg>
        <pc:spChg chg="add del mod">
          <ac:chgData name="Luca Longinotti" userId="4fe812bbf5e873c0" providerId="LiveId" clId="{ED5BFA4C-6A6C-4203-95DC-218005CAD3A0}" dt="2022-06-27T13:52:57.422" v="3485"/>
          <ac:spMkLst>
            <pc:docMk/>
            <pc:sldMk cId="2172422867" sldId="263"/>
            <ac:spMk id="9" creationId="{21D9D66E-5011-A6B8-E04D-FA57C1138FBD}"/>
          </ac:spMkLst>
        </pc:spChg>
        <pc:spChg chg="add del mod">
          <ac:chgData name="Luca Longinotti" userId="4fe812bbf5e873c0" providerId="LiveId" clId="{ED5BFA4C-6A6C-4203-95DC-218005CAD3A0}" dt="2022-06-27T13:52:57.422" v="3485"/>
          <ac:spMkLst>
            <pc:docMk/>
            <pc:sldMk cId="2172422867" sldId="263"/>
            <ac:spMk id="11" creationId="{564B6E21-72A4-724A-6B00-7476F965C223}"/>
          </ac:spMkLst>
        </pc:spChg>
        <pc:spChg chg="add del mod">
          <ac:chgData name="Luca Longinotti" userId="4fe812bbf5e873c0" providerId="LiveId" clId="{ED5BFA4C-6A6C-4203-95DC-218005CAD3A0}" dt="2022-06-27T13:52:57.422" v="3485"/>
          <ac:spMkLst>
            <pc:docMk/>
            <pc:sldMk cId="2172422867" sldId="263"/>
            <ac:spMk id="12" creationId="{1B370DE6-4AA8-8C61-95F4-269AF49FEAA1}"/>
          </ac:spMkLst>
        </pc:spChg>
        <pc:spChg chg="add del mod">
          <ac:chgData name="Luca Longinotti" userId="4fe812bbf5e873c0" providerId="LiveId" clId="{ED5BFA4C-6A6C-4203-95DC-218005CAD3A0}" dt="2022-06-27T13:52:57.422" v="3485"/>
          <ac:spMkLst>
            <pc:docMk/>
            <pc:sldMk cId="2172422867" sldId="263"/>
            <ac:spMk id="14" creationId="{0B5A0D79-0652-D551-0483-F0A315A8F17F}"/>
          </ac:spMkLst>
        </pc:spChg>
        <pc:spChg chg="add del mod">
          <ac:chgData name="Luca Longinotti" userId="4fe812bbf5e873c0" providerId="LiveId" clId="{ED5BFA4C-6A6C-4203-95DC-218005CAD3A0}" dt="2022-06-27T13:52:57.422" v="3485"/>
          <ac:spMkLst>
            <pc:docMk/>
            <pc:sldMk cId="2172422867" sldId="263"/>
            <ac:spMk id="16" creationId="{E5623A26-7099-106F-B486-8CEA43B54B16}"/>
          </ac:spMkLst>
        </pc:spChg>
        <pc:spChg chg="add del mod">
          <ac:chgData name="Luca Longinotti" userId="4fe812bbf5e873c0" providerId="LiveId" clId="{ED5BFA4C-6A6C-4203-95DC-218005CAD3A0}" dt="2022-06-27T13:52:57.422" v="3485"/>
          <ac:spMkLst>
            <pc:docMk/>
            <pc:sldMk cId="2172422867" sldId="263"/>
            <ac:spMk id="17" creationId="{66D05686-4F21-27E2-63CC-B1A82C367AEA}"/>
          </ac:spMkLst>
        </pc:spChg>
        <pc:spChg chg="add del mod">
          <ac:chgData name="Luca Longinotti" userId="4fe812bbf5e873c0" providerId="LiveId" clId="{ED5BFA4C-6A6C-4203-95DC-218005CAD3A0}" dt="2022-06-27T13:52:57.422" v="3485"/>
          <ac:spMkLst>
            <pc:docMk/>
            <pc:sldMk cId="2172422867" sldId="263"/>
            <ac:spMk id="18" creationId="{172AF9C1-4107-3549-1CD2-AA9FF8BB6586}"/>
          </ac:spMkLst>
        </pc:spChg>
        <pc:spChg chg="add del mod">
          <ac:chgData name="Luca Longinotti" userId="4fe812bbf5e873c0" providerId="LiveId" clId="{ED5BFA4C-6A6C-4203-95DC-218005CAD3A0}" dt="2022-06-27T13:52:57.422" v="3485"/>
          <ac:spMkLst>
            <pc:docMk/>
            <pc:sldMk cId="2172422867" sldId="263"/>
            <ac:spMk id="20" creationId="{75A4C9EF-5F05-C0A6-7C68-715E9CF8427E}"/>
          </ac:spMkLst>
        </pc:spChg>
        <pc:spChg chg="add del mod">
          <ac:chgData name="Luca Longinotti" userId="4fe812bbf5e873c0" providerId="LiveId" clId="{ED5BFA4C-6A6C-4203-95DC-218005CAD3A0}" dt="2022-06-27T13:52:57.422" v="3485"/>
          <ac:spMkLst>
            <pc:docMk/>
            <pc:sldMk cId="2172422867" sldId="263"/>
            <ac:spMk id="21" creationId="{2084DD6B-E433-7101-540C-C761D317500F}"/>
          </ac:spMkLst>
        </pc:spChg>
        <pc:spChg chg="add del mod">
          <ac:chgData name="Luca Longinotti" userId="4fe812bbf5e873c0" providerId="LiveId" clId="{ED5BFA4C-6A6C-4203-95DC-218005CAD3A0}" dt="2022-06-27T13:52:57.422" v="3485"/>
          <ac:spMkLst>
            <pc:docMk/>
            <pc:sldMk cId="2172422867" sldId="263"/>
            <ac:spMk id="22" creationId="{7DA57F11-B6F4-BCD1-F899-C7A4AE6E10C4}"/>
          </ac:spMkLst>
        </pc:spChg>
        <pc:spChg chg="add del mod">
          <ac:chgData name="Luca Longinotti" userId="4fe812bbf5e873c0" providerId="LiveId" clId="{ED5BFA4C-6A6C-4203-95DC-218005CAD3A0}" dt="2022-06-27T13:52:57.422" v="3485"/>
          <ac:spMkLst>
            <pc:docMk/>
            <pc:sldMk cId="2172422867" sldId="263"/>
            <ac:spMk id="24" creationId="{8A81E808-3148-A242-3AF0-DBBA6159C448}"/>
          </ac:spMkLst>
        </pc:spChg>
        <pc:spChg chg="add mod">
          <ac:chgData name="Luca Longinotti" userId="4fe812bbf5e873c0" providerId="LiveId" clId="{ED5BFA4C-6A6C-4203-95DC-218005CAD3A0}" dt="2022-06-28T12:52:18.974" v="5506" actId="2"/>
          <ac:spMkLst>
            <pc:docMk/>
            <pc:sldMk cId="2172422867" sldId="263"/>
            <ac:spMk id="26" creationId="{9BAE4DAB-C3F8-29EC-F670-294444F5BD99}"/>
          </ac:spMkLst>
        </pc:spChg>
        <pc:spChg chg="add del mod">
          <ac:chgData name="Luca Longinotti" userId="4fe812bbf5e873c0" providerId="LiveId" clId="{ED5BFA4C-6A6C-4203-95DC-218005CAD3A0}" dt="2022-06-27T13:54:04.155" v="3501" actId="478"/>
          <ac:spMkLst>
            <pc:docMk/>
            <pc:sldMk cId="2172422867" sldId="263"/>
            <ac:spMk id="27" creationId="{E26B6E59-750C-25B3-BEC8-E2EC5BA2207E}"/>
          </ac:spMkLst>
        </pc:spChg>
        <pc:spChg chg="add mod">
          <ac:chgData name="Luca Longinotti" userId="4fe812bbf5e873c0" providerId="LiveId" clId="{ED5BFA4C-6A6C-4203-95DC-218005CAD3A0}" dt="2022-06-28T10:01:36.847" v="5088" actId="1076"/>
          <ac:spMkLst>
            <pc:docMk/>
            <pc:sldMk cId="2172422867" sldId="263"/>
            <ac:spMk id="28" creationId="{6BDC3555-B42C-D6EB-FC62-E0D3C14611E0}"/>
          </ac:spMkLst>
        </pc:spChg>
        <pc:spChg chg="add mod">
          <ac:chgData name="Luca Longinotti" userId="4fe812bbf5e873c0" providerId="LiveId" clId="{ED5BFA4C-6A6C-4203-95DC-218005CAD3A0}" dt="2022-06-28T12:52:19.505" v="5507" actId="2"/>
          <ac:spMkLst>
            <pc:docMk/>
            <pc:sldMk cId="2172422867" sldId="263"/>
            <ac:spMk id="31" creationId="{21CD7A7B-483F-C123-61A3-41CE0C00C5F1}"/>
          </ac:spMkLst>
        </pc:spChg>
        <pc:spChg chg="add mod">
          <ac:chgData name="Luca Longinotti" userId="4fe812bbf5e873c0" providerId="LiveId" clId="{ED5BFA4C-6A6C-4203-95DC-218005CAD3A0}" dt="2022-06-28T12:52:24.708" v="5519" actId="2"/>
          <ac:spMkLst>
            <pc:docMk/>
            <pc:sldMk cId="2172422867" sldId="263"/>
            <ac:spMk id="32" creationId="{B9D7F3D4-4F40-FE37-2FF5-E0A34858BB8D}"/>
          </ac:spMkLst>
        </pc:spChg>
        <pc:spChg chg="add mod">
          <ac:chgData name="Luca Longinotti" userId="4fe812bbf5e873c0" providerId="LiveId" clId="{ED5BFA4C-6A6C-4203-95DC-218005CAD3A0}" dt="2022-06-28T12:52:26.129" v="5521" actId="2"/>
          <ac:spMkLst>
            <pc:docMk/>
            <pc:sldMk cId="2172422867" sldId="263"/>
            <ac:spMk id="33" creationId="{44CC7659-88D6-81C3-664D-8FC770667280}"/>
          </ac:spMkLst>
        </pc:spChg>
        <pc:spChg chg="add mod">
          <ac:chgData name="Luca Longinotti" userId="4fe812bbf5e873c0" providerId="LiveId" clId="{ED5BFA4C-6A6C-4203-95DC-218005CAD3A0}" dt="2022-06-28T12:52:27.025" v="5523" actId="2"/>
          <ac:spMkLst>
            <pc:docMk/>
            <pc:sldMk cId="2172422867" sldId="263"/>
            <ac:spMk id="34" creationId="{C19669C9-1139-930C-14CA-570E8A8CBB93}"/>
          </ac:spMkLst>
        </pc:spChg>
        <pc:spChg chg="add del mod">
          <ac:chgData name="Luca Longinotti" userId="4fe812bbf5e873c0" providerId="LiveId" clId="{ED5BFA4C-6A6C-4203-95DC-218005CAD3A0}" dt="2022-06-27T15:25:07.752" v="4069" actId="478"/>
          <ac:spMkLst>
            <pc:docMk/>
            <pc:sldMk cId="2172422867" sldId="263"/>
            <ac:spMk id="36" creationId="{64197B22-0F01-CFC8-EBF9-5CE66DC165A8}"/>
          </ac:spMkLst>
        </pc:spChg>
        <pc:spChg chg="add mod">
          <ac:chgData name="Luca Longinotti" userId="4fe812bbf5e873c0" providerId="LiveId" clId="{ED5BFA4C-6A6C-4203-95DC-218005CAD3A0}" dt="2022-06-28T10:01:41.519" v="5089" actId="1076"/>
          <ac:spMkLst>
            <pc:docMk/>
            <pc:sldMk cId="2172422867" sldId="263"/>
            <ac:spMk id="38" creationId="{C18A0A51-B88D-FA12-7DD2-9DE68823906E}"/>
          </ac:spMkLst>
        </pc:spChg>
        <pc:spChg chg="add mod">
          <ac:chgData name="Luca Longinotti" userId="4fe812bbf5e873c0" providerId="LiveId" clId="{ED5BFA4C-6A6C-4203-95DC-218005CAD3A0}" dt="2022-06-28T12:52:27.312" v="5524" actId="2"/>
          <ac:spMkLst>
            <pc:docMk/>
            <pc:sldMk cId="2172422867" sldId="263"/>
            <ac:spMk id="39" creationId="{C0131074-C816-6C9E-AC33-7D6B5839CBDE}"/>
          </ac:spMkLst>
        </pc:spChg>
        <pc:spChg chg="add mod">
          <ac:chgData name="Luca Longinotti" userId="4fe812bbf5e873c0" providerId="LiveId" clId="{ED5BFA4C-6A6C-4203-95DC-218005CAD3A0}" dt="2022-06-28T10:05:36.707" v="5170" actId="1076"/>
          <ac:spMkLst>
            <pc:docMk/>
            <pc:sldMk cId="2172422867" sldId="263"/>
            <ac:spMk id="41" creationId="{025FA95A-DA6C-C78A-AA8B-C9E1BBB264A9}"/>
          </ac:spMkLst>
        </pc:spChg>
        <pc:spChg chg="add mod">
          <ac:chgData name="Luca Longinotti" userId="4fe812bbf5e873c0" providerId="LiveId" clId="{ED5BFA4C-6A6C-4203-95DC-218005CAD3A0}" dt="2022-06-28T10:03:54.368" v="5114" actId="1076"/>
          <ac:spMkLst>
            <pc:docMk/>
            <pc:sldMk cId="2172422867" sldId="263"/>
            <ac:spMk id="42" creationId="{2B1CE6E2-B9FC-BE40-9FAA-51875F4EE4C2}"/>
          </ac:spMkLst>
        </pc:spChg>
        <pc:spChg chg="add mod">
          <ac:chgData name="Luca Longinotti" userId="4fe812bbf5e873c0" providerId="LiveId" clId="{ED5BFA4C-6A6C-4203-95DC-218005CAD3A0}" dt="2022-06-28T13:16:28.229" v="6244" actId="2"/>
          <ac:spMkLst>
            <pc:docMk/>
            <pc:sldMk cId="2172422867" sldId="263"/>
            <ac:spMk id="46" creationId="{4DEB5AC0-C99E-BA97-F980-CB2BEA2057EE}"/>
          </ac:spMkLst>
        </pc:spChg>
        <pc:spChg chg="add mod">
          <ac:chgData name="Luca Longinotti" userId="4fe812bbf5e873c0" providerId="LiveId" clId="{ED5BFA4C-6A6C-4203-95DC-218005CAD3A0}" dt="2022-06-28T13:16:28.406" v="6245" actId="2"/>
          <ac:spMkLst>
            <pc:docMk/>
            <pc:sldMk cId="2172422867" sldId="263"/>
            <ac:spMk id="47" creationId="{4D1FE5F5-7AB4-BEA2-A98F-9D1D5193A3B0}"/>
          </ac:spMkLst>
        </pc:spChg>
        <pc:spChg chg="add del mod">
          <ac:chgData name="Luca Longinotti" userId="4fe812bbf5e873c0" providerId="LiveId" clId="{ED5BFA4C-6A6C-4203-95DC-218005CAD3A0}" dt="2022-06-28T10:04:40.928" v="5125"/>
          <ac:spMkLst>
            <pc:docMk/>
            <pc:sldMk cId="2172422867" sldId="263"/>
            <ac:spMk id="58" creationId="{658675E0-06E8-1C11-F223-ABC40D852F9B}"/>
          </ac:spMkLst>
        </pc:spChg>
        <pc:spChg chg="add mod">
          <ac:chgData name="Luca Longinotti" userId="4fe812bbf5e873c0" providerId="LiveId" clId="{ED5BFA4C-6A6C-4203-95DC-218005CAD3A0}" dt="2022-06-28T12:52:29.389" v="5528" actId="2"/>
          <ac:spMkLst>
            <pc:docMk/>
            <pc:sldMk cId="2172422867" sldId="263"/>
            <ac:spMk id="59" creationId="{29FF162F-539B-70C5-7DAA-6B6BE0EA0DAC}"/>
          </ac:spMkLst>
        </pc:spChg>
        <pc:spChg chg="add mod">
          <ac:chgData name="Luca Longinotti" userId="4fe812bbf5e873c0" providerId="LiveId" clId="{ED5BFA4C-6A6C-4203-95DC-218005CAD3A0}" dt="2022-06-28T12:52:30.433" v="5530" actId="2"/>
          <ac:spMkLst>
            <pc:docMk/>
            <pc:sldMk cId="2172422867" sldId="263"/>
            <ac:spMk id="67" creationId="{984F5B60-4ED6-5021-8F48-B5BE821A5398}"/>
          </ac:spMkLst>
        </pc:spChg>
        <pc:spChg chg="add mod">
          <ac:chgData name="Luca Longinotti" userId="4fe812bbf5e873c0" providerId="LiveId" clId="{ED5BFA4C-6A6C-4203-95DC-218005CAD3A0}" dt="2022-06-28T10:11:13.216" v="5256" actId="1076"/>
          <ac:spMkLst>
            <pc:docMk/>
            <pc:sldMk cId="2172422867" sldId="263"/>
            <ac:spMk id="81" creationId="{05719B57-E2D0-BA5A-EC25-918399F22592}"/>
          </ac:spMkLst>
        </pc:spChg>
        <pc:spChg chg="add del mod">
          <ac:chgData name="Luca Longinotti" userId="4fe812bbf5e873c0" providerId="LiveId" clId="{ED5BFA4C-6A6C-4203-95DC-218005CAD3A0}" dt="2022-06-27T14:10:09.948" v="3744" actId="478"/>
          <ac:spMkLst>
            <pc:docMk/>
            <pc:sldMk cId="2172422867" sldId="263"/>
            <ac:spMk id="88" creationId="{5FC00E2A-7B8B-0BC5-4D77-03D2D3D7AC8F}"/>
          </ac:spMkLst>
        </pc:spChg>
        <pc:spChg chg="add del mod">
          <ac:chgData name="Luca Longinotti" userId="4fe812bbf5e873c0" providerId="LiveId" clId="{ED5BFA4C-6A6C-4203-95DC-218005CAD3A0}" dt="2022-06-27T14:10:54.367" v="3748" actId="478"/>
          <ac:spMkLst>
            <pc:docMk/>
            <pc:sldMk cId="2172422867" sldId="263"/>
            <ac:spMk id="89" creationId="{96A8A724-4238-D793-E474-D998F65BADA2}"/>
          </ac:spMkLst>
        </pc:spChg>
        <pc:spChg chg="add del mod">
          <ac:chgData name="Luca Longinotti" userId="4fe812bbf5e873c0" providerId="LiveId" clId="{ED5BFA4C-6A6C-4203-95DC-218005CAD3A0}" dt="2022-06-27T14:10:55.667" v="3749" actId="478"/>
          <ac:spMkLst>
            <pc:docMk/>
            <pc:sldMk cId="2172422867" sldId="263"/>
            <ac:spMk id="90" creationId="{8BAD1670-165B-82E7-C653-08C0A3BBF761}"/>
          </ac:spMkLst>
        </pc:spChg>
        <pc:spChg chg="add del mod">
          <ac:chgData name="Luca Longinotti" userId="4fe812bbf5e873c0" providerId="LiveId" clId="{ED5BFA4C-6A6C-4203-95DC-218005CAD3A0}" dt="2022-06-28T10:07:30.546" v="5201" actId="478"/>
          <ac:spMkLst>
            <pc:docMk/>
            <pc:sldMk cId="2172422867" sldId="263"/>
            <ac:spMk id="91" creationId="{C19EC7FE-3BDA-B5B9-B28A-76D4AE65F2FA}"/>
          </ac:spMkLst>
        </pc:spChg>
        <pc:spChg chg="add del mod">
          <ac:chgData name="Luca Longinotti" userId="4fe812bbf5e873c0" providerId="LiveId" clId="{ED5BFA4C-6A6C-4203-95DC-218005CAD3A0}" dt="2022-06-28T10:07:20.517" v="5198" actId="478"/>
          <ac:spMkLst>
            <pc:docMk/>
            <pc:sldMk cId="2172422867" sldId="263"/>
            <ac:spMk id="92" creationId="{33BA36C1-9B12-66D3-41DC-2BDA95B8C79A}"/>
          </ac:spMkLst>
        </pc:spChg>
        <pc:spChg chg="add del mod">
          <ac:chgData name="Luca Longinotti" userId="4fe812bbf5e873c0" providerId="LiveId" clId="{ED5BFA4C-6A6C-4203-95DC-218005CAD3A0}" dt="2022-06-28T10:07:21.969" v="5199" actId="478"/>
          <ac:spMkLst>
            <pc:docMk/>
            <pc:sldMk cId="2172422867" sldId="263"/>
            <ac:spMk id="93" creationId="{20E40325-EF2C-6852-A8BB-44DD3643D228}"/>
          </ac:spMkLst>
        </pc:spChg>
        <pc:spChg chg="add mod">
          <ac:chgData name="Luca Longinotti" userId="4fe812bbf5e873c0" providerId="LiveId" clId="{ED5BFA4C-6A6C-4203-95DC-218005CAD3A0}" dt="2022-06-28T13:02:41.180" v="5830" actId="20577"/>
          <ac:spMkLst>
            <pc:docMk/>
            <pc:sldMk cId="2172422867" sldId="263"/>
            <ac:spMk id="94" creationId="{601476CA-101A-A213-DE00-0EC59CF9DA64}"/>
          </ac:spMkLst>
        </pc:spChg>
        <pc:spChg chg="add del mod">
          <ac:chgData name="Luca Longinotti" userId="4fe812bbf5e873c0" providerId="LiveId" clId="{ED5BFA4C-6A6C-4203-95DC-218005CAD3A0}" dt="2022-06-27T15:25:03.967" v="4066" actId="478"/>
          <ac:spMkLst>
            <pc:docMk/>
            <pc:sldMk cId="2172422867" sldId="263"/>
            <ac:spMk id="96" creationId="{7536ECE7-4C07-23A7-3D80-EC7393E219DE}"/>
          </ac:spMkLst>
        </pc:spChg>
        <pc:spChg chg="add mod">
          <ac:chgData name="Luca Longinotti" userId="4fe812bbf5e873c0" providerId="LiveId" clId="{ED5BFA4C-6A6C-4203-95DC-218005CAD3A0}" dt="2022-06-28T10:02:30.430" v="5099" actId="1076"/>
          <ac:spMkLst>
            <pc:docMk/>
            <pc:sldMk cId="2172422867" sldId="263"/>
            <ac:spMk id="99" creationId="{BFDD7098-4345-D957-8070-74D22E85A5DA}"/>
          </ac:spMkLst>
        </pc:spChg>
        <pc:spChg chg="add mod">
          <ac:chgData name="Luca Longinotti" userId="4fe812bbf5e873c0" providerId="LiveId" clId="{ED5BFA4C-6A6C-4203-95DC-218005CAD3A0}" dt="2022-06-28T10:03:23.949" v="5110" actId="1076"/>
          <ac:spMkLst>
            <pc:docMk/>
            <pc:sldMk cId="2172422867" sldId="263"/>
            <ac:spMk id="100" creationId="{A501C4E0-1363-D75E-B315-FE702511471E}"/>
          </ac:spMkLst>
        </pc:spChg>
        <pc:spChg chg="add mod">
          <ac:chgData name="Luca Longinotti" userId="4fe812bbf5e873c0" providerId="LiveId" clId="{ED5BFA4C-6A6C-4203-95DC-218005CAD3A0}" dt="2022-06-28T10:03:32.168" v="5112" actId="1076"/>
          <ac:spMkLst>
            <pc:docMk/>
            <pc:sldMk cId="2172422867" sldId="263"/>
            <ac:spMk id="108" creationId="{BA5E4E60-9B62-2DED-FB27-9D8602482633}"/>
          </ac:spMkLst>
        </pc:spChg>
        <pc:spChg chg="add mod">
          <ac:chgData name="Luca Longinotti" userId="4fe812bbf5e873c0" providerId="LiveId" clId="{ED5BFA4C-6A6C-4203-95DC-218005CAD3A0}" dt="2022-06-28T12:52:28.638" v="5526" actId="2"/>
          <ac:spMkLst>
            <pc:docMk/>
            <pc:sldMk cId="2172422867" sldId="263"/>
            <ac:spMk id="109" creationId="{2483671A-C8DC-E32F-2BCD-F77BD0D5E205}"/>
          </ac:spMkLst>
        </pc:spChg>
        <pc:spChg chg="add mod">
          <ac:chgData name="Luca Longinotti" userId="4fe812bbf5e873c0" providerId="LiveId" clId="{ED5BFA4C-6A6C-4203-95DC-218005CAD3A0}" dt="2022-06-27T14:17:48.525" v="3935" actId="1076"/>
          <ac:spMkLst>
            <pc:docMk/>
            <pc:sldMk cId="2172422867" sldId="263"/>
            <ac:spMk id="110" creationId="{F88C0BD5-F74C-BEC1-30BA-A832727FFE80}"/>
          </ac:spMkLst>
        </pc:spChg>
        <pc:spChg chg="add mod">
          <ac:chgData name="Luca Longinotti" userId="4fe812bbf5e873c0" providerId="LiveId" clId="{ED5BFA4C-6A6C-4203-95DC-218005CAD3A0}" dt="2022-06-27T14:19:40.424" v="3962" actId="1076"/>
          <ac:spMkLst>
            <pc:docMk/>
            <pc:sldMk cId="2172422867" sldId="263"/>
            <ac:spMk id="111" creationId="{0C15D2E5-2F1C-A863-9860-CA78F3C02633}"/>
          </ac:spMkLst>
        </pc:spChg>
        <pc:spChg chg="add del mod">
          <ac:chgData name="Luca Longinotti" userId="4fe812bbf5e873c0" providerId="LiveId" clId="{ED5BFA4C-6A6C-4203-95DC-218005CAD3A0}" dt="2022-06-27T14:19:41.930" v="3963" actId="478"/>
          <ac:spMkLst>
            <pc:docMk/>
            <pc:sldMk cId="2172422867" sldId="263"/>
            <ac:spMk id="118" creationId="{864A3BF7-5F00-C4DF-8117-6B61A0CB5D62}"/>
          </ac:spMkLst>
        </pc:spChg>
        <pc:spChg chg="add mod">
          <ac:chgData name="Luca Longinotti" userId="4fe812bbf5e873c0" providerId="LiveId" clId="{ED5BFA4C-6A6C-4203-95DC-218005CAD3A0}" dt="2022-06-27T14:18:44.004" v="3951" actId="1076"/>
          <ac:spMkLst>
            <pc:docMk/>
            <pc:sldMk cId="2172422867" sldId="263"/>
            <ac:spMk id="119" creationId="{C452297D-6D14-FE97-63B3-A1C065A99501}"/>
          </ac:spMkLst>
        </pc:spChg>
        <pc:spChg chg="add del mod">
          <ac:chgData name="Luca Longinotti" userId="4fe812bbf5e873c0" providerId="LiveId" clId="{ED5BFA4C-6A6C-4203-95DC-218005CAD3A0}" dt="2022-06-27T14:18:40.487" v="3950"/>
          <ac:spMkLst>
            <pc:docMk/>
            <pc:sldMk cId="2172422867" sldId="263"/>
            <ac:spMk id="120" creationId="{EAA138C9-E46C-3872-1CA3-FF4FE5EEA0AD}"/>
          </ac:spMkLst>
        </pc:spChg>
        <pc:spChg chg="add mod">
          <ac:chgData name="Luca Longinotti" userId="4fe812bbf5e873c0" providerId="LiveId" clId="{ED5BFA4C-6A6C-4203-95DC-218005CAD3A0}" dt="2022-06-28T10:02:39.720" v="5101" actId="1076"/>
          <ac:spMkLst>
            <pc:docMk/>
            <pc:sldMk cId="2172422867" sldId="263"/>
            <ac:spMk id="137" creationId="{2F1D90FB-ED91-1AE3-6934-6F91D72DEFB1}"/>
          </ac:spMkLst>
        </pc:spChg>
        <pc:cxnChg chg="add del mod">
          <ac:chgData name="Luca Longinotti" userId="4fe812bbf5e873c0" providerId="LiveId" clId="{ED5BFA4C-6A6C-4203-95DC-218005CAD3A0}" dt="2022-06-27T13:52:57.422" v="3485"/>
          <ac:cxnSpMkLst>
            <pc:docMk/>
            <pc:sldMk cId="2172422867" sldId="263"/>
            <ac:cxnSpMk id="8" creationId="{B04F7BE3-37B4-592B-5638-A5A296876F08}"/>
          </ac:cxnSpMkLst>
        </pc:cxnChg>
        <pc:cxnChg chg="add del mod">
          <ac:chgData name="Luca Longinotti" userId="4fe812bbf5e873c0" providerId="LiveId" clId="{ED5BFA4C-6A6C-4203-95DC-218005CAD3A0}" dt="2022-06-27T13:52:57.422" v="3485"/>
          <ac:cxnSpMkLst>
            <pc:docMk/>
            <pc:sldMk cId="2172422867" sldId="263"/>
            <ac:cxnSpMk id="10" creationId="{93AAF6EB-042F-110A-DD0E-CF0ADD47CF3B}"/>
          </ac:cxnSpMkLst>
        </pc:cxnChg>
        <pc:cxnChg chg="add del mod">
          <ac:chgData name="Luca Longinotti" userId="4fe812bbf5e873c0" providerId="LiveId" clId="{ED5BFA4C-6A6C-4203-95DC-218005CAD3A0}" dt="2022-06-27T13:52:57.422" v="3485"/>
          <ac:cxnSpMkLst>
            <pc:docMk/>
            <pc:sldMk cId="2172422867" sldId="263"/>
            <ac:cxnSpMk id="13" creationId="{E88A0134-034A-3B6C-6F8B-4170D2A1E1FE}"/>
          </ac:cxnSpMkLst>
        </pc:cxnChg>
        <pc:cxnChg chg="add del mod">
          <ac:chgData name="Luca Longinotti" userId="4fe812bbf5e873c0" providerId="LiveId" clId="{ED5BFA4C-6A6C-4203-95DC-218005CAD3A0}" dt="2022-06-27T13:52:57.422" v="3485"/>
          <ac:cxnSpMkLst>
            <pc:docMk/>
            <pc:sldMk cId="2172422867" sldId="263"/>
            <ac:cxnSpMk id="15" creationId="{4D14487E-1CE4-171D-B34F-F69E97B03D13}"/>
          </ac:cxnSpMkLst>
        </pc:cxnChg>
        <pc:cxnChg chg="add del mod">
          <ac:chgData name="Luca Longinotti" userId="4fe812bbf5e873c0" providerId="LiveId" clId="{ED5BFA4C-6A6C-4203-95DC-218005CAD3A0}" dt="2022-06-27T13:52:57.422" v="3485"/>
          <ac:cxnSpMkLst>
            <pc:docMk/>
            <pc:sldMk cId="2172422867" sldId="263"/>
            <ac:cxnSpMk id="19" creationId="{C9F05E37-06A6-3676-2A66-237FB057FDD0}"/>
          </ac:cxnSpMkLst>
        </pc:cxnChg>
        <pc:cxnChg chg="add del mod">
          <ac:chgData name="Luca Longinotti" userId="4fe812bbf5e873c0" providerId="LiveId" clId="{ED5BFA4C-6A6C-4203-95DC-218005CAD3A0}" dt="2022-06-27T13:52:57.422" v="3485"/>
          <ac:cxnSpMkLst>
            <pc:docMk/>
            <pc:sldMk cId="2172422867" sldId="263"/>
            <ac:cxnSpMk id="23" creationId="{DF938E46-7472-8184-2EAD-931B3F7C065A}"/>
          </ac:cxnSpMkLst>
        </pc:cxnChg>
        <pc:cxnChg chg="add mod">
          <ac:chgData name="Luca Longinotti" userId="4fe812bbf5e873c0" providerId="LiveId" clId="{ED5BFA4C-6A6C-4203-95DC-218005CAD3A0}" dt="2022-06-28T10:02:44.969" v="5102" actId="14100"/>
          <ac:cxnSpMkLst>
            <pc:docMk/>
            <pc:sldMk cId="2172422867" sldId="263"/>
            <ac:cxnSpMk id="29" creationId="{EABE5E7E-438C-66D1-AB10-A7A4F1E0D1C4}"/>
          </ac:cxnSpMkLst>
        </pc:cxnChg>
        <pc:cxnChg chg="add mod">
          <ac:chgData name="Luca Longinotti" userId="4fe812bbf5e873c0" providerId="LiveId" clId="{ED5BFA4C-6A6C-4203-95DC-218005CAD3A0}" dt="2022-06-28T10:10:54.562" v="5252" actId="1076"/>
          <ac:cxnSpMkLst>
            <pc:docMk/>
            <pc:sldMk cId="2172422867" sldId="263"/>
            <ac:cxnSpMk id="30" creationId="{2507136D-59CA-5E2F-9A50-F17C1DAFCF8D}"/>
          </ac:cxnSpMkLst>
        </pc:cxnChg>
        <pc:cxnChg chg="add del mod">
          <ac:chgData name="Luca Longinotti" userId="4fe812bbf5e873c0" providerId="LiveId" clId="{ED5BFA4C-6A6C-4203-95DC-218005CAD3A0}" dt="2022-06-27T15:25:08.361" v="4070" actId="478"/>
          <ac:cxnSpMkLst>
            <pc:docMk/>
            <pc:sldMk cId="2172422867" sldId="263"/>
            <ac:cxnSpMk id="35" creationId="{DDBF4D2A-11CB-AE6F-50C0-5127551E142F}"/>
          </ac:cxnSpMkLst>
        </pc:cxnChg>
        <pc:cxnChg chg="add mod">
          <ac:chgData name="Luca Longinotti" userId="4fe812bbf5e873c0" providerId="LiveId" clId="{ED5BFA4C-6A6C-4203-95DC-218005CAD3A0}" dt="2022-06-28T10:01:43.552" v="5090" actId="1076"/>
          <ac:cxnSpMkLst>
            <pc:docMk/>
            <pc:sldMk cId="2172422867" sldId="263"/>
            <ac:cxnSpMk id="37" creationId="{A6584C22-C8CD-C135-898A-9B4762984FE8}"/>
          </ac:cxnSpMkLst>
        </pc:cxnChg>
        <pc:cxnChg chg="add del mod">
          <ac:chgData name="Luca Longinotti" userId="4fe812bbf5e873c0" providerId="LiveId" clId="{ED5BFA4C-6A6C-4203-95DC-218005CAD3A0}" dt="2022-06-27T14:08:09.870" v="3719" actId="478"/>
          <ac:cxnSpMkLst>
            <pc:docMk/>
            <pc:sldMk cId="2172422867" sldId="263"/>
            <ac:cxnSpMk id="40" creationId="{F9DA04C2-D00B-410D-D84B-1EBD3DC46F99}"/>
          </ac:cxnSpMkLst>
        </pc:cxnChg>
        <pc:cxnChg chg="add del mod">
          <ac:chgData name="Luca Longinotti" userId="4fe812bbf5e873c0" providerId="LiveId" clId="{ED5BFA4C-6A6C-4203-95DC-218005CAD3A0}" dt="2022-06-27T14:06:18.313" v="3699" actId="478"/>
          <ac:cxnSpMkLst>
            <pc:docMk/>
            <pc:sldMk cId="2172422867" sldId="263"/>
            <ac:cxnSpMk id="43" creationId="{107741EB-12B1-4EAA-DA8A-A44D896AB5E9}"/>
          </ac:cxnSpMkLst>
        </pc:cxnChg>
        <pc:cxnChg chg="add del mod">
          <ac:chgData name="Luca Longinotti" userId="4fe812bbf5e873c0" providerId="LiveId" clId="{ED5BFA4C-6A6C-4203-95DC-218005CAD3A0}" dt="2022-06-27T14:03:14.616" v="3659" actId="478"/>
          <ac:cxnSpMkLst>
            <pc:docMk/>
            <pc:sldMk cId="2172422867" sldId="263"/>
            <ac:cxnSpMk id="44" creationId="{00C4A581-D6BD-EF71-F12D-0FDEC7110F9C}"/>
          </ac:cxnSpMkLst>
        </pc:cxnChg>
        <pc:cxnChg chg="add del">
          <ac:chgData name="Luca Longinotti" userId="4fe812bbf5e873c0" providerId="LiveId" clId="{ED5BFA4C-6A6C-4203-95DC-218005CAD3A0}" dt="2022-06-28T10:08:33.762" v="5211" actId="478"/>
          <ac:cxnSpMkLst>
            <pc:docMk/>
            <pc:sldMk cId="2172422867" sldId="263"/>
            <ac:cxnSpMk id="45" creationId="{6522E2ED-BC69-D7D8-E1EC-07957C6C1843}"/>
          </ac:cxnSpMkLst>
        </pc:cxnChg>
        <pc:cxnChg chg="add del mod">
          <ac:chgData name="Luca Longinotti" userId="4fe812bbf5e873c0" providerId="LiveId" clId="{ED5BFA4C-6A6C-4203-95DC-218005CAD3A0}" dt="2022-06-27T14:03:13.697" v="3658" actId="478"/>
          <ac:cxnSpMkLst>
            <pc:docMk/>
            <pc:sldMk cId="2172422867" sldId="263"/>
            <ac:cxnSpMk id="45" creationId="{F97D9DE0-A2B0-DA09-26A1-0F99D296DC6C}"/>
          </ac:cxnSpMkLst>
        </pc:cxnChg>
        <pc:cxnChg chg="add mod">
          <ac:chgData name="Luca Longinotti" userId="4fe812bbf5e873c0" providerId="LiveId" clId="{ED5BFA4C-6A6C-4203-95DC-218005CAD3A0}" dt="2022-06-28T10:11:06.005" v="5255" actId="1076"/>
          <ac:cxnSpMkLst>
            <pc:docMk/>
            <pc:sldMk cId="2172422867" sldId="263"/>
            <ac:cxnSpMk id="49" creationId="{AC9CA020-3D64-CB3B-A93D-875B8810D190}"/>
          </ac:cxnSpMkLst>
        </pc:cxnChg>
        <pc:cxnChg chg="add del mod">
          <ac:chgData name="Luca Longinotti" userId="4fe812bbf5e873c0" providerId="LiveId" clId="{ED5BFA4C-6A6C-4203-95DC-218005CAD3A0}" dt="2022-06-27T14:05:32.635" v="3692" actId="478"/>
          <ac:cxnSpMkLst>
            <pc:docMk/>
            <pc:sldMk cId="2172422867" sldId="263"/>
            <ac:cxnSpMk id="53" creationId="{72BB5BFE-2986-305D-5689-E7F088584F11}"/>
          </ac:cxnSpMkLst>
        </pc:cxnChg>
        <pc:cxnChg chg="add del mod">
          <ac:chgData name="Luca Longinotti" userId="4fe812bbf5e873c0" providerId="LiveId" clId="{ED5BFA4C-6A6C-4203-95DC-218005CAD3A0}" dt="2022-06-27T14:05:35.010" v="3693" actId="478"/>
          <ac:cxnSpMkLst>
            <pc:docMk/>
            <pc:sldMk cId="2172422867" sldId="263"/>
            <ac:cxnSpMk id="57" creationId="{CAEEC19D-23CC-0E50-C12E-FFF327E5C98F}"/>
          </ac:cxnSpMkLst>
        </pc:cxnChg>
        <pc:cxnChg chg="add del mod">
          <ac:chgData name="Luca Longinotti" userId="4fe812bbf5e873c0" providerId="LiveId" clId="{ED5BFA4C-6A6C-4203-95DC-218005CAD3A0}" dt="2022-06-27T14:05:49.040" v="3696" actId="478"/>
          <ac:cxnSpMkLst>
            <pc:docMk/>
            <pc:sldMk cId="2172422867" sldId="263"/>
            <ac:cxnSpMk id="63" creationId="{CB1B5631-D445-DE09-B73A-65695800EB30}"/>
          </ac:cxnSpMkLst>
        </pc:cxnChg>
        <pc:cxnChg chg="add del mod">
          <ac:chgData name="Luca Longinotti" userId="4fe812bbf5e873c0" providerId="LiveId" clId="{ED5BFA4C-6A6C-4203-95DC-218005CAD3A0}" dt="2022-06-28T10:08:15.089" v="5208" actId="478"/>
          <ac:cxnSpMkLst>
            <pc:docMk/>
            <pc:sldMk cId="2172422867" sldId="263"/>
            <ac:cxnSpMk id="66" creationId="{D0A71101-B713-FE2F-9D28-9898D2FE188F}"/>
          </ac:cxnSpMkLst>
        </pc:cxnChg>
        <pc:cxnChg chg="add del mod">
          <ac:chgData name="Luca Longinotti" userId="4fe812bbf5e873c0" providerId="LiveId" clId="{ED5BFA4C-6A6C-4203-95DC-218005CAD3A0}" dt="2022-06-27T14:06:49.391" v="3703" actId="478"/>
          <ac:cxnSpMkLst>
            <pc:docMk/>
            <pc:sldMk cId="2172422867" sldId="263"/>
            <ac:cxnSpMk id="68" creationId="{F6D76762-9FB4-7BED-C2C9-002A3B89310C}"/>
          </ac:cxnSpMkLst>
        </pc:cxnChg>
        <pc:cxnChg chg="add del mod">
          <ac:chgData name="Luca Longinotti" userId="4fe812bbf5e873c0" providerId="LiveId" clId="{ED5BFA4C-6A6C-4203-95DC-218005CAD3A0}" dt="2022-06-27T14:07:22.579" v="3708" actId="478"/>
          <ac:cxnSpMkLst>
            <pc:docMk/>
            <pc:sldMk cId="2172422867" sldId="263"/>
            <ac:cxnSpMk id="71" creationId="{A4D920E4-29A9-2378-26D5-3CC619AF1536}"/>
          </ac:cxnSpMkLst>
        </pc:cxnChg>
        <pc:cxnChg chg="add del mod">
          <ac:chgData name="Luca Longinotti" userId="4fe812bbf5e873c0" providerId="LiveId" clId="{ED5BFA4C-6A6C-4203-95DC-218005CAD3A0}" dt="2022-06-27T14:07:34.061" v="3710" actId="478"/>
          <ac:cxnSpMkLst>
            <pc:docMk/>
            <pc:sldMk cId="2172422867" sldId="263"/>
            <ac:cxnSpMk id="75" creationId="{299CBB8E-7EC1-0444-1B95-2407FB2BFADF}"/>
          </ac:cxnSpMkLst>
        </pc:cxnChg>
        <pc:cxnChg chg="add mod">
          <ac:chgData name="Luca Longinotti" userId="4fe812bbf5e873c0" providerId="LiveId" clId="{ED5BFA4C-6A6C-4203-95DC-218005CAD3A0}" dt="2022-06-28T10:11:37.831" v="5260" actId="14100"/>
          <ac:cxnSpMkLst>
            <pc:docMk/>
            <pc:sldMk cId="2172422867" sldId="263"/>
            <ac:cxnSpMk id="77" creationId="{2FA99D32-3EAD-F24C-1885-D20CFAA68563}"/>
          </ac:cxnSpMkLst>
        </pc:cxnChg>
        <pc:cxnChg chg="add mod">
          <ac:chgData name="Luca Longinotti" userId="4fe812bbf5e873c0" providerId="LiveId" clId="{ED5BFA4C-6A6C-4203-95DC-218005CAD3A0}" dt="2022-06-28T10:11:02.735" v="5254" actId="1076"/>
          <ac:cxnSpMkLst>
            <pc:docMk/>
            <pc:sldMk cId="2172422867" sldId="263"/>
            <ac:cxnSpMk id="79" creationId="{58E7E540-0033-4ED4-31DD-E936C4B4DC06}"/>
          </ac:cxnSpMkLst>
        </pc:cxnChg>
        <pc:cxnChg chg="add del">
          <ac:chgData name="Luca Longinotti" userId="4fe812bbf5e873c0" providerId="LiveId" clId="{ED5BFA4C-6A6C-4203-95DC-218005CAD3A0}" dt="2022-06-27T14:08:17.172" v="3721" actId="478"/>
          <ac:cxnSpMkLst>
            <pc:docMk/>
            <pc:sldMk cId="2172422867" sldId="263"/>
            <ac:cxnSpMk id="81" creationId="{1FDE817A-CE60-8EA7-6243-710D2CE0E472}"/>
          </ac:cxnSpMkLst>
        </pc:cxnChg>
        <pc:cxnChg chg="add mod">
          <ac:chgData name="Luca Longinotti" userId="4fe812bbf5e873c0" providerId="LiveId" clId="{ED5BFA4C-6A6C-4203-95DC-218005CAD3A0}" dt="2022-06-28T10:11:18.764" v="5257" actId="14100"/>
          <ac:cxnSpMkLst>
            <pc:docMk/>
            <pc:sldMk cId="2172422867" sldId="263"/>
            <ac:cxnSpMk id="83" creationId="{B8E2FC63-C593-7CAD-58D1-7A2988C36BCD}"/>
          </ac:cxnSpMkLst>
        </pc:cxnChg>
        <pc:cxnChg chg="add del mod">
          <ac:chgData name="Luca Longinotti" userId="4fe812bbf5e873c0" providerId="LiveId" clId="{ED5BFA4C-6A6C-4203-95DC-218005CAD3A0}" dt="2022-06-27T14:08:30.795" v="3724" actId="478"/>
          <ac:cxnSpMkLst>
            <pc:docMk/>
            <pc:sldMk cId="2172422867" sldId="263"/>
            <ac:cxnSpMk id="85" creationId="{5432E1CD-27A2-47E3-08BE-77E19BC1049E}"/>
          </ac:cxnSpMkLst>
        </pc:cxnChg>
        <pc:cxnChg chg="add mod">
          <ac:chgData name="Luca Longinotti" userId="4fe812bbf5e873c0" providerId="LiveId" clId="{ED5BFA4C-6A6C-4203-95DC-218005CAD3A0}" dt="2022-06-28T10:11:06.005" v="5255" actId="1076"/>
          <ac:cxnSpMkLst>
            <pc:docMk/>
            <pc:sldMk cId="2172422867" sldId="263"/>
            <ac:cxnSpMk id="87" creationId="{6C294FEE-52F0-079D-0663-792CCC378C29}"/>
          </ac:cxnSpMkLst>
        </pc:cxnChg>
        <pc:cxnChg chg="add del mod">
          <ac:chgData name="Luca Longinotti" userId="4fe812bbf5e873c0" providerId="LiveId" clId="{ED5BFA4C-6A6C-4203-95DC-218005CAD3A0}" dt="2022-06-27T15:25:05.057" v="4067" actId="478"/>
          <ac:cxnSpMkLst>
            <pc:docMk/>
            <pc:sldMk cId="2172422867" sldId="263"/>
            <ac:cxnSpMk id="95" creationId="{B8E93CC2-5781-4CFE-0CC0-434A6F25EBEB}"/>
          </ac:cxnSpMkLst>
        </pc:cxnChg>
        <pc:cxnChg chg="add mod">
          <ac:chgData name="Luca Longinotti" userId="4fe812bbf5e873c0" providerId="LiveId" clId="{ED5BFA4C-6A6C-4203-95DC-218005CAD3A0}" dt="2022-06-28T10:03:27.916" v="5111" actId="14100"/>
          <ac:cxnSpMkLst>
            <pc:docMk/>
            <pc:sldMk cId="2172422867" sldId="263"/>
            <ac:cxnSpMk id="102" creationId="{856A1DF9-2266-55C7-99CF-EEE2C50E623F}"/>
          </ac:cxnSpMkLst>
        </pc:cxnChg>
        <pc:cxnChg chg="add del mod">
          <ac:chgData name="Luca Longinotti" userId="4fe812bbf5e873c0" providerId="LiveId" clId="{ED5BFA4C-6A6C-4203-95DC-218005CAD3A0}" dt="2022-06-27T14:13:57.840" v="3861" actId="478"/>
          <ac:cxnSpMkLst>
            <pc:docMk/>
            <pc:sldMk cId="2172422867" sldId="263"/>
            <ac:cxnSpMk id="104" creationId="{ADB0BA7A-7B67-4E71-9BB4-3BBCD05D1F8A}"/>
          </ac:cxnSpMkLst>
        </pc:cxnChg>
        <pc:cxnChg chg="add mod">
          <ac:chgData name="Luca Longinotti" userId="4fe812bbf5e873c0" providerId="LiveId" clId="{ED5BFA4C-6A6C-4203-95DC-218005CAD3A0}" dt="2022-06-28T10:02:36.375" v="5100" actId="14100"/>
          <ac:cxnSpMkLst>
            <pc:docMk/>
            <pc:sldMk cId="2172422867" sldId="263"/>
            <ac:cxnSpMk id="107" creationId="{9B654340-F4E6-84B7-E2C5-EA6DD300524A}"/>
          </ac:cxnSpMkLst>
        </pc:cxnChg>
        <pc:cxnChg chg="add del mod">
          <ac:chgData name="Luca Longinotti" userId="4fe812bbf5e873c0" providerId="LiveId" clId="{ED5BFA4C-6A6C-4203-95DC-218005CAD3A0}" dt="2022-06-27T14:18:12.265" v="3939" actId="478"/>
          <ac:cxnSpMkLst>
            <pc:docMk/>
            <pc:sldMk cId="2172422867" sldId="263"/>
            <ac:cxnSpMk id="113" creationId="{587ACA40-745B-B4FF-511E-B6237B39D24D}"/>
          </ac:cxnSpMkLst>
        </pc:cxnChg>
        <pc:cxnChg chg="add mod">
          <ac:chgData name="Luca Longinotti" userId="4fe812bbf5e873c0" providerId="LiveId" clId="{ED5BFA4C-6A6C-4203-95DC-218005CAD3A0}" dt="2022-06-27T16:54:50.141" v="4853" actId="108"/>
          <ac:cxnSpMkLst>
            <pc:docMk/>
            <pc:sldMk cId="2172422867" sldId="263"/>
            <ac:cxnSpMk id="115" creationId="{66390369-344A-D19F-8001-40A19C4197CC}"/>
          </ac:cxnSpMkLst>
        </pc:cxnChg>
        <pc:cxnChg chg="add del mod">
          <ac:chgData name="Luca Longinotti" userId="4fe812bbf5e873c0" providerId="LiveId" clId="{ED5BFA4C-6A6C-4203-95DC-218005CAD3A0}" dt="2022-06-27T14:18:31.501" v="3942" actId="11529"/>
          <ac:cxnSpMkLst>
            <pc:docMk/>
            <pc:sldMk cId="2172422867" sldId="263"/>
            <ac:cxnSpMk id="117" creationId="{34440A0A-C45A-5A6E-E57F-7DAA360F0966}"/>
          </ac:cxnSpMkLst>
        </pc:cxnChg>
        <pc:cxnChg chg="add mod">
          <ac:chgData name="Luca Longinotti" userId="4fe812bbf5e873c0" providerId="LiveId" clId="{ED5BFA4C-6A6C-4203-95DC-218005CAD3A0}" dt="2022-06-27T16:54:41.567" v="4851" actId="108"/>
          <ac:cxnSpMkLst>
            <pc:docMk/>
            <pc:sldMk cId="2172422867" sldId="263"/>
            <ac:cxnSpMk id="122" creationId="{A23333C7-A20A-EF88-EFE9-804C9E8865E1}"/>
          </ac:cxnSpMkLst>
        </pc:cxnChg>
        <pc:cxnChg chg="add del mod">
          <ac:chgData name="Luca Longinotti" userId="4fe812bbf5e873c0" providerId="LiveId" clId="{ED5BFA4C-6A6C-4203-95DC-218005CAD3A0}" dt="2022-06-27T14:19:56.831" v="3967" actId="478"/>
          <ac:cxnSpMkLst>
            <pc:docMk/>
            <pc:sldMk cId="2172422867" sldId="263"/>
            <ac:cxnSpMk id="131" creationId="{6F752085-E04B-9A04-F6EC-C080D827F33C}"/>
          </ac:cxnSpMkLst>
        </pc:cxnChg>
        <pc:cxnChg chg="add mod">
          <ac:chgData name="Luca Longinotti" userId="4fe812bbf5e873c0" providerId="LiveId" clId="{ED5BFA4C-6A6C-4203-95DC-218005CAD3A0}" dt="2022-06-27T16:54:45.653" v="4852" actId="108"/>
          <ac:cxnSpMkLst>
            <pc:docMk/>
            <pc:sldMk cId="2172422867" sldId="263"/>
            <ac:cxnSpMk id="135" creationId="{27EDDAC1-911A-0244-37F9-08A73515A9FD}"/>
          </ac:cxnSpMkLst>
        </pc:cxnChg>
      </pc:sldChg>
      <pc:sldChg chg="addSp modSp add mod">
        <pc:chgData name="Luca Longinotti" userId="4fe812bbf5e873c0" providerId="LiveId" clId="{ED5BFA4C-6A6C-4203-95DC-218005CAD3A0}" dt="2022-06-28T12:53:06.565" v="5653" actId="2"/>
        <pc:sldMkLst>
          <pc:docMk/>
          <pc:sldMk cId="1055022609" sldId="264"/>
        </pc:sldMkLst>
        <pc:spChg chg="mod">
          <ac:chgData name="Luca Longinotti" userId="4fe812bbf5e873c0" providerId="LiveId" clId="{ED5BFA4C-6A6C-4203-95DC-218005CAD3A0}" dt="2022-06-25T20:20:23.549" v="2484" actId="14100"/>
          <ac:spMkLst>
            <pc:docMk/>
            <pc:sldMk cId="1055022609" sldId="264"/>
            <ac:spMk id="2" creationId="{03A7C58A-46C8-7D49-100A-9AED7EC03EC0}"/>
          </ac:spMkLst>
        </pc:spChg>
        <pc:spChg chg="mod">
          <ac:chgData name="Luca Longinotti" userId="4fe812bbf5e873c0" providerId="LiveId" clId="{ED5BFA4C-6A6C-4203-95DC-218005CAD3A0}" dt="2022-06-28T12:52:55.113" v="5600" actId="2"/>
          <ac:spMkLst>
            <pc:docMk/>
            <pc:sldMk cId="1055022609" sldId="264"/>
            <ac:spMk id="3" creationId="{184236CD-1C63-1ABE-FE8B-A185F8B88A7F}"/>
          </ac:spMkLst>
        </pc:spChg>
        <pc:spChg chg="add mod">
          <ac:chgData name="Luca Longinotti" userId="4fe812bbf5e873c0" providerId="LiveId" clId="{ED5BFA4C-6A6C-4203-95DC-218005CAD3A0}" dt="2022-06-28T12:52:57.294" v="5611" actId="2"/>
          <ac:spMkLst>
            <pc:docMk/>
            <pc:sldMk cId="1055022609" sldId="264"/>
            <ac:spMk id="4" creationId="{F6B81E2C-A55F-0145-1FEF-3CC5E8568157}"/>
          </ac:spMkLst>
        </pc:spChg>
        <pc:spChg chg="add mod">
          <ac:chgData name="Luca Longinotti" userId="4fe812bbf5e873c0" providerId="LiveId" clId="{ED5BFA4C-6A6C-4203-95DC-218005CAD3A0}" dt="2022-06-28T12:53:06.565" v="5653" actId="2"/>
          <ac:spMkLst>
            <pc:docMk/>
            <pc:sldMk cId="1055022609" sldId="264"/>
            <ac:spMk id="5" creationId="{B260F26A-046E-BCE1-8F36-99C6D2D09AB9}"/>
          </ac:spMkLst>
        </pc:spChg>
      </pc:sldChg>
      <pc:sldChg chg="addSp delSp modSp new del mod">
        <pc:chgData name="Luca Longinotti" userId="4fe812bbf5e873c0" providerId="LiveId" clId="{ED5BFA4C-6A6C-4203-95DC-218005CAD3A0}" dt="2022-06-28T12:57:30.549" v="5726" actId="47"/>
        <pc:sldMkLst>
          <pc:docMk/>
          <pc:sldMk cId="4038657459" sldId="265"/>
        </pc:sldMkLst>
        <pc:spChg chg="del">
          <ac:chgData name="Luca Longinotti" userId="4fe812bbf5e873c0" providerId="LiveId" clId="{ED5BFA4C-6A6C-4203-95DC-218005CAD3A0}" dt="2022-06-27T21:29:11.275" v="4891" actId="478"/>
          <ac:spMkLst>
            <pc:docMk/>
            <pc:sldMk cId="4038657459" sldId="265"/>
            <ac:spMk id="2" creationId="{EC9A29BC-6E53-1DDE-EC2D-203FC883113D}"/>
          </ac:spMkLst>
        </pc:spChg>
        <pc:spChg chg="del mod">
          <ac:chgData name="Luca Longinotti" userId="4fe812bbf5e873c0" providerId="LiveId" clId="{ED5BFA4C-6A6C-4203-95DC-218005CAD3A0}" dt="2022-06-27T21:29:13.442" v="4892" actId="478"/>
          <ac:spMkLst>
            <pc:docMk/>
            <pc:sldMk cId="4038657459" sldId="265"/>
            <ac:spMk id="3" creationId="{87C8DF41-31B2-09EE-48F3-4A6FED6E00AA}"/>
          </ac:spMkLst>
        </pc:spChg>
        <pc:spChg chg="add mod">
          <ac:chgData name="Luca Longinotti" userId="4fe812bbf5e873c0" providerId="LiveId" clId="{ED5BFA4C-6A6C-4203-95DC-218005CAD3A0}" dt="2022-06-27T21:29:26.209" v="4909" actId="20577"/>
          <ac:spMkLst>
            <pc:docMk/>
            <pc:sldMk cId="4038657459" sldId="265"/>
            <ac:spMk id="4" creationId="{43600819-8081-55BB-EACF-240D42EA6E56}"/>
          </ac:spMkLst>
        </pc:spChg>
        <pc:spChg chg="add del mod">
          <ac:chgData name="Luca Longinotti" userId="4fe812bbf5e873c0" providerId="LiveId" clId="{ED5BFA4C-6A6C-4203-95DC-218005CAD3A0}" dt="2022-06-27T21:29:14.940" v="4893" actId="478"/>
          <ac:spMkLst>
            <pc:docMk/>
            <pc:sldMk cId="4038657459" sldId="265"/>
            <ac:spMk id="6" creationId="{913ECB29-D96F-4607-D301-A55637100DF6}"/>
          </ac:spMkLst>
        </pc:spChg>
        <pc:cxnChg chg="add del mod">
          <ac:chgData name="Luca Longinotti" userId="4fe812bbf5e873c0" providerId="LiveId" clId="{ED5BFA4C-6A6C-4203-95DC-218005CAD3A0}" dt="2022-06-28T12:57:27.009" v="5725" actId="478"/>
          <ac:cxnSpMkLst>
            <pc:docMk/>
            <pc:sldMk cId="4038657459" sldId="265"/>
            <ac:cxnSpMk id="3" creationId="{C98D3F3B-13BF-A5D9-4EA1-0B3E0087B12C}"/>
          </ac:cxnSpMkLst>
        </pc:cxnChg>
      </pc:sldChg>
      <pc:sldChg chg="addSp delSp modSp add mod">
        <pc:chgData name="Luca Longinotti" userId="4fe812bbf5e873c0" providerId="LiveId" clId="{ED5BFA4C-6A6C-4203-95DC-218005CAD3A0}" dt="2022-06-28T17:37:14.314" v="6248" actId="478"/>
        <pc:sldMkLst>
          <pc:docMk/>
          <pc:sldMk cId="2244780704" sldId="266"/>
        </pc:sldMkLst>
        <pc:spChg chg="mod">
          <ac:chgData name="Luca Longinotti" userId="4fe812bbf5e873c0" providerId="LiveId" clId="{ED5BFA4C-6A6C-4203-95DC-218005CAD3A0}" dt="2022-06-25T18:49:43.179" v="516" actId="20577"/>
          <ac:spMkLst>
            <pc:docMk/>
            <pc:sldMk cId="2244780704" sldId="266"/>
            <ac:spMk id="2" creationId="{03A7C58A-46C8-7D49-100A-9AED7EC03EC0}"/>
          </ac:spMkLst>
        </pc:spChg>
        <pc:spChg chg="del mod">
          <ac:chgData name="Luca Longinotti" userId="4fe812bbf5e873c0" providerId="LiveId" clId="{ED5BFA4C-6A6C-4203-95DC-218005CAD3A0}" dt="2022-06-26T19:18:18.273" v="2498" actId="478"/>
          <ac:spMkLst>
            <pc:docMk/>
            <pc:sldMk cId="2244780704" sldId="266"/>
            <ac:spMk id="3" creationId="{184236CD-1C63-1ABE-FE8B-A185F8B88A7F}"/>
          </ac:spMkLst>
        </pc:spChg>
        <pc:spChg chg="add mod">
          <ac:chgData name="Luca Longinotti" userId="4fe812bbf5e873c0" providerId="LiveId" clId="{ED5BFA4C-6A6C-4203-95DC-218005CAD3A0}" dt="2022-06-27T08:28:28.512" v="3049" actId="1076"/>
          <ac:spMkLst>
            <pc:docMk/>
            <pc:sldMk cId="2244780704" sldId="266"/>
            <ac:spMk id="4" creationId="{CABE9F5D-16F1-FA2D-D832-1F440B0229C3}"/>
          </ac:spMkLst>
        </pc:spChg>
        <pc:spChg chg="add del mod">
          <ac:chgData name="Luca Longinotti" userId="4fe812bbf5e873c0" providerId="LiveId" clId="{ED5BFA4C-6A6C-4203-95DC-218005CAD3A0}" dt="2022-06-26T19:23:15.464" v="2534" actId="478"/>
          <ac:spMkLst>
            <pc:docMk/>
            <pc:sldMk cId="2244780704" sldId="266"/>
            <ac:spMk id="10" creationId="{0EF2138D-6261-5807-10EB-CD875AF1A883}"/>
          </ac:spMkLst>
        </pc:spChg>
        <pc:spChg chg="add del mod">
          <ac:chgData name="Luca Longinotti" userId="4fe812bbf5e873c0" providerId="LiveId" clId="{ED5BFA4C-6A6C-4203-95DC-218005CAD3A0}" dt="2022-06-27T12:59:20.708" v="3111" actId="14100"/>
          <ac:spMkLst>
            <pc:docMk/>
            <pc:sldMk cId="2244780704" sldId="266"/>
            <ac:spMk id="11" creationId="{8AF9D55D-9D6F-0772-41C5-C470A5D97D31}"/>
          </ac:spMkLst>
        </pc:spChg>
        <pc:spChg chg="add mod">
          <ac:chgData name="Luca Longinotti" userId="4fe812bbf5e873c0" providerId="LiveId" clId="{ED5BFA4C-6A6C-4203-95DC-218005CAD3A0}" dt="2022-06-27T08:28:19.689" v="3048" actId="1076"/>
          <ac:spMkLst>
            <pc:docMk/>
            <pc:sldMk cId="2244780704" sldId="266"/>
            <ac:spMk id="16" creationId="{3B899CFC-7226-779E-D8BB-E4E77AEA4811}"/>
          </ac:spMkLst>
        </pc:spChg>
        <pc:spChg chg="add mod">
          <ac:chgData name="Luca Longinotti" userId="4fe812bbf5e873c0" providerId="LiveId" clId="{ED5BFA4C-6A6C-4203-95DC-218005CAD3A0}" dt="2022-06-27T13:12:52.185" v="3265" actId="1076"/>
          <ac:spMkLst>
            <pc:docMk/>
            <pc:sldMk cId="2244780704" sldId="266"/>
            <ac:spMk id="21" creationId="{6AE70AAB-03B6-D77D-B000-BE49CF5EF836}"/>
          </ac:spMkLst>
        </pc:spChg>
        <pc:spChg chg="add mod">
          <ac:chgData name="Luca Longinotti" userId="4fe812bbf5e873c0" providerId="LiveId" clId="{ED5BFA4C-6A6C-4203-95DC-218005CAD3A0}" dt="2022-06-27T22:02:23.016" v="4984" actId="1076"/>
          <ac:spMkLst>
            <pc:docMk/>
            <pc:sldMk cId="2244780704" sldId="266"/>
            <ac:spMk id="22" creationId="{8353605C-3744-6C19-3324-B45B07606E24}"/>
          </ac:spMkLst>
        </pc:spChg>
        <pc:spChg chg="add del mod">
          <ac:chgData name="Luca Longinotti" userId="4fe812bbf5e873c0" providerId="LiveId" clId="{ED5BFA4C-6A6C-4203-95DC-218005CAD3A0}" dt="2022-06-27T13:18:42.228" v="3336" actId="1076"/>
          <ac:spMkLst>
            <pc:docMk/>
            <pc:sldMk cId="2244780704" sldId="266"/>
            <ac:spMk id="23" creationId="{8F6E1840-E078-C637-F2AD-FD7C671340DA}"/>
          </ac:spMkLst>
        </pc:spChg>
        <pc:spChg chg="add mod">
          <ac:chgData name="Luca Longinotti" userId="4fe812bbf5e873c0" providerId="LiveId" clId="{ED5BFA4C-6A6C-4203-95DC-218005CAD3A0}" dt="2022-06-27T13:18:35.386" v="3335" actId="1076"/>
          <ac:spMkLst>
            <pc:docMk/>
            <pc:sldMk cId="2244780704" sldId="266"/>
            <ac:spMk id="24" creationId="{48798CFB-FA1C-B225-F651-40368FF4E137}"/>
          </ac:spMkLst>
        </pc:spChg>
        <pc:spChg chg="add mod">
          <ac:chgData name="Luca Longinotti" userId="4fe812bbf5e873c0" providerId="LiveId" clId="{ED5BFA4C-6A6C-4203-95DC-218005CAD3A0}" dt="2022-06-27T22:08:31.552" v="5043" actId="1076"/>
          <ac:spMkLst>
            <pc:docMk/>
            <pc:sldMk cId="2244780704" sldId="266"/>
            <ac:spMk id="26" creationId="{35EB66DF-4220-E598-543D-7895A641D17D}"/>
          </ac:spMkLst>
        </pc:spChg>
        <pc:spChg chg="add mod">
          <ac:chgData name="Luca Longinotti" userId="4fe812bbf5e873c0" providerId="LiveId" clId="{ED5BFA4C-6A6C-4203-95DC-218005CAD3A0}" dt="2022-06-28T12:53:10.098" v="5671" actId="2"/>
          <ac:spMkLst>
            <pc:docMk/>
            <pc:sldMk cId="2244780704" sldId="266"/>
            <ac:spMk id="31" creationId="{63346071-DE20-743B-1233-DA9A6827E759}"/>
          </ac:spMkLst>
        </pc:spChg>
        <pc:spChg chg="add mod">
          <ac:chgData name="Luca Longinotti" userId="4fe812bbf5e873c0" providerId="LiveId" clId="{ED5BFA4C-6A6C-4203-95DC-218005CAD3A0}" dt="2022-06-27T22:09:34.249" v="5055" actId="1076"/>
          <ac:spMkLst>
            <pc:docMk/>
            <pc:sldMk cId="2244780704" sldId="266"/>
            <ac:spMk id="32" creationId="{1E34FAA9-CF20-63A5-55E0-825CA60E228B}"/>
          </ac:spMkLst>
        </pc:spChg>
        <pc:spChg chg="add mod">
          <ac:chgData name="Luca Longinotti" userId="4fe812bbf5e873c0" providerId="LiveId" clId="{ED5BFA4C-6A6C-4203-95DC-218005CAD3A0}" dt="2022-06-27T22:09:10.705" v="5050" actId="1076"/>
          <ac:spMkLst>
            <pc:docMk/>
            <pc:sldMk cId="2244780704" sldId="266"/>
            <ac:spMk id="33" creationId="{08A27EA7-A8BD-D4C2-96D1-919289AC861E}"/>
          </ac:spMkLst>
        </pc:spChg>
        <pc:spChg chg="add mod">
          <ac:chgData name="Luca Longinotti" userId="4fe812bbf5e873c0" providerId="LiveId" clId="{ED5BFA4C-6A6C-4203-95DC-218005CAD3A0}" dt="2022-06-27T22:09:06.205" v="5049" actId="1076"/>
          <ac:spMkLst>
            <pc:docMk/>
            <pc:sldMk cId="2244780704" sldId="266"/>
            <ac:spMk id="34" creationId="{2C675495-C647-19A8-82B2-F4FD72BFB905}"/>
          </ac:spMkLst>
        </pc:spChg>
        <pc:spChg chg="add mod">
          <ac:chgData name="Luca Longinotti" userId="4fe812bbf5e873c0" providerId="LiveId" clId="{ED5BFA4C-6A6C-4203-95DC-218005CAD3A0}" dt="2022-06-27T08:28:51.211" v="3053" actId="1076"/>
          <ac:spMkLst>
            <pc:docMk/>
            <pc:sldMk cId="2244780704" sldId="266"/>
            <ac:spMk id="35" creationId="{87CE5EDD-3FB8-3FF2-FDF9-914C84A409DB}"/>
          </ac:spMkLst>
        </pc:spChg>
        <pc:spChg chg="add mod">
          <ac:chgData name="Luca Longinotti" userId="4fe812bbf5e873c0" providerId="LiveId" clId="{ED5BFA4C-6A6C-4203-95DC-218005CAD3A0}" dt="2022-06-27T13:12:58.143" v="3266" actId="1076"/>
          <ac:spMkLst>
            <pc:docMk/>
            <pc:sldMk cId="2244780704" sldId="266"/>
            <ac:spMk id="37" creationId="{EC092688-A768-AC9B-0B81-5EC230390081}"/>
          </ac:spMkLst>
        </pc:spChg>
        <pc:spChg chg="add mod">
          <ac:chgData name="Luca Longinotti" userId="4fe812bbf5e873c0" providerId="LiveId" clId="{ED5BFA4C-6A6C-4203-95DC-218005CAD3A0}" dt="2022-06-27T12:59:42.078" v="3112" actId="207"/>
          <ac:spMkLst>
            <pc:docMk/>
            <pc:sldMk cId="2244780704" sldId="266"/>
            <ac:spMk id="41" creationId="{618D42C5-67AC-9A81-7F24-84FD410C45D2}"/>
          </ac:spMkLst>
        </pc:spChg>
        <pc:spChg chg="add mod">
          <ac:chgData name="Luca Longinotti" userId="4fe812bbf5e873c0" providerId="LiveId" clId="{ED5BFA4C-6A6C-4203-95DC-218005CAD3A0}" dt="2022-06-27T13:10:39.141" v="3237" actId="1076"/>
          <ac:spMkLst>
            <pc:docMk/>
            <pc:sldMk cId="2244780704" sldId="266"/>
            <ac:spMk id="54" creationId="{24DC049A-D528-0949-7910-D136361E601C}"/>
          </ac:spMkLst>
        </pc:spChg>
        <pc:spChg chg="add mod">
          <ac:chgData name="Luca Longinotti" userId="4fe812bbf5e873c0" providerId="LiveId" clId="{ED5BFA4C-6A6C-4203-95DC-218005CAD3A0}" dt="2022-06-27T13:20:04.905" v="3338" actId="1076"/>
          <ac:spMkLst>
            <pc:docMk/>
            <pc:sldMk cId="2244780704" sldId="266"/>
            <ac:spMk id="55" creationId="{12F30307-FE6D-7A8F-80B7-48F4226F25AF}"/>
          </ac:spMkLst>
        </pc:spChg>
        <pc:spChg chg="add mod">
          <ac:chgData name="Luca Longinotti" userId="4fe812bbf5e873c0" providerId="LiveId" clId="{ED5BFA4C-6A6C-4203-95DC-218005CAD3A0}" dt="2022-06-27T13:20:02.238" v="3337" actId="1076"/>
          <ac:spMkLst>
            <pc:docMk/>
            <pc:sldMk cId="2244780704" sldId="266"/>
            <ac:spMk id="56" creationId="{96EADEB6-72D9-7A2E-191F-318A5F53E5E9}"/>
          </ac:spMkLst>
        </pc:spChg>
        <pc:spChg chg="add del mod">
          <ac:chgData name="Luca Longinotti" userId="4fe812bbf5e873c0" providerId="LiveId" clId="{ED5BFA4C-6A6C-4203-95DC-218005CAD3A0}" dt="2022-06-26T19:46:12.149" v="2985" actId="478"/>
          <ac:spMkLst>
            <pc:docMk/>
            <pc:sldMk cId="2244780704" sldId="266"/>
            <ac:spMk id="59" creationId="{A9F8873D-B281-E3A2-1311-14DDE811BE83}"/>
          </ac:spMkLst>
        </pc:spChg>
        <pc:spChg chg="add mod">
          <ac:chgData name="Luca Longinotti" userId="4fe812bbf5e873c0" providerId="LiveId" clId="{ED5BFA4C-6A6C-4203-95DC-218005CAD3A0}" dt="2022-06-27T12:58:13.802" v="3093" actId="1076"/>
          <ac:spMkLst>
            <pc:docMk/>
            <pc:sldMk cId="2244780704" sldId="266"/>
            <ac:spMk id="60" creationId="{7286C774-0FD7-75CC-C113-E3066A437D99}"/>
          </ac:spMkLst>
        </pc:spChg>
        <pc:spChg chg="add mod">
          <ac:chgData name="Luca Longinotti" userId="4fe812bbf5e873c0" providerId="LiveId" clId="{ED5BFA4C-6A6C-4203-95DC-218005CAD3A0}" dt="2022-06-27T12:58:48.830" v="3097" actId="14100"/>
          <ac:spMkLst>
            <pc:docMk/>
            <pc:sldMk cId="2244780704" sldId="266"/>
            <ac:spMk id="62" creationId="{23ABDE9B-DEA2-F9C3-F1BD-DC883402A052}"/>
          </ac:spMkLst>
        </pc:spChg>
        <pc:spChg chg="add mod">
          <ac:chgData name="Luca Longinotti" userId="4fe812bbf5e873c0" providerId="LiveId" clId="{ED5BFA4C-6A6C-4203-95DC-218005CAD3A0}" dt="2022-06-27T22:09:18.460" v="5052" actId="1076"/>
          <ac:spMkLst>
            <pc:docMk/>
            <pc:sldMk cId="2244780704" sldId="266"/>
            <ac:spMk id="68" creationId="{15CD7BCC-AF05-F09E-A249-039CE5ACF5BD}"/>
          </ac:spMkLst>
        </pc:spChg>
        <pc:spChg chg="add mod">
          <ac:chgData name="Luca Longinotti" userId="4fe812bbf5e873c0" providerId="LiveId" clId="{ED5BFA4C-6A6C-4203-95DC-218005CAD3A0}" dt="2022-06-27T13:33:03.213" v="3349" actId="20577"/>
          <ac:spMkLst>
            <pc:docMk/>
            <pc:sldMk cId="2244780704" sldId="266"/>
            <ac:spMk id="69" creationId="{B2B0CB26-5E34-2D81-4ED8-FA9E36C75618}"/>
          </ac:spMkLst>
        </pc:spChg>
        <pc:spChg chg="add mod">
          <ac:chgData name="Luca Longinotti" userId="4fe812bbf5e873c0" providerId="LiveId" clId="{ED5BFA4C-6A6C-4203-95DC-218005CAD3A0}" dt="2022-06-27T22:09:29.605" v="5054" actId="1076"/>
          <ac:spMkLst>
            <pc:docMk/>
            <pc:sldMk cId="2244780704" sldId="266"/>
            <ac:spMk id="70" creationId="{F191BA04-6111-36DB-2457-82323C6848A2}"/>
          </ac:spMkLst>
        </pc:spChg>
        <pc:spChg chg="add mod">
          <ac:chgData name="Luca Longinotti" userId="4fe812bbf5e873c0" providerId="LiveId" clId="{ED5BFA4C-6A6C-4203-95DC-218005CAD3A0}" dt="2022-06-27T22:09:41.813" v="5056" actId="1076"/>
          <ac:spMkLst>
            <pc:docMk/>
            <pc:sldMk cId="2244780704" sldId="266"/>
            <ac:spMk id="71" creationId="{E143DDC0-1DF5-8D5F-CBD7-10BF1AECA746}"/>
          </ac:spMkLst>
        </pc:spChg>
        <pc:spChg chg="add mod">
          <ac:chgData name="Luca Longinotti" userId="4fe812bbf5e873c0" providerId="LiveId" clId="{ED5BFA4C-6A6C-4203-95DC-218005CAD3A0}" dt="2022-06-27T22:08:40.462" v="5045" actId="1076"/>
          <ac:spMkLst>
            <pc:docMk/>
            <pc:sldMk cId="2244780704" sldId="266"/>
            <ac:spMk id="73" creationId="{FD822C31-654F-CF77-9358-E396ABA297DB}"/>
          </ac:spMkLst>
        </pc:spChg>
        <pc:spChg chg="add mod">
          <ac:chgData name="Luca Longinotti" userId="4fe812bbf5e873c0" providerId="LiveId" clId="{ED5BFA4C-6A6C-4203-95DC-218005CAD3A0}" dt="2022-06-27T22:02:39.559" v="4986" actId="207"/>
          <ac:spMkLst>
            <pc:docMk/>
            <pc:sldMk cId="2244780704" sldId="266"/>
            <ac:spMk id="77" creationId="{A2F5BEAD-BA6F-B65B-0A3C-5D6DDEA8243A}"/>
          </ac:spMkLst>
        </pc:spChg>
        <pc:spChg chg="add del mod">
          <ac:chgData name="Luca Longinotti" userId="4fe812bbf5e873c0" providerId="LiveId" clId="{ED5BFA4C-6A6C-4203-95DC-218005CAD3A0}" dt="2022-06-27T13:03:13.759" v="3173" actId="478"/>
          <ac:spMkLst>
            <pc:docMk/>
            <pc:sldMk cId="2244780704" sldId="266"/>
            <ac:spMk id="78" creationId="{DD2CC2E2-B7A8-D27B-0683-7971C28584BB}"/>
          </ac:spMkLst>
        </pc:spChg>
        <pc:spChg chg="add del mod">
          <ac:chgData name="Luca Longinotti" userId="4fe812bbf5e873c0" providerId="LiveId" clId="{ED5BFA4C-6A6C-4203-95DC-218005CAD3A0}" dt="2022-06-27T13:03:04.773" v="3169" actId="478"/>
          <ac:spMkLst>
            <pc:docMk/>
            <pc:sldMk cId="2244780704" sldId="266"/>
            <ac:spMk id="79" creationId="{D96DB630-09EC-2436-D0BC-C3C36E1574A5}"/>
          </ac:spMkLst>
        </pc:spChg>
        <pc:spChg chg="add del mod">
          <ac:chgData name="Luca Longinotti" userId="4fe812bbf5e873c0" providerId="LiveId" clId="{ED5BFA4C-6A6C-4203-95DC-218005CAD3A0}" dt="2022-06-27T13:03:11.926" v="3172" actId="478"/>
          <ac:spMkLst>
            <pc:docMk/>
            <pc:sldMk cId="2244780704" sldId="266"/>
            <ac:spMk id="80" creationId="{9CF1195E-013F-FE47-57D5-36B571E9862B}"/>
          </ac:spMkLst>
        </pc:spChg>
        <pc:spChg chg="add del mod">
          <ac:chgData name="Luca Longinotti" userId="4fe812bbf5e873c0" providerId="LiveId" clId="{ED5BFA4C-6A6C-4203-95DC-218005CAD3A0}" dt="2022-06-28T17:37:12.510" v="6247" actId="478"/>
          <ac:spMkLst>
            <pc:docMk/>
            <pc:sldMk cId="2244780704" sldId="266"/>
            <ac:spMk id="81" creationId="{3508FAF8-84FC-FFED-DF5C-11408A3635CA}"/>
          </ac:spMkLst>
        </pc:spChg>
        <pc:spChg chg="add mod">
          <ac:chgData name="Luca Longinotti" userId="4fe812bbf5e873c0" providerId="LiveId" clId="{ED5BFA4C-6A6C-4203-95DC-218005CAD3A0}" dt="2022-06-27T08:28:59.758" v="3055" actId="1076"/>
          <ac:spMkLst>
            <pc:docMk/>
            <pc:sldMk cId="2244780704" sldId="266"/>
            <ac:spMk id="82" creationId="{01B23CA7-DF81-375A-C180-8DA55DC12CEE}"/>
          </ac:spMkLst>
        </pc:spChg>
        <pc:spChg chg="add mod">
          <ac:chgData name="Luca Longinotti" userId="4fe812bbf5e873c0" providerId="LiveId" clId="{ED5BFA4C-6A6C-4203-95DC-218005CAD3A0}" dt="2022-06-27T13:11:28.813" v="3260" actId="1076"/>
          <ac:spMkLst>
            <pc:docMk/>
            <pc:sldMk cId="2244780704" sldId="266"/>
            <ac:spMk id="83" creationId="{12FF5078-32CE-9290-C20C-9AF7B6E86F31}"/>
          </ac:spMkLst>
        </pc:spChg>
        <pc:spChg chg="add del mod">
          <ac:chgData name="Luca Longinotti" userId="4fe812bbf5e873c0" providerId="LiveId" clId="{ED5BFA4C-6A6C-4203-95DC-218005CAD3A0}" dt="2022-06-28T17:37:14.314" v="6248" actId="478"/>
          <ac:spMkLst>
            <pc:docMk/>
            <pc:sldMk cId="2244780704" sldId="266"/>
            <ac:spMk id="85" creationId="{25BE35ED-8D24-56C0-01C6-B0134BA2DF8F}"/>
          </ac:spMkLst>
        </pc:spChg>
        <pc:spChg chg="add mod">
          <ac:chgData name="Luca Longinotti" userId="4fe812bbf5e873c0" providerId="LiveId" clId="{ED5BFA4C-6A6C-4203-95DC-218005CAD3A0}" dt="2022-06-27T13:10:13.330" v="3226" actId="1076"/>
          <ac:spMkLst>
            <pc:docMk/>
            <pc:sldMk cId="2244780704" sldId="266"/>
            <ac:spMk id="90" creationId="{D5D1106A-4115-E560-D8B7-B6FAB173F474}"/>
          </ac:spMkLst>
        </pc:spChg>
        <pc:spChg chg="add mod">
          <ac:chgData name="Luca Longinotti" userId="4fe812bbf5e873c0" providerId="LiveId" clId="{ED5BFA4C-6A6C-4203-95DC-218005CAD3A0}" dt="2022-06-27T13:10:03.664" v="3223" actId="1076"/>
          <ac:spMkLst>
            <pc:docMk/>
            <pc:sldMk cId="2244780704" sldId="266"/>
            <ac:spMk id="91" creationId="{45C6A9D7-8B49-DE8A-BD1F-75D0E95C3618}"/>
          </ac:spMkLst>
        </pc:spChg>
        <pc:spChg chg="add mod">
          <ac:chgData name="Luca Longinotti" userId="4fe812bbf5e873c0" providerId="LiveId" clId="{ED5BFA4C-6A6C-4203-95DC-218005CAD3A0}" dt="2022-06-27T13:11:06.316" v="3248" actId="20577"/>
          <ac:spMkLst>
            <pc:docMk/>
            <pc:sldMk cId="2244780704" sldId="266"/>
            <ac:spMk id="92" creationId="{49DAB6C5-27C2-142C-66AC-B712D2304A95}"/>
          </ac:spMkLst>
        </pc:spChg>
        <pc:spChg chg="add mod">
          <ac:chgData name="Luca Longinotti" userId="4fe812bbf5e873c0" providerId="LiveId" clId="{ED5BFA4C-6A6C-4203-95DC-218005CAD3A0}" dt="2022-06-28T12:53:10.808" v="5675" actId="2"/>
          <ac:spMkLst>
            <pc:docMk/>
            <pc:sldMk cId="2244780704" sldId="266"/>
            <ac:spMk id="93" creationId="{5E94DFC5-613E-0416-3A26-6FE7501845C8}"/>
          </ac:spMkLst>
        </pc:spChg>
        <pc:spChg chg="add mod">
          <ac:chgData name="Luca Longinotti" userId="4fe812bbf5e873c0" providerId="LiveId" clId="{ED5BFA4C-6A6C-4203-95DC-218005CAD3A0}" dt="2022-06-28T12:53:11.283" v="5678" actId="2"/>
          <ac:spMkLst>
            <pc:docMk/>
            <pc:sldMk cId="2244780704" sldId="266"/>
            <ac:spMk id="94" creationId="{D142385A-855D-D4EB-04D2-310560C073D2}"/>
          </ac:spMkLst>
        </pc:spChg>
        <pc:spChg chg="add mod">
          <ac:chgData name="Luca Longinotti" userId="4fe812bbf5e873c0" providerId="LiveId" clId="{ED5BFA4C-6A6C-4203-95DC-218005CAD3A0}" dt="2022-06-28T12:53:10.275" v="5672" actId="2"/>
          <ac:spMkLst>
            <pc:docMk/>
            <pc:sldMk cId="2244780704" sldId="266"/>
            <ac:spMk id="95" creationId="{961895FB-AA10-5A8A-DA7F-9C2BC1CB1BE0}"/>
          </ac:spMkLst>
        </pc:spChg>
        <pc:spChg chg="add mod">
          <ac:chgData name="Luca Longinotti" userId="4fe812bbf5e873c0" providerId="LiveId" clId="{ED5BFA4C-6A6C-4203-95DC-218005CAD3A0}" dt="2022-06-28T12:53:10.425" v="5673" actId="2"/>
          <ac:spMkLst>
            <pc:docMk/>
            <pc:sldMk cId="2244780704" sldId="266"/>
            <ac:spMk id="96" creationId="{A0F75A08-1609-5DFF-018A-1BF6391B1349}"/>
          </ac:spMkLst>
        </pc:spChg>
        <pc:spChg chg="add mod">
          <ac:chgData name="Luca Longinotti" userId="4fe812bbf5e873c0" providerId="LiveId" clId="{ED5BFA4C-6A6C-4203-95DC-218005CAD3A0}" dt="2022-06-27T22:08:46.837" v="5047" actId="1076"/>
          <ac:spMkLst>
            <pc:docMk/>
            <pc:sldMk cId="2244780704" sldId="266"/>
            <ac:spMk id="97" creationId="{9CC7AA2A-44A7-2B8B-EE70-3C025B1DAD09}"/>
          </ac:spMkLst>
        </pc:spChg>
        <pc:spChg chg="add del mod">
          <ac:chgData name="Luca Longinotti" userId="4fe812bbf5e873c0" providerId="LiveId" clId="{ED5BFA4C-6A6C-4203-95DC-218005CAD3A0}" dt="2022-06-26T19:47:18.158" v="3018" actId="478"/>
          <ac:spMkLst>
            <pc:docMk/>
            <pc:sldMk cId="2244780704" sldId="266"/>
            <ac:spMk id="98" creationId="{540B6CD3-D80C-106A-EAB2-CD63EF106A59}"/>
          </ac:spMkLst>
        </pc:spChg>
        <pc:spChg chg="add del mod">
          <ac:chgData name="Luca Longinotti" userId="4fe812bbf5e873c0" providerId="LiveId" clId="{ED5BFA4C-6A6C-4203-95DC-218005CAD3A0}" dt="2022-06-27T21:58:42.194" v="4949"/>
          <ac:spMkLst>
            <pc:docMk/>
            <pc:sldMk cId="2244780704" sldId="266"/>
            <ac:spMk id="98" creationId="{A857EE29-2746-7475-0612-6C5BD9C18148}"/>
          </ac:spMkLst>
        </pc:spChg>
        <pc:spChg chg="add mod">
          <ac:chgData name="Luca Longinotti" userId="4fe812bbf5e873c0" providerId="LiveId" clId="{ED5BFA4C-6A6C-4203-95DC-218005CAD3A0}" dt="2022-06-27T22:06:12.477" v="5025" actId="14100"/>
          <ac:spMkLst>
            <pc:docMk/>
            <pc:sldMk cId="2244780704" sldId="266"/>
            <ac:spMk id="99" creationId="{E75A9B06-8D46-FD26-31B2-01BCD069312B}"/>
          </ac:spMkLst>
        </pc:spChg>
        <pc:spChg chg="add mod">
          <ac:chgData name="Luca Longinotti" userId="4fe812bbf5e873c0" providerId="LiveId" clId="{ED5BFA4C-6A6C-4203-95DC-218005CAD3A0}" dt="2022-06-27T13:14:04.967" v="3277" actId="1076"/>
          <ac:spMkLst>
            <pc:docMk/>
            <pc:sldMk cId="2244780704" sldId="266"/>
            <ac:spMk id="102" creationId="{AC0AC7C7-77E3-5960-AB86-C876CF6B1AF1}"/>
          </ac:spMkLst>
        </pc:spChg>
        <pc:spChg chg="add mod">
          <ac:chgData name="Luca Longinotti" userId="4fe812bbf5e873c0" providerId="LiveId" clId="{ED5BFA4C-6A6C-4203-95DC-218005CAD3A0}" dt="2022-06-27T13:14:22.382" v="3278" actId="1076"/>
          <ac:spMkLst>
            <pc:docMk/>
            <pc:sldMk cId="2244780704" sldId="266"/>
            <ac:spMk id="103" creationId="{9E1F22C7-DE97-A60A-4B61-9099C9FB49A7}"/>
          </ac:spMkLst>
        </pc:spChg>
        <pc:spChg chg="add mod">
          <ac:chgData name="Luca Longinotti" userId="4fe812bbf5e873c0" providerId="LiveId" clId="{ED5BFA4C-6A6C-4203-95DC-218005CAD3A0}" dt="2022-06-28T12:53:10.978" v="5676" actId="2"/>
          <ac:spMkLst>
            <pc:docMk/>
            <pc:sldMk cId="2244780704" sldId="266"/>
            <ac:spMk id="104" creationId="{BC85E8D1-498E-DE62-209A-91EB3275C123}"/>
          </ac:spMkLst>
        </pc:spChg>
        <pc:spChg chg="add mod">
          <ac:chgData name="Luca Longinotti" userId="4fe812bbf5e873c0" providerId="LiveId" clId="{ED5BFA4C-6A6C-4203-95DC-218005CAD3A0}" dt="2022-06-27T13:15:13.885" v="3292" actId="1076"/>
          <ac:spMkLst>
            <pc:docMk/>
            <pc:sldMk cId="2244780704" sldId="266"/>
            <ac:spMk id="105" creationId="{EE68160F-9269-7802-EEED-A2848D870535}"/>
          </ac:spMkLst>
        </pc:spChg>
        <pc:spChg chg="add mod">
          <ac:chgData name="Luca Longinotti" userId="4fe812bbf5e873c0" providerId="LiveId" clId="{ED5BFA4C-6A6C-4203-95DC-218005CAD3A0}" dt="2022-06-27T13:16:00.215" v="3307" actId="1076"/>
          <ac:spMkLst>
            <pc:docMk/>
            <pc:sldMk cId="2244780704" sldId="266"/>
            <ac:spMk id="107" creationId="{988F4ABA-3676-5476-2FA3-6F3298711BA5}"/>
          </ac:spMkLst>
        </pc:spChg>
        <pc:spChg chg="add mod">
          <ac:chgData name="Luca Longinotti" userId="4fe812bbf5e873c0" providerId="LiveId" clId="{ED5BFA4C-6A6C-4203-95DC-218005CAD3A0}" dt="2022-06-27T22:04:23.471" v="5004" actId="1076"/>
          <ac:spMkLst>
            <pc:docMk/>
            <pc:sldMk cId="2244780704" sldId="266"/>
            <ac:spMk id="108" creationId="{62C6896D-0C2B-913C-7703-CBF3C84C527F}"/>
          </ac:spMkLst>
        </pc:spChg>
        <pc:spChg chg="add del mod">
          <ac:chgData name="Luca Longinotti" userId="4fe812bbf5e873c0" providerId="LiveId" clId="{ED5BFA4C-6A6C-4203-95DC-218005CAD3A0}" dt="2022-06-27T13:15:54.200" v="3305"/>
          <ac:spMkLst>
            <pc:docMk/>
            <pc:sldMk cId="2244780704" sldId="266"/>
            <ac:spMk id="108" creationId="{F9F6D5E4-7966-504D-A506-820C982F6F4E}"/>
          </ac:spMkLst>
        </pc:spChg>
        <pc:spChg chg="add mod">
          <ac:chgData name="Luca Longinotti" userId="4fe812bbf5e873c0" providerId="LiveId" clId="{ED5BFA4C-6A6C-4203-95DC-218005CAD3A0}" dt="2022-06-27T13:16:12.436" v="3313" actId="20577"/>
          <ac:spMkLst>
            <pc:docMk/>
            <pc:sldMk cId="2244780704" sldId="266"/>
            <ac:spMk id="109" creationId="{98CAC163-4B34-13FF-4A7D-BAA44826AB8B}"/>
          </ac:spMkLst>
        </pc:spChg>
        <pc:spChg chg="add mod">
          <ac:chgData name="Luca Longinotti" userId="4fe812bbf5e873c0" providerId="LiveId" clId="{ED5BFA4C-6A6C-4203-95DC-218005CAD3A0}" dt="2022-06-28T12:53:11.439" v="5679" actId="2"/>
          <ac:spMkLst>
            <pc:docMk/>
            <pc:sldMk cId="2244780704" sldId="266"/>
            <ac:spMk id="111" creationId="{5780969B-0187-E379-E47F-CF1722950D88}"/>
          </ac:spMkLst>
        </pc:spChg>
        <pc:spChg chg="add del mod">
          <ac:chgData name="Luca Longinotti" userId="4fe812bbf5e873c0" providerId="LiveId" clId="{ED5BFA4C-6A6C-4203-95DC-218005CAD3A0}" dt="2022-06-26T19:48:09.831" v="3026" actId="1076"/>
          <ac:spMkLst>
            <pc:docMk/>
            <pc:sldMk cId="2244780704" sldId="266"/>
            <ac:spMk id="114" creationId="{BE9F82DE-68E7-EDA9-3510-BF5DE29883E6}"/>
          </ac:spMkLst>
        </pc:spChg>
        <pc:spChg chg="add mod">
          <ac:chgData name="Luca Longinotti" userId="4fe812bbf5e873c0" providerId="LiveId" clId="{ED5BFA4C-6A6C-4203-95DC-218005CAD3A0}" dt="2022-06-27T13:17:20.252" v="3324" actId="1076"/>
          <ac:spMkLst>
            <pc:docMk/>
            <pc:sldMk cId="2244780704" sldId="266"/>
            <ac:spMk id="117" creationId="{4193FCBB-84A6-36B1-4DA5-A7A600FA3DE0}"/>
          </ac:spMkLst>
        </pc:spChg>
        <pc:spChg chg="add mod">
          <ac:chgData name="Luca Longinotti" userId="4fe812bbf5e873c0" providerId="LiveId" clId="{ED5BFA4C-6A6C-4203-95DC-218005CAD3A0}" dt="2022-06-27T13:17:41.246" v="3327" actId="1076"/>
          <ac:spMkLst>
            <pc:docMk/>
            <pc:sldMk cId="2244780704" sldId="266"/>
            <ac:spMk id="118" creationId="{92AD730A-CAE3-ABBA-752D-9F7386E66362}"/>
          </ac:spMkLst>
        </pc:spChg>
        <pc:spChg chg="add mod">
          <ac:chgData name="Luca Longinotti" userId="4fe812bbf5e873c0" providerId="LiveId" clId="{ED5BFA4C-6A6C-4203-95DC-218005CAD3A0}" dt="2022-06-27T13:17:57.204" v="3334" actId="20577"/>
          <ac:spMkLst>
            <pc:docMk/>
            <pc:sldMk cId="2244780704" sldId="266"/>
            <ac:spMk id="119" creationId="{0B460522-1527-3316-3378-471CFBA25FA9}"/>
          </ac:spMkLst>
        </pc:spChg>
        <pc:spChg chg="add mod">
          <ac:chgData name="Luca Longinotti" userId="4fe812bbf5e873c0" providerId="LiveId" clId="{ED5BFA4C-6A6C-4203-95DC-218005CAD3A0}" dt="2022-06-27T13:20:30.857" v="3344" actId="1076"/>
          <ac:spMkLst>
            <pc:docMk/>
            <pc:sldMk cId="2244780704" sldId="266"/>
            <ac:spMk id="120" creationId="{20CEDDD5-9912-C64F-917B-3880F4AFE682}"/>
          </ac:spMkLst>
        </pc:spChg>
        <pc:spChg chg="add mod">
          <ac:chgData name="Luca Longinotti" userId="4fe812bbf5e873c0" providerId="LiveId" clId="{ED5BFA4C-6A6C-4203-95DC-218005CAD3A0}" dt="2022-06-27T13:20:50.904" v="3348" actId="1076"/>
          <ac:spMkLst>
            <pc:docMk/>
            <pc:sldMk cId="2244780704" sldId="266"/>
            <ac:spMk id="121" creationId="{B7362EE8-007B-BE65-D257-B98C75E2BACA}"/>
          </ac:spMkLst>
        </pc:spChg>
        <pc:spChg chg="add mod">
          <ac:chgData name="Luca Longinotti" userId="4fe812bbf5e873c0" providerId="LiveId" clId="{ED5BFA4C-6A6C-4203-95DC-218005CAD3A0}" dt="2022-06-28T12:53:11.134" v="5677" actId="2"/>
          <ac:spMkLst>
            <pc:docMk/>
            <pc:sldMk cId="2244780704" sldId="266"/>
            <ac:spMk id="122" creationId="{4102196C-2298-5DA1-F415-3093A4927DE8}"/>
          </ac:spMkLst>
        </pc:spChg>
        <pc:spChg chg="add mod">
          <ac:chgData name="Luca Longinotti" userId="4fe812bbf5e873c0" providerId="LiveId" clId="{ED5BFA4C-6A6C-4203-95DC-218005CAD3A0}" dt="2022-06-27T22:10:09.427" v="5061" actId="1076"/>
          <ac:spMkLst>
            <pc:docMk/>
            <pc:sldMk cId="2244780704" sldId="266"/>
            <ac:spMk id="123" creationId="{C96D16C7-ADB1-30CB-6FAC-450ECB26734B}"/>
          </ac:spMkLst>
        </pc:spChg>
        <pc:cxnChg chg="add del mod">
          <ac:chgData name="Luca Longinotti" userId="4fe812bbf5e873c0" providerId="LiveId" clId="{ED5BFA4C-6A6C-4203-95DC-218005CAD3A0}" dt="2022-06-27T22:02:53.727" v="4988" actId="478"/>
          <ac:cxnSpMkLst>
            <pc:docMk/>
            <pc:sldMk cId="2244780704" sldId="266"/>
            <ac:cxnSpMk id="5" creationId="{D3A7A487-5A7F-602F-FFC8-C602BB82AF46}"/>
          </ac:cxnSpMkLst>
        </pc:cxnChg>
        <pc:cxnChg chg="add del mod">
          <ac:chgData name="Luca Longinotti" userId="4fe812bbf5e873c0" providerId="LiveId" clId="{ED5BFA4C-6A6C-4203-95DC-218005CAD3A0}" dt="2022-06-26T19:23:17.372" v="2535" actId="478"/>
          <ac:cxnSpMkLst>
            <pc:docMk/>
            <pc:sldMk cId="2244780704" sldId="266"/>
            <ac:cxnSpMk id="6" creationId="{5C928F4B-DA80-CA32-F6B3-1890B0E68C1A}"/>
          </ac:cxnSpMkLst>
        </pc:cxnChg>
        <pc:cxnChg chg="add del">
          <ac:chgData name="Luca Longinotti" userId="4fe812bbf5e873c0" providerId="LiveId" clId="{ED5BFA4C-6A6C-4203-95DC-218005CAD3A0}" dt="2022-06-27T22:03:04.298" v="4990" actId="478"/>
          <ac:cxnSpMkLst>
            <pc:docMk/>
            <pc:sldMk cId="2244780704" sldId="266"/>
            <ac:cxnSpMk id="7" creationId="{340BEDFA-A2E8-0A9F-1882-6992ECFF264E}"/>
          </ac:cxnSpMkLst>
        </pc:cxnChg>
        <pc:cxnChg chg="add del mod">
          <ac:chgData name="Luca Longinotti" userId="4fe812bbf5e873c0" providerId="LiveId" clId="{ED5BFA4C-6A6C-4203-95DC-218005CAD3A0}" dt="2022-06-26T19:22:29.640" v="2529" actId="11529"/>
          <ac:cxnSpMkLst>
            <pc:docMk/>
            <pc:sldMk cId="2244780704" sldId="266"/>
            <ac:cxnSpMk id="8" creationId="{36493A32-F711-1A0D-FDB1-F9C9A20A09E7}"/>
          </ac:cxnSpMkLst>
        </pc:cxnChg>
        <pc:cxnChg chg="add del mod">
          <ac:chgData name="Luca Longinotti" userId="4fe812bbf5e873c0" providerId="LiveId" clId="{ED5BFA4C-6A6C-4203-95DC-218005CAD3A0}" dt="2022-06-26T19:23:18.069" v="2536" actId="478"/>
          <ac:cxnSpMkLst>
            <pc:docMk/>
            <pc:sldMk cId="2244780704" sldId="266"/>
            <ac:cxnSpMk id="9" creationId="{30755CD1-FD51-85ED-F0F8-E56DBD7DC237}"/>
          </ac:cxnSpMkLst>
        </pc:cxnChg>
        <pc:cxnChg chg="add del">
          <ac:chgData name="Luca Longinotti" userId="4fe812bbf5e873c0" providerId="LiveId" clId="{ED5BFA4C-6A6C-4203-95DC-218005CAD3A0}" dt="2022-06-27T22:03:10.495" v="4992" actId="478"/>
          <ac:cxnSpMkLst>
            <pc:docMk/>
            <pc:sldMk cId="2244780704" sldId="266"/>
            <ac:cxnSpMk id="9" creationId="{AFF1CF84-6161-764C-6F47-F11BA4CAE359}"/>
          </ac:cxnSpMkLst>
        </pc:cxnChg>
        <pc:cxnChg chg="add mod">
          <ac:chgData name="Luca Longinotti" userId="4fe812bbf5e873c0" providerId="LiveId" clId="{ED5BFA4C-6A6C-4203-95DC-218005CAD3A0}" dt="2022-06-27T22:03:58.472" v="5000" actId="14100"/>
          <ac:cxnSpMkLst>
            <pc:docMk/>
            <pc:sldMk cId="2244780704" sldId="266"/>
            <ac:cxnSpMk id="12" creationId="{CCE242CA-1B64-7671-457E-376D1411A2E0}"/>
          </ac:cxnSpMkLst>
        </pc:cxnChg>
        <pc:cxnChg chg="add del mod">
          <ac:chgData name="Luca Longinotti" userId="4fe812bbf5e873c0" providerId="LiveId" clId="{ED5BFA4C-6A6C-4203-95DC-218005CAD3A0}" dt="2022-06-26T19:24:31.210" v="2571" actId="11529"/>
          <ac:cxnSpMkLst>
            <pc:docMk/>
            <pc:sldMk cId="2244780704" sldId="266"/>
            <ac:cxnSpMk id="13" creationId="{A73E456F-A56F-1232-988D-9B68F5A855A4}"/>
          </ac:cxnSpMkLst>
        </pc:cxnChg>
        <pc:cxnChg chg="add mod">
          <ac:chgData name="Luca Longinotti" userId="4fe812bbf5e873c0" providerId="LiveId" clId="{ED5BFA4C-6A6C-4203-95DC-218005CAD3A0}" dt="2022-06-27T08:28:28.512" v="3049" actId="1076"/>
          <ac:cxnSpMkLst>
            <pc:docMk/>
            <pc:sldMk cId="2244780704" sldId="266"/>
            <ac:cxnSpMk id="15" creationId="{C39DAB4D-EEBF-59E6-24BA-10C31AB2A9A3}"/>
          </ac:cxnSpMkLst>
        </pc:cxnChg>
        <pc:cxnChg chg="add mod">
          <ac:chgData name="Luca Longinotti" userId="4fe812bbf5e873c0" providerId="LiveId" clId="{ED5BFA4C-6A6C-4203-95DC-218005CAD3A0}" dt="2022-06-27T13:12:52.185" v="3265" actId="1076"/>
          <ac:cxnSpMkLst>
            <pc:docMk/>
            <pc:sldMk cId="2244780704" sldId="266"/>
            <ac:cxnSpMk id="18" creationId="{2C7D08FF-AC72-7C18-1585-91DCC2B78C19}"/>
          </ac:cxnSpMkLst>
        </pc:cxnChg>
        <pc:cxnChg chg="add mod">
          <ac:chgData name="Luca Longinotti" userId="4fe812bbf5e873c0" providerId="LiveId" clId="{ED5BFA4C-6A6C-4203-95DC-218005CAD3A0}" dt="2022-06-27T22:04:34.921" v="5005" actId="14100"/>
          <ac:cxnSpMkLst>
            <pc:docMk/>
            <pc:sldMk cId="2244780704" sldId="266"/>
            <ac:cxnSpMk id="19" creationId="{1D14C1E6-AC50-7402-12D9-B581CE61816B}"/>
          </ac:cxnSpMkLst>
        </pc:cxnChg>
        <pc:cxnChg chg="add del mod">
          <ac:chgData name="Luca Longinotti" userId="4fe812bbf5e873c0" providerId="LiveId" clId="{ED5BFA4C-6A6C-4203-95DC-218005CAD3A0}" dt="2022-06-26T19:25:45.992" v="2581"/>
          <ac:cxnSpMkLst>
            <pc:docMk/>
            <pc:sldMk cId="2244780704" sldId="266"/>
            <ac:cxnSpMk id="20" creationId="{92310FAA-4ECF-C089-CFC8-11FE47D3E424}"/>
          </ac:cxnSpMkLst>
        </pc:cxnChg>
        <pc:cxnChg chg="add mod">
          <ac:chgData name="Luca Longinotti" userId="4fe812bbf5e873c0" providerId="LiveId" clId="{ED5BFA4C-6A6C-4203-95DC-218005CAD3A0}" dt="2022-06-27T22:08:51.797" v="5048" actId="14100"/>
          <ac:cxnSpMkLst>
            <pc:docMk/>
            <pc:sldMk cId="2244780704" sldId="266"/>
            <ac:cxnSpMk id="27" creationId="{2856E84C-0360-74FE-7FDA-5303299BD924}"/>
          </ac:cxnSpMkLst>
        </pc:cxnChg>
        <pc:cxnChg chg="add mod">
          <ac:chgData name="Luca Longinotti" userId="4fe812bbf5e873c0" providerId="LiveId" clId="{ED5BFA4C-6A6C-4203-95DC-218005CAD3A0}" dt="2022-06-27T22:08:22.950" v="5041" actId="14100"/>
          <ac:cxnSpMkLst>
            <pc:docMk/>
            <pc:sldMk cId="2244780704" sldId="266"/>
            <ac:cxnSpMk id="28" creationId="{2A842C57-F235-8709-DD26-27C16D7A0DAF}"/>
          </ac:cxnSpMkLst>
        </pc:cxnChg>
        <pc:cxnChg chg="add del mod">
          <ac:chgData name="Luca Longinotti" userId="4fe812bbf5e873c0" providerId="LiveId" clId="{ED5BFA4C-6A6C-4203-95DC-218005CAD3A0}" dt="2022-06-26T19:49:06.030" v="3041" actId="478"/>
          <ac:cxnSpMkLst>
            <pc:docMk/>
            <pc:sldMk cId="2244780704" sldId="266"/>
            <ac:cxnSpMk id="38" creationId="{4F15FA71-4C8A-D8B3-126F-2F0CA25CE93E}"/>
          </ac:cxnSpMkLst>
        </pc:cxnChg>
        <pc:cxnChg chg="add mod">
          <ac:chgData name="Luca Longinotti" userId="4fe812bbf5e873c0" providerId="LiveId" clId="{ED5BFA4C-6A6C-4203-95DC-218005CAD3A0}" dt="2022-06-27T12:57:01.843" v="3071" actId="1076"/>
          <ac:cxnSpMkLst>
            <pc:docMk/>
            <pc:sldMk cId="2244780704" sldId="266"/>
            <ac:cxnSpMk id="38" creationId="{C1207B21-1C6F-571C-8C8C-BB50D1F3CE0C}"/>
          </ac:cxnSpMkLst>
        </pc:cxnChg>
        <pc:cxnChg chg="add mod">
          <ac:chgData name="Luca Longinotti" userId="4fe812bbf5e873c0" providerId="LiveId" clId="{ED5BFA4C-6A6C-4203-95DC-218005CAD3A0}" dt="2022-06-27T13:12:58.143" v="3266" actId="1076"/>
          <ac:cxnSpMkLst>
            <pc:docMk/>
            <pc:sldMk cId="2244780704" sldId="266"/>
            <ac:cxnSpMk id="39" creationId="{3AA10062-BB2F-748A-036E-08C51031AEA8}"/>
          </ac:cxnSpMkLst>
        </pc:cxnChg>
        <pc:cxnChg chg="add mod">
          <ac:chgData name="Luca Longinotti" userId="4fe812bbf5e873c0" providerId="LiveId" clId="{ED5BFA4C-6A6C-4203-95DC-218005CAD3A0}" dt="2022-06-27T13:12:58.143" v="3266" actId="1076"/>
          <ac:cxnSpMkLst>
            <pc:docMk/>
            <pc:sldMk cId="2244780704" sldId="266"/>
            <ac:cxnSpMk id="50" creationId="{FEEFE223-5745-F788-ED78-199CEF4C205F}"/>
          </ac:cxnSpMkLst>
        </pc:cxnChg>
        <pc:cxnChg chg="add del mod">
          <ac:chgData name="Luca Longinotti" userId="4fe812bbf5e873c0" providerId="LiveId" clId="{ED5BFA4C-6A6C-4203-95DC-218005CAD3A0}" dt="2022-06-26T19:48:56.194" v="3039" actId="478"/>
          <ac:cxnSpMkLst>
            <pc:docMk/>
            <pc:sldMk cId="2244780704" sldId="266"/>
            <ac:cxnSpMk id="58" creationId="{B71B6870-24EB-228F-A299-508A81B9C674}"/>
          </ac:cxnSpMkLst>
        </pc:cxnChg>
        <pc:cxnChg chg="add mod">
          <ac:chgData name="Luca Longinotti" userId="4fe812bbf5e873c0" providerId="LiveId" clId="{ED5BFA4C-6A6C-4203-95DC-218005CAD3A0}" dt="2022-06-27T12:58:20.276" v="3094" actId="14100"/>
          <ac:cxnSpMkLst>
            <pc:docMk/>
            <pc:sldMk cId="2244780704" sldId="266"/>
            <ac:cxnSpMk id="59" creationId="{29E42D3C-9464-74B7-471B-ADF0D6118686}"/>
          </ac:cxnSpMkLst>
        </pc:cxnChg>
        <pc:cxnChg chg="add del mod">
          <ac:chgData name="Luca Longinotti" userId="4fe812bbf5e873c0" providerId="LiveId" clId="{ED5BFA4C-6A6C-4203-95DC-218005CAD3A0}" dt="2022-06-26T19:46:18.997" v="3004" actId="478"/>
          <ac:cxnSpMkLst>
            <pc:docMk/>
            <pc:sldMk cId="2244780704" sldId="266"/>
            <ac:cxnSpMk id="62" creationId="{C774FE03-8E74-C715-1179-322A2ECA887D}"/>
          </ac:cxnSpMkLst>
        </pc:cxnChg>
        <pc:cxnChg chg="add del mod">
          <ac:chgData name="Luca Longinotti" userId="4fe812bbf5e873c0" providerId="LiveId" clId="{ED5BFA4C-6A6C-4203-95DC-218005CAD3A0}" dt="2022-06-27T13:00:17.434" v="3122" actId="478"/>
          <ac:cxnSpMkLst>
            <pc:docMk/>
            <pc:sldMk cId="2244780704" sldId="266"/>
            <ac:cxnSpMk id="63" creationId="{3C5457EE-8114-4733-0DF0-EF63890A7D9B}"/>
          </ac:cxnSpMkLst>
        </pc:cxnChg>
        <pc:cxnChg chg="add mod">
          <ac:chgData name="Luca Longinotti" userId="4fe812bbf5e873c0" providerId="LiveId" clId="{ED5BFA4C-6A6C-4203-95DC-218005CAD3A0}" dt="2022-06-27T22:09:16.168" v="5051" actId="1076"/>
          <ac:cxnSpMkLst>
            <pc:docMk/>
            <pc:sldMk cId="2244780704" sldId="266"/>
            <ac:cxnSpMk id="64" creationId="{B4F9D79B-3641-D41F-F07A-583F7882F141}"/>
          </ac:cxnSpMkLst>
        </pc:cxnChg>
        <pc:cxnChg chg="add del mod">
          <ac:chgData name="Luca Longinotti" userId="4fe812bbf5e873c0" providerId="LiveId" clId="{ED5BFA4C-6A6C-4203-95DC-218005CAD3A0}" dt="2022-06-26T19:44:26.009" v="2940" actId="478"/>
          <ac:cxnSpMkLst>
            <pc:docMk/>
            <pc:sldMk cId="2244780704" sldId="266"/>
            <ac:cxnSpMk id="66" creationId="{91E6417F-0F9E-343D-B953-63AC7ECF70C0}"/>
          </ac:cxnSpMkLst>
        </pc:cxnChg>
        <pc:cxnChg chg="add mod">
          <ac:chgData name="Luca Longinotti" userId="4fe812bbf5e873c0" providerId="LiveId" clId="{ED5BFA4C-6A6C-4203-95DC-218005CAD3A0}" dt="2022-06-27T22:09:21.905" v="5053" actId="1076"/>
          <ac:cxnSpMkLst>
            <pc:docMk/>
            <pc:sldMk cId="2244780704" sldId="266"/>
            <ac:cxnSpMk id="67" creationId="{15FDD5F7-C172-EAF3-6D28-30009F92CA67}"/>
          </ac:cxnSpMkLst>
        </pc:cxnChg>
        <pc:cxnChg chg="add mod">
          <ac:chgData name="Luca Longinotti" userId="4fe812bbf5e873c0" providerId="LiveId" clId="{ED5BFA4C-6A6C-4203-95DC-218005CAD3A0}" dt="2022-06-27T22:08:38.073" v="5044" actId="1076"/>
          <ac:cxnSpMkLst>
            <pc:docMk/>
            <pc:sldMk cId="2244780704" sldId="266"/>
            <ac:cxnSpMk id="72" creationId="{62733AA4-84AB-5044-41AB-66A3F08BA1CD}"/>
          </ac:cxnSpMkLst>
        </pc:cxnChg>
        <pc:cxnChg chg="add del mod">
          <ac:chgData name="Luca Longinotti" userId="4fe812bbf5e873c0" providerId="LiveId" clId="{ED5BFA4C-6A6C-4203-95DC-218005CAD3A0}" dt="2022-06-26T19:46:59.183" v="3012" actId="478"/>
          <ac:cxnSpMkLst>
            <pc:docMk/>
            <pc:sldMk cId="2244780704" sldId="266"/>
            <ac:cxnSpMk id="73" creationId="{7120753E-4E01-CDE1-1ABD-C72A99726BA6}"/>
          </ac:cxnSpMkLst>
        </pc:cxnChg>
        <pc:cxnChg chg="add mod">
          <ac:chgData name="Luca Longinotti" userId="4fe812bbf5e873c0" providerId="LiveId" clId="{ED5BFA4C-6A6C-4203-95DC-218005CAD3A0}" dt="2022-06-27T22:02:06.201" v="4981" actId="1076"/>
          <ac:cxnSpMkLst>
            <pc:docMk/>
            <pc:sldMk cId="2244780704" sldId="266"/>
            <ac:cxnSpMk id="74" creationId="{9365CBD8-86B2-6026-344F-630B33D66AAC}"/>
          </ac:cxnSpMkLst>
        </pc:cxnChg>
        <pc:cxnChg chg="add mod">
          <ac:chgData name="Luca Longinotti" userId="4fe812bbf5e873c0" providerId="LiveId" clId="{ED5BFA4C-6A6C-4203-95DC-218005CAD3A0}" dt="2022-06-27T22:10:13.477" v="5062" actId="1076"/>
          <ac:cxnSpMkLst>
            <pc:docMk/>
            <pc:sldMk cId="2244780704" sldId="266"/>
            <ac:cxnSpMk id="75" creationId="{0D9F0D30-42C5-40B5-5130-99F5492C23BD}"/>
          </ac:cxnSpMkLst>
        </pc:cxnChg>
        <pc:cxnChg chg="add del mod">
          <ac:chgData name="Luca Longinotti" userId="4fe812bbf5e873c0" providerId="LiveId" clId="{ED5BFA4C-6A6C-4203-95DC-218005CAD3A0}" dt="2022-06-28T17:37:11.454" v="6246" actId="478"/>
          <ac:cxnSpMkLst>
            <pc:docMk/>
            <pc:sldMk cId="2244780704" sldId="266"/>
            <ac:cxnSpMk id="76" creationId="{799D6886-9D4F-AF1A-4CA1-C1BAB9B638D2}"/>
          </ac:cxnSpMkLst>
        </pc:cxnChg>
        <pc:cxnChg chg="add mod">
          <ac:chgData name="Luca Longinotti" userId="4fe812bbf5e873c0" providerId="LiveId" clId="{ED5BFA4C-6A6C-4203-95DC-218005CAD3A0}" dt="2022-06-27T08:28:59.758" v="3055" actId="1076"/>
          <ac:cxnSpMkLst>
            <pc:docMk/>
            <pc:sldMk cId="2244780704" sldId="266"/>
            <ac:cxnSpMk id="84" creationId="{D30DCD23-78C2-5AA8-08FD-643C1C0E65D5}"/>
          </ac:cxnSpMkLst>
        </pc:cxnChg>
        <pc:cxnChg chg="add mod">
          <ac:chgData name="Luca Longinotti" userId="4fe812bbf5e873c0" providerId="LiveId" clId="{ED5BFA4C-6A6C-4203-95DC-218005CAD3A0}" dt="2022-06-27T13:10:08.081" v="3224" actId="1076"/>
          <ac:cxnSpMkLst>
            <pc:docMk/>
            <pc:sldMk cId="2244780704" sldId="266"/>
            <ac:cxnSpMk id="86" creationId="{EB837CBD-F44A-FA52-1AA3-333EA90666C7}"/>
          </ac:cxnSpMkLst>
        </pc:cxnChg>
        <pc:cxnChg chg="add mod">
          <ac:chgData name="Luca Longinotti" userId="4fe812bbf5e873c0" providerId="LiveId" clId="{ED5BFA4C-6A6C-4203-95DC-218005CAD3A0}" dt="2022-06-27T13:09:56.291" v="3221" actId="1076"/>
          <ac:cxnSpMkLst>
            <pc:docMk/>
            <pc:sldMk cId="2244780704" sldId="266"/>
            <ac:cxnSpMk id="87" creationId="{2ACBCF71-6DF3-8C48-820A-FDF968434032}"/>
          </ac:cxnSpMkLst>
        </pc:cxnChg>
        <pc:cxnChg chg="add mod">
          <ac:chgData name="Luca Longinotti" userId="4fe812bbf5e873c0" providerId="LiveId" clId="{ED5BFA4C-6A6C-4203-95DC-218005CAD3A0}" dt="2022-06-27T08:28:59.758" v="3055" actId="1076"/>
          <ac:cxnSpMkLst>
            <pc:docMk/>
            <pc:sldMk cId="2244780704" sldId="266"/>
            <ac:cxnSpMk id="88" creationId="{CE36C017-767A-8B6D-B793-122DA3CEFD51}"/>
          </ac:cxnSpMkLst>
        </pc:cxnChg>
        <pc:cxnChg chg="add mod">
          <ac:chgData name="Luca Longinotti" userId="4fe812bbf5e873c0" providerId="LiveId" clId="{ED5BFA4C-6A6C-4203-95DC-218005CAD3A0}" dt="2022-06-27T13:11:23.082" v="3258" actId="1076"/>
          <ac:cxnSpMkLst>
            <pc:docMk/>
            <pc:sldMk cId="2244780704" sldId="266"/>
            <ac:cxnSpMk id="89" creationId="{02071C13-130D-2D1A-0C13-4BC352811B60}"/>
          </ac:cxnSpMkLst>
        </pc:cxnChg>
        <pc:cxnChg chg="add mod">
          <ac:chgData name="Luca Longinotti" userId="4fe812bbf5e873c0" providerId="LiveId" clId="{ED5BFA4C-6A6C-4203-95DC-218005CAD3A0}" dt="2022-06-27T13:13:45.280" v="3274" actId="1076"/>
          <ac:cxnSpMkLst>
            <pc:docMk/>
            <pc:sldMk cId="2244780704" sldId="266"/>
            <ac:cxnSpMk id="100" creationId="{A3985835-0934-5DF9-1390-BA19CC4F9304}"/>
          </ac:cxnSpMkLst>
        </pc:cxnChg>
        <pc:cxnChg chg="add mod">
          <ac:chgData name="Luca Longinotti" userId="4fe812bbf5e873c0" providerId="LiveId" clId="{ED5BFA4C-6A6C-4203-95DC-218005CAD3A0}" dt="2022-06-27T13:13:43.513" v="3273" actId="1076"/>
          <ac:cxnSpMkLst>
            <pc:docMk/>
            <pc:sldMk cId="2244780704" sldId="266"/>
            <ac:cxnSpMk id="101" creationId="{9A218FB2-4C69-A73C-7045-8ACF0F6116FD}"/>
          </ac:cxnSpMkLst>
        </pc:cxnChg>
        <pc:cxnChg chg="add mod">
          <ac:chgData name="Luca Longinotti" userId="4fe812bbf5e873c0" providerId="LiveId" clId="{ED5BFA4C-6A6C-4203-95DC-218005CAD3A0}" dt="2022-06-27T13:15:26.716" v="3295" actId="1076"/>
          <ac:cxnSpMkLst>
            <pc:docMk/>
            <pc:sldMk cId="2244780704" sldId="266"/>
            <ac:cxnSpMk id="106" creationId="{47ED7D31-3467-7603-942B-5242F6450ACB}"/>
          </ac:cxnSpMkLst>
        </pc:cxnChg>
        <pc:cxnChg chg="add mod">
          <ac:chgData name="Luca Longinotti" userId="4fe812bbf5e873c0" providerId="LiveId" clId="{ED5BFA4C-6A6C-4203-95DC-218005CAD3A0}" dt="2022-06-27T13:17:07.081" v="3322" actId="14100"/>
          <ac:cxnSpMkLst>
            <pc:docMk/>
            <pc:sldMk cId="2244780704" sldId="266"/>
            <ac:cxnSpMk id="110" creationId="{1F765B42-C682-78CF-C6B1-83FFDE436106}"/>
          </ac:cxnSpMkLst>
        </pc:cxnChg>
        <pc:cxnChg chg="add mod">
          <ac:chgData name="Luca Longinotti" userId="4fe812bbf5e873c0" providerId="LiveId" clId="{ED5BFA4C-6A6C-4203-95DC-218005CAD3A0}" dt="2022-06-27T13:16:59.732" v="3321" actId="14100"/>
          <ac:cxnSpMkLst>
            <pc:docMk/>
            <pc:sldMk cId="2244780704" sldId="266"/>
            <ac:cxnSpMk id="112" creationId="{40903B54-E296-E743-A5FA-D75AB1B0AD76}"/>
          </ac:cxnSpMkLst>
        </pc:cxnChg>
        <pc:cxnChg chg="add del mod">
          <ac:chgData name="Luca Longinotti" userId="4fe812bbf5e873c0" providerId="LiveId" clId="{ED5BFA4C-6A6C-4203-95DC-218005CAD3A0}" dt="2022-06-26T19:46:20.090" v="3005" actId="478"/>
          <ac:cxnSpMkLst>
            <pc:docMk/>
            <pc:sldMk cId="2244780704" sldId="266"/>
            <ac:cxnSpMk id="119" creationId="{E41EA5EB-DFEB-7F69-9DB4-F58B8611099A}"/>
          </ac:cxnSpMkLst>
        </pc:cxnChg>
        <pc:cxnChg chg="add del mod">
          <ac:chgData name="Luca Longinotti" userId="4fe812bbf5e873c0" providerId="LiveId" clId="{ED5BFA4C-6A6C-4203-95DC-218005CAD3A0}" dt="2022-06-26T19:48:54.819" v="3038" actId="478"/>
          <ac:cxnSpMkLst>
            <pc:docMk/>
            <pc:sldMk cId="2244780704" sldId="266"/>
            <ac:cxnSpMk id="128" creationId="{764C7C9E-026B-6367-9DCC-6AE8C232A3E6}"/>
          </ac:cxnSpMkLst>
        </pc:cxnChg>
        <pc:cxnChg chg="add del mod">
          <ac:chgData name="Luca Longinotti" userId="4fe812bbf5e873c0" providerId="LiveId" clId="{ED5BFA4C-6A6C-4203-95DC-218005CAD3A0}" dt="2022-06-26T19:48:53.951" v="3037" actId="478"/>
          <ac:cxnSpMkLst>
            <pc:docMk/>
            <pc:sldMk cId="2244780704" sldId="266"/>
            <ac:cxnSpMk id="132" creationId="{8D5CA658-C74B-1360-19BA-A9629DC29DC1}"/>
          </ac:cxnSpMkLst>
        </pc:cxnChg>
        <pc:cxnChg chg="add del mod">
          <ac:chgData name="Luca Longinotti" userId="4fe812bbf5e873c0" providerId="LiveId" clId="{ED5BFA4C-6A6C-4203-95DC-218005CAD3A0}" dt="2022-06-26T19:48:52.980" v="3036" actId="478"/>
          <ac:cxnSpMkLst>
            <pc:docMk/>
            <pc:sldMk cId="2244780704" sldId="266"/>
            <ac:cxnSpMk id="134" creationId="{F6CE59B8-8A7B-8065-1FD4-5E83C6A09CA0}"/>
          </ac:cxnSpMkLst>
        </pc:cxnChg>
        <pc:cxnChg chg="add mod">
          <ac:chgData name="Luca Longinotti" userId="4fe812bbf5e873c0" providerId="LiveId" clId="{ED5BFA4C-6A6C-4203-95DC-218005CAD3A0}" dt="2022-06-26T19:47:59.351" v="3025" actId="14100"/>
          <ac:cxnSpMkLst>
            <pc:docMk/>
            <pc:sldMk cId="2244780704" sldId="266"/>
            <ac:cxnSpMk id="138" creationId="{EE3092A1-5A93-35EF-EC30-2140B95BB876}"/>
          </ac:cxnSpMkLst>
        </pc:cxnChg>
        <pc:cxnChg chg="add del mod">
          <ac:chgData name="Luca Longinotti" userId="4fe812bbf5e873c0" providerId="LiveId" clId="{ED5BFA4C-6A6C-4203-95DC-218005CAD3A0}" dt="2022-06-26T19:48:19.327" v="3029" actId="478"/>
          <ac:cxnSpMkLst>
            <pc:docMk/>
            <pc:sldMk cId="2244780704" sldId="266"/>
            <ac:cxnSpMk id="141" creationId="{A400DCC3-6C8E-DD36-DDB2-2CF584384A52}"/>
          </ac:cxnSpMkLst>
        </pc:cxnChg>
        <pc:cxnChg chg="add mod">
          <ac:chgData name="Luca Longinotti" userId="4fe812bbf5e873c0" providerId="LiveId" clId="{ED5BFA4C-6A6C-4203-95DC-218005CAD3A0}" dt="2022-06-26T19:48:26.386" v="3031" actId="14100"/>
          <ac:cxnSpMkLst>
            <pc:docMk/>
            <pc:sldMk cId="2244780704" sldId="266"/>
            <ac:cxnSpMk id="143" creationId="{7C20467A-9F72-853D-A8D6-DE4CB394914A}"/>
          </ac:cxnSpMkLst>
        </pc:cxnChg>
        <pc:cxnChg chg="add">
          <ac:chgData name="Luca Longinotti" userId="4fe812bbf5e873c0" providerId="LiveId" clId="{ED5BFA4C-6A6C-4203-95DC-218005CAD3A0}" dt="2022-06-26T19:48:39.949" v="3032" actId="11529"/>
          <ac:cxnSpMkLst>
            <pc:docMk/>
            <pc:sldMk cId="2244780704" sldId="266"/>
            <ac:cxnSpMk id="146" creationId="{F66D6C58-DED7-9BDA-DADD-E2D543B4E576}"/>
          </ac:cxnSpMkLst>
        </pc:cxnChg>
        <pc:cxnChg chg="add mod">
          <ac:chgData name="Luca Longinotti" userId="4fe812bbf5e873c0" providerId="LiveId" clId="{ED5BFA4C-6A6C-4203-95DC-218005CAD3A0}" dt="2022-06-26T19:48:49.667" v="3035" actId="14100"/>
          <ac:cxnSpMkLst>
            <pc:docMk/>
            <pc:sldMk cId="2244780704" sldId="266"/>
            <ac:cxnSpMk id="148" creationId="{C84E5F1A-3A2B-3442-1A37-A5ED87CA9747}"/>
          </ac:cxnSpMkLst>
        </pc:cxnChg>
      </pc:sldChg>
      <pc:sldChg chg="modSp add mod">
        <pc:chgData name="Luca Longinotti" userId="4fe812bbf5e873c0" providerId="LiveId" clId="{ED5BFA4C-6A6C-4203-95DC-218005CAD3A0}" dt="2022-06-28T12:53:11.606" v="5680" actId="2"/>
        <pc:sldMkLst>
          <pc:docMk/>
          <pc:sldMk cId="1275990003" sldId="267"/>
        </pc:sldMkLst>
        <pc:spChg chg="mod">
          <ac:chgData name="Luca Longinotti" userId="4fe812bbf5e873c0" providerId="LiveId" clId="{ED5BFA4C-6A6C-4203-95DC-218005CAD3A0}" dt="2022-06-25T20:29:13.927" v="2492" actId="20577"/>
          <ac:spMkLst>
            <pc:docMk/>
            <pc:sldMk cId="1275990003" sldId="267"/>
            <ac:spMk id="2" creationId="{03A7C58A-46C8-7D49-100A-9AED7EC03EC0}"/>
          </ac:spMkLst>
        </pc:spChg>
        <pc:spChg chg="mod">
          <ac:chgData name="Luca Longinotti" userId="4fe812bbf5e873c0" providerId="LiveId" clId="{ED5BFA4C-6A6C-4203-95DC-218005CAD3A0}" dt="2022-06-28T12:53:11.606" v="5680" actId="2"/>
          <ac:spMkLst>
            <pc:docMk/>
            <pc:sldMk cId="1275990003" sldId="267"/>
            <ac:spMk id="3" creationId="{184236CD-1C63-1ABE-FE8B-A185F8B88A7F}"/>
          </ac:spMkLst>
        </pc:spChg>
      </pc:sldChg>
      <pc:sldChg chg="modSp add mod">
        <pc:chgData name="Luca Longinotti" userId="4fe812bbf5e873c0" providerId="LiveId" clId="{ED5BFA4C-6A6C-4203-95DC-218005CAD3A0}" dt="2022-06-28T12:53:15.940" v="5703" actId="2"/>
        <pc:sldMkLst>
          <pc:docMk/>
          <pc:sldMk cId="3413637382" sldId="268"/>
        </pc:sldMkLst>
        <pc:spChg chg="mod">
          <ac:chgData name="Luca Longinotti" userId="4fe812bbf5e873c0" providerId="LiveId" clId="{ED5BFA4C-6A6C-4203-95DC-218005CAD3A0}" dt="2022-06-25T20:29:18.643" v="2495" actId="20577"/>
          <ac:spMkLst>
            <pc:docMk/>
            <pc:sldMk cId="3413637382" sldId="268"/>
            <ac:spMk id="2" creationId="{03A7C58A-46C8-7D49-100A-9AED7EC03EC0}"/>
          </ac:spMkLst>
        </pc:spChg>
        <pc:spChg chg="mod">
          <ac:chgData name="Luca Longinotti" userId="4fe812bbf5e873c0" providerId="LiveId" clId="{ED5BFA4C-6A6C-4203-95DC-218005CAD3A0}" dt="2022-06-28T12:53:15.940" v="5703" actId="2"/>
          <ac:spMkLst>
            <pc:docMk/>
            <pc:sldMk cId="3413637382" sldId="268"/>
            <ac:spMk id="3" creationId="{184236CD-1C63-1ABE-FE8B-A185F8B88A7F}"/>
          </ac:spMkLst>
        </pc:spChg>
      </pc:sldChg>
      <pc:sldChg chg="modSp add mod">
        <pc:chgData name="Luca Longinotti" userId="4fe812bbf5e873c0" providerId="LiveId" clId="{ED5BFA4C-6A6C-4203-95DC-218005CAD3A0}" dt="2022-06-28T12:53:17.941" v="5714" actId="2"/>
        <pc:sldMkLst>
          <pc:docMk/>
          <pc:sldMk cId="3814619345" sldId="269"/>
        </pc:sldMkLst>
        <pc:spChg chg="mod">
          <ac:chgData name="Luca Longinotti" userId="4fe812bbf5e873c0" providerId="LiveId" clId="{ED5BFA4C-6A6C-4203-95DC-218005CAD3A0}" dt="2022-06-25T20:29:21.571" v="2496" actId="20577"/>
          <ac:spMkLst>
            <pc:docMk/>
            <pc:sldMk cId="3814619345" sldId="269"/>
            <ac:spMk id="2" creationId="{03A7C58A-46C8-7D49-100A-9AED7EC03EC0}"/>
          </ac:spMkLst>
        </pc:spChg>
        <pc:spChg chg="mod">
          <ac:chgData name="Luca Longinotti" userId="4fe812bbf5e873c0" providerId="LiveId" clId="{ED5BFA4C-6A6C-4203-95DC-218005CAD3A0}" dt="2022-06-28T12:53:17.941" v="5714" actId="2"/>
          <ac:spMkLst>
            <pc:docMk/>
            <pc:sldMk cId="3814619345" sldId="269"/>
            <ac:spMk id="3" creationId="{184236CD-1C63-1ABE-FE8B-A185F8B88A7F}"/>
          </ac:spMkLst>
        </pc:spChg>
      </pc:sldChg>
      <pc:sldChg chg="addSp delSp modSp new mod">
        <pc:chgData name="Luca Longinotti" userId="4fe812bbf5e873c0" providerId="LiveId" clId="{ED5BFA4C-6A6C-4203-95DC-218005CAD3A0}" dt="2022-06-28T12:52:42.465" v="5553" actId="2"/>
        <pc:sldMkLst>
          <pc:docMk/>
          <pc:sldMk cId="2710566177" sldId="270"/>
        </pc:sldMkLst>
        <pc:spChg chg="del">
          <ac:chgData name="Luca Longinotti" userId="4fe812bbf5e873c0" providerId="LiveId" clId="{ED5BFA4C-6A6C-4203-95DC-218005CAD3A0}" dt="2022-06-27T14:15:21.967" v="3894" actId="478"/>
          <ac:spMkLst>
            <pc:docMk/>
            <pc:sldMk cId="2710566177" sldId="270"/>
            <ac:spMk id="2" creationId="{09871B58-A376-4E97-B1A4-0BE0F70ED751}"/>
          </ac:spMkLst>
        </pc:spChg>
        <pc:spChg chg="del">
          <ac:chgData name="Luca Longinotti" userId="4fe812bbf5e873c0" providerId="LiveId" clId="{ED5BFA4C-6A6C-4203-95DC-218005CAD3A0}" dt="2022-06-27T14:15:22.667" v="3895" actId="478"/>
          <ac:spMkLst>
            <pc:docMk/>
            <pc:sldMk cId="2710566177" sldId="270"/>
            <ac:spMk id="3" creationId="{09CB3218-FA74-F6BB-47B2-1CBDF35D4909}"/>
          </ac:spMkLst>
        </pc:spChg>
        <pc:spChg chg="add mod">
          <ac:chgData name="Luca Longinotti" userId="4fe812bbf5e873c0" providerId="LiveId" clId="{ED5BFA4C-6A6C-4203-95DC-218005CAD3A0}" dt="2022-06-27T14:16:01.525" v="3913" actId="20577"/>
          <ac:spMkLst>
            <pc:docMk/>
            <pc:sldMk cId="2710566177" sldId="270"/>
            <ac:spMk id="4" creationId="{96D4395D-0C59-0174-7F22-0DDADF24CED6}"/>
          </ac:spMkLst>
        </pc:spChg>
        <pc:spChg chg="add mod">
          <ac:chgData name="Luca Longinotti" userId="4fe812bbf5e873c0" providerId="LiveId" clId="{ED5BFA4C-6A6C-4203-95DC-218005CAD3A0}" dt="2022-06-27T15:45:21.360" v="4073" actId="14100"/>
          <ac:spMkLst>
            <pc:docMk/>
            <pc:sldMk cId="2710566177" sldId="270"/>
            <ac:spMk id="5" creationId="{DD9E13D2-F3EC-B8D6-B93A-7B2B90A8F543}"/>
          </ac:spMkLst>
        </pc:spChg>
        <pc:spChg chg="add mod">
          <ac:chgData name="Luca Longinotti" userId="4fe812bbf5e873c0" providerId="LiveId" clId="{ED5BFA4C-6A6C-4203-95DC-218005CAD3A0}" dt="2022-06-28T12:52:34.944" v="5534" actId="2"/>
          <ac:spMkLst>
            <pc:docMk/>
            <pc:sldMk cId="2710566177" sldId="270"/>
            <ac:spMk id="6" creationId="{C37C98CC-E717-67D8-8E98-91A61F51C47C}"/>
          </ac:spMkLst>
        </pc:spChg>
        <pc:spChg chg="add mod">
          <ac:chgData name="Luca Longinotti" userId="4fe812bbf5e873c0" providerId="LiveId" clId="{ED5BFA4C-6A6C-4203-95DC-218005CAD3A0}" dt="2022-06-27T15:55:41.218" v="4118" actId="1076"/>
          <ac:spMkLst>
            <pc:docMk/>
            <pc:sldMk cId="2710566177" sldId="270"/>
            <ac:spMk id="7" creationId="{45646C1B-9A7A-4088-F90D-BBB15FC81A6B}"/>
          </ac:spMkLst>
        </pc:spChg>
        <pc:spChg chg="add mod">
          <ac:chgData name="Luca Longinotti" userId="4fe812bbf5e873c0" providerId="LiveId" clId="{ED5BFA4C-6A6C-4203-95DC-218005CAD3A0}" dt="2022-06-28T12:52:36.057" v="5537" actId="2"/>
          <ac:spMkLst>
            <pc:docMk/>
            <pc:sldMk cId="2710566177" sldId="270"/>
            <ac:spMk id="9" creationId="{F4B69D26-5A0B-A695-73FE-648AB6668011}"/>
          </ac:spMkLst>
        </pc:spChg>
        <pc:spChg chg="add mod">
          <ac:chgData name="Luca Longinotti" userId="4fe812bbf5e873c0" providerId="LiveId" clId="{ED5BFA4C-6A6C-4203-95DC-218005CAD3A0}" dt="2022-06-27T16:27:48.556" v="4460" actId="14100"/>
          <ac:spMkLst>
            <pc:docMk/>
            <pc:sldMk cId="2710566177" sldId="270"/>
            <ac:spMk id="13" creationId="{3FB0B7B3-8080-45F3-5A28-A750EAFE7F73}"/>
          </ac:spMkLst>
        </pc:spChg>
        <pc:spChg chg="add mod">
          <ac:chgData name="Luca Longinotti" userId="4fe812bbf5e873c0" providerId="LiveId" clId="{ED5BFA4C-6A6C-4203-95DC-218005CAD3A0}" dt="2022-06-28T12:52:36.360" v="5538" actId="2"/>
          <ac:spMkLst>
            <pc:docMk/>
            <pc:sldMk cId="2710566177" sldId="270"/>
            <ac:spMk id="19" creationId="{55CB786A-94C1-5CA8-2527-33E3A936CB92}"/>
          </ac:spMkLst>
        </pc:spChg>
        <pc:spChg chg="add mod">
          <ac:chgData name="Luca Longinotti" userId="4fe812bbf5e873c0" providerId="LiveId" clId="{ED5BFA4C-6A6C-4203-95DC-218005CAD3A0}" dt="2022-06-27T16:07:24.267" v="4196" actId="1076"/>
          <ac:spMkLst>
            <pc:docMk/>
            <pc:sldMk cId="2710566177" sldId="270"/>
            <ac:spMk id="20" creationId="{B5E5386D-7675-90B1-2C92-0D21B17DE286}"/>
          </ac:spMkLst>
        </pc:spChg>
        <pc:spChg chg="add mod">
          <ac:chgData name="Luca Longinotti" userId="4fe812bbf5e873c0" providerId="LiveId" clId="{ED5BFA4C-6A6C-4203-95DC-218005CAD3A0}" dt="2022-06-28T12:52:38.061" v="5542" actId="2"/>
          <ac:spMkLst>
            <pc:docMk/>
            <pc:sldMk cId="2710566177" sldId="270"/>
            <ac:spMk id="22" creationId="{C51E3ADB-B494-6B49-B00E-BDF4A1ED85C6}"/>
          </ac:spMkLst>
        </pc:spChg>
        <pc:spChg chg="add mod">
          <ac:chgData name="Luca Longinotti" userId="4fe812bbf5e873c0" providerId="LiveId" clId="{ED5BFA4C-6A6C-4203-95DC-218005CAD3A0}" dt="2022-06-27T16:10:39.932" v="4269" actId="14100"/>
          <ac:spMkLst>
            <pc:docMk/>
            <pc:sldMk cId="2710566177" sldId="270"/>
            <ac:spMk id="26" creationId="{F0F0D59D-DC58-4CD7-A0AF-D12BCCC09147}"/>
          </ac:spMkLst>
        </pc:spChg>
        <pc:spChg chg="add mod">
          <ac:chgData name="Luca Longinotti" userId="4fe812bbf5e873c0" providerId="LiveId" clId="{ED5BFA4C-6A6C-4203-95DC-218005CAD3A0}" dt="2022-06-28T10:23:42.846" v="5340" actId="1076"/>
          <ac:spMkLst>
            <pc:docMk/>
            <pc:sldMk cId="2710566177" sldId="270"/>
            <ac:spMk id="27" creationId="{1081E857-5BE1-234A-443B-243B5391AB94}"/>
          </ac:spMkLst>
        </pc:spChg>
        <pc:spChg chg="add mod">
          <ac:chgData name="Luca Longinotti" userId="4fe812bbf5e873c0" providerId="LiveId" clId="{ED5BFA4C-6A6C-4203-95DC-218005CAD3A0}" dt="2022-06-28T12:52:38.476" v="5543" actId="2"/>
          <ac:spMkLst>
            <pc:docMk/>
            <pc:sldMk cId="2710566177" sldId="270"/>
            <ac:spMk id="28" creationId="{CC2975ED-5354-F5A9-455A-15D08CAE1046}"/>
          </ac:spMkLst>
        </pc:spChg>
        <pc:spChg chg="add mod">
          <ac:chgData name="Luca Longinotti" userId="4fe812bbf5e873c0" providerId="LiveId" clId="{ED5BFA4C-6A6C-4203-95DC-218005CAD3A0}" dt="2022-06-28T12:52:39.053" v="5544" actId="2"/>
          <ac:spMkLst>
            <pc:docMk/>
            <pc:sldMk cId="2710566177" sldId="270"/>
            <ac:spMk id="32" creationId="{1CB163C5-792C-3767-09F2-961BF4AC4C38}"/>
          </ac:spMkLst>
        </pc:spChg>
        <pc:spChg chg="add mod">
          <ac:chgData name="Luca Longinotti" userId="4fe812bbf5e873c0" providerId="LiveId" clId="{ED5BFA4C-6A6C-4203-95DC-218005CAD3A0}" dt="2022-06-28T10:23:28.327" v="5337" actId="1076"/>
          <ac:spMkLst>
            <pc:docMk/>
            <pc:sldMk cId="2710566177" sldId="270"/>
            <ac:spMk id="33" creationId="{BC225BBF-73CF-F7F8-3E03-7B89DBE0CE77}"/>
          </ac:spMkLst>
        </pc:spChg>
        <pc:spChg chg="add mod">
          <ac:chgData name="Luca Longinotti" userId="4fe812bbf5e873c0" providerId="LiveId" clId="{ED5BFA4C-6A6C-4203-95DC-218005CAD3A0}" dt="2022-06-28T10:23:49.879" v="5341" actId="1076"/>
          <ac:spMkLst>
            <pc:docMk/>
            <pc:sldMk cId="2710566177" sldId="270"/>
            <ac:spMk id="35" creationId="{65503662-23FD-5147-7DDA-6E69A7E0AFF5}"/>
          </ac:spMkLst>
        </pc:spChg>
        <pc:spChg chg="add mod">
          <ac:chgData name="Luca Longinotti" userId="4fe812bbf5e873c0" providerId="LiveId" clId="{ED5BFA4C-6A6C-4203-95DC-218005CAD3A0}" dt="2022-06-28T12:52:40.109" v="5547" actId="2"/>
          <ac:spMkLst>
            <pc:docMk/>
            <pc:sldMk cId="2710566177" sldId="270"/>
            <ac:spMk id="36" creationId="{48C53A7F-726A-E9C6-709F-FB55D8B8394C}"/>
          </ac:spMkLst>
        </pc:spChg>
        <pc:spChg chg="add mod">
          <ac:chgData name="Luca Longinotti" userId="4fe812bbf5e873c0" providerId="LiveId" clId="{ED5BFA4C-6A6C-4203-95DC-218005CAD3A0}" dt="2022-06-28T12:52:41.810" v="5551" actId="2"/>
          <ac:spMkLst>
            <pc:docMk/>
            <pc:sldMk cId="2710566177" sldId="270"/>
            <ac:spMk id="37" creationId="{4BDCF65A-7163-573A-BFBF-5350CA8593B4}"/>
          </ac:spMkLst>
        </pc:spChg>
        <pc:spChg chg="add mod">
          <ac:chgData name="Luca Longinotti" userId="4fe812bbf5e873c0" providerId="LiveId" clId="{ED5BFA4C-6A6C-4203-95DC-218005CAD3A0}" dt="2022-06-28T12:52:42.112" v="5552" actId="2"/>
          <ac:spMkLst>
            <pc:docMk/>
            <pc:sldMk cId="2710566177" sldId="270"/>
            <ac:spMk id="38" creationId="{3DD9C64A-5F90-423D-C6E4-C90EC7330DD9}"/>
          </ac:spMkLst>
        </pc:spChg>
        <pc:spChg chg="add mod">
          <ac:chgData name="Luca Longinotti" userId="4fe812bbf5e873c0" providerId="LiveId" clId="{ED5BFA4C-6A6C-4203-95DC-218005CAD3A0}" dt="2022-06-28T12:52:42.465" v="5553" actId="2"/>
          <ac:spMkLst>
            <pc:docMk/>
            <pc:sldMk cId="2710566177" sldId="270"/>
            <ac:spMk id="39" creationId="{3A5E42CF-2F6D-907B-16A8-BAD7CA1DE791}"/>
          </ac:spMkLst>
        </pc:spChg>
        <pc:cxnChg chg="add mod">
          <ac:chgData name="Luca Longinotti" userId="4fe812bbf5e873c0" providerId="LiveId" clId="{ED5BFA4C-6A6C-4203-95DC-218005CAD3A0}" dt="2022-06-28T10:13:44.808" v="5277" actId="14100"/>
          <ac:cxnSpMkLst>
            <pc:docMk/>
            <pc:sldMk cId="2710566177" sldId="270"/>
            <ac:cxnSpMk id="8" creationId="{E4C6A5A1-7EE8-AB8C-FF22-2AD0BB41C8FF}"/>
          </ac:cxnSpMkLst>
        </pc:cxnChg>
        <pc:cxnChg chg="add del mod">
          <ac:chgData name="Luca Longinotti" userId="4fe812bbf5e873c0" providerId="LiveId" clId="{ED5BFA4C-6A6C-4203-95DC-218005CAD3A0}" dt="2022-06-27T15:57:12.989" v="4146" actId="478"/>
          <ac:cxnSpMkLst>
            <pc:docMk/>
            <pc:sldMk cId="2710566177" sldId="270"/>
            <ac:cxnSpMk id="10" creationId="{6213665F-BD2E-AD74-51C5-BA158BD88D16}"/>
          </ac:cxnSpMkLst>
        </pc:cxnChg>
        <pc:cxnChg chg="add del mod">
          <ac:chgData name="Luca Longinotti" userId="4fe812bbf5e873c0" providerId="LiveId" clId="{ED5BFA4C-6A6C-4203-95DC-218005CAD3A0}" dt="2022-06-27T15:56:28.468" v="4126" actId="478"/>
          <ac:cxnSpMkLst>
            <pc:docMk/>
            <pc:sldMk cId="2710566177" sldId="270"/>
            <ac:cxnSpMk id="11" creationId="{D1248B28-BB7C-393E-545A-EFC96FCA5721}"/>
          </ac:cxnSpMkLst>
        </pc:cxnChg>
        <pc:cxnChg chg="add del mod">
          <ac:chgData name="Luca Longinotti" userId="4fe812bbf5e873c0" providerId="LiveId" clId="{ED5BFA4C-6A6C-4203-95DC-218005CAD3A0}" dt="2022-06-27T15:56:29.456" v="4127" actId="478"/>
          <ac:cxnSpMkLst>
            <pc:docMk/>
            <pc:sldMk cId="2710566177" sldId="270"/>
            <ac:cxnSpMk id="12" creationId="{428EC8F1-CA81-FA66-2725-449834B9C475}"/>
          </ac:cxnSpMkLst>
        </pc:cxnChg>
        <pc:cxnChg chg="add mod">
          <ac:chgData name="Luca Longinotti" userId="4fe812bbf5e873c0" providerId="LiveId" clId="{ED5BFA4C-6A6C-4203-95DC-218005CAD3A0}" dt="2022-06-27T15:58:06.103" v="4154" actId="14100"/>
          <ac:cxnSpMkLst>
            <pc:docMk/>
            <pc:sldMk cId="2710566177" sldId="270"/>
            <ac:cxnSpMk id="14" creationId="{84503667-0B8B-0B91-5D73-687E254FA396}"/>
          </ac:cxnSpMkLst>
        </pc:cxnChg>
        <pc:cxnChg chg="add mod">
          <ac:chgData name="Luca Longinotti" userId="4fe812bbf5e873c0" providerId="LiveId" clId="{ED5BFA4C-6A6C-4203-95DC-218005CAD3A0}" dt="2022-06-28T10:22:53.234" v="5330" actId="108"/>
          <ac:cxnSpMkLst>
            <pc:docMk/>
            <pc:sldMk cId="2710566177" sldId="270"/>
            <ac:cxnSpMk id="16" creationId="{E5F6C2B9-A334-E46F-11BC-ACCB5CF5C453}"/>
          </ac:cxnSpMkLst>
        </pc:cxnChg>
        <pc:cxnChg chg="add mod">
          <ac:chgData name="Luca Longinotti" userId="4fe812bbf5e873c0" providerId="LiveId" clId="{ED5BFA4C-6A6C-4203-95DC-218005CAD3A0}" dt="2022-06-27T16:07:31.681" v="4198" actId="1076"/>
          <ac:cxnSpMkLst>
            <pc:docMk/>
            <pc:sldMk cId="2710566177" sldId="270"/>
            <ac:cxnSpMk id="21" creationId="{401EFBF6-2877-1702-2808-36B04994D730}"/>
          </ac:cxnSpMkLst>
        </pc:cxnChg>
        <pc:cxnChg chg="add del mod">
          <ac:chgData name="Luca Longinotti" userId="4fe812bbf5e873c0" providerId="LiveId" clId="{ED5BFA4C-6A6C-4203-95DC-218005CAD3A0}" dt="2022-06-28T10:22:33.023" v="5327" actId="478"/>
          <ac:cxnSpMkLst>
            <pc:docMk/>
            <pc:sldMk cId="2710566177" sldId="270"/>
            <ac:cxnSpMk id="24" creationId="{CFEB5828-96F2-BA29-15B6-8FDAF268A214}"/>
          </ac:cxnSpMkLst>
        </pc:cxnChg>
        <pc:cxnChg chg="add mod">
          <ac:chgData name="Luca Longinotti" userId="4fe812bbf5e873c0" providerId="LiveId" clId="{ED5BFA4C-6A6C-4203-95DC-218005CAD3A0}" dt="2022-06-28T10:23:18.250" v="5335" actId="14100"/>
          <ac:cxnSpMkLst>
            <pc:docMk/>
            <pc:sldMk cId="2710566177" sldId="270"/>
            <ac:cxnSpMk id="30" creationId="{1929348D-01E0-A084-7EC9-B2A1C905DE4B}"/>
          </ac:cxnSpMkLst>
        </pc:cxnChg>
        <pc:cxnChg chg="add mod">
          <ac:chgData name="Luca Longinotti" userId="4fe812bbf5e873c0" providerId="LiveId" clId="{ED5BFA4C-6A6C-4203-95DC-218005CAD3A0}" dt="2022-06-28T10:21:52.269" v="5323" actId="14100"/>
          <ac:cxnSpMkLst>
            <pc:docMk/>
            <pc:sldMk cId="2710566177" sldId="270"/>
            <ac:cxnSpMk id="34" creationId="{12A25C80-8FAB-25F9-A09B-837CA92A9A33}"/>
          </ac:cxnSpMkLst>
        </pc:cxnChg>
        <pc:cxnChg chg="add mod">
          <ac:chgData name="Luca Longinotti" userId="4fe812bbf5e873c0" providerId="LiveId" clId="{ED5BFA4C-6A6C-4203-95DC-218005CAD3A0}" dt="2022-06-28T12:46:15.138" v="5464" actId="14100"/>
          <ac:cxnSpMkLst>
            <pc:docMk/>
            <pc:sldMk cId="2710566177" sldId="270"/>
            <ac:cxnSpMk id="40" creationId="{F6FBD851-0BAF-2A9A-A710-A1840DB9E4B9}"/>
          </ac:cxnSpMkLst>
        </pc:cxnChg>
      </pc:sldChg>
      <pc:sldChg chg="modSp add del mod">
        <pc:chgData name="Luca Longinotti" userId="4fe812bbf5e873c0" providerId="LiveId" clId="{ED5BFA4C-6A6C-4203-95DC-218005CAD3A0}" dt="2022-06-25T20:29:23.474" v="2497" actId="47"/>
        <pc:sldMkLst>
          <pc:docMk/>
          <pc:sldMk cId="2781424031" sldId="270"/>
        </pc:sldMkLst>
        <pc:spChg chg="mod">
          <ac:chgData name="Luca Longinotti" userId="4fe812bbf5e873c0" providerId="LiveId" clId="{ED5BFA4C-6A6C-4203-95DC-218005CAD3A0}" dt="2022-06-25T19:07:30.458" v="708" actId="20577"/>
          <ac:spMkLst>
            <pc:docMk/>
            <pc:sldMk cId="2781424031" sldId="270"/>
            <ac:spMk id="2" creationId="{03A7C58A-46C8-7D49-100A-9AED7EC03EC0}"/>
          </ac:spMkLst>
        </pc:spChg>
        <pc:spChg chg="mod">
          <ac:chgData name="Luca Longinotti" userId="4fe812bbf5e873c0" providerId="LiveId" clId="{ED5BFA4C-6A6C-4203-95DC-218005CAD3A0}" dt="2022-06-25T20:28:51.289" v="2485" actId="20577"/>
          <ac:spMkLst>
            <pc:docMk/>
            <pc:sldMk cId="2781424031" sldId="270"/>
            <ac:spMk id="3" creationId="{184236CD-1C63-1ABE-FE8B-A185F8B88A7F}"/>
          </ac:spMkLst>
        </pc:spChg>
      </pc:sldChg>
      <pc:sldChg chg="addSp delSp modSp mod">
        <pc:chgData name="Luca Longinotti" userId="4fe812bbf5e873c0" providerId="LiveId" clId="{ED5BFA4C-6A6C-4203-95DC-218005CAD3A0}" dt="2022-07-02T09:01:05.439" v="7577" actId="478"/>
        <pc:sldMkLst>
          <pc:docMk/>
          <pc:sldMk cId="0" sldId="271"/>
        </pc:sldMkLst>
        <pc:spChg chg="add mod">
          <ac:chgData name="Luca Longinotti" userId="4fe812bbf5e873c0" providerId="LiveId" clId="{ED5BFA4C-6A6C-4203-95DC-218005CAD3A0}" dt="2022-07-02T08:58:34.606" v="7504" actId="1076"/>
          <ac:spMkLst>
            <pc:docMk/>
            <pc:sldMk cId="0" sldId="271"/>
            <ac:spMk id="41" creationId="{C30FF7E9-F6B7-CA72-F9D7-D968451DDF75}"/>
          </ac:spMkLst>
        </pc:spChg>
        <pc:spChg chg="add del mod">
          <ac:chgData name="Luca Longinotti" userId="4fe812bbf5e873c0" providerId="LiveId" clId="{ED5BFA4C-6A6C-4203-95DC-218005CAD3A0}" dt="2022-07-02T09:00:45.813" v="7569" actId="478"/>
          <ac:spMkLst>
            <pc:docMk/>
            <pc:sldMk cId="0" sldId="271"/>
            <ac:spMk id="43" creationId="{FE8EB37D-F2F7-D2D2-67FA-5F8C5D97A16B}"/>
          </ac:spMkLst>
        </pc:spChg>
        <pc:spChg chg="add del mod">
          <ac:chgData name="Luca Longinotti" userId="4fe812bbf5e873c0" providerId="LiveId" clId="{ED5BFA4C-6A6C-4203-95DC-218005CAD3A0}" dt="2022-07-02T09:01:05.439" v="7577" actId="478"/>
          <ac:spMkLst>
            <pc:docMk/>
            <pc:sldMk cId="0" sldId="271"/>
            <ac:spMk id="45" creationId="{EB786604-DA13-4EE2-14B4-E4AC766375B8}"/>
          </ac:spMkLst>
        </pc:spChg>
        <pc:spChg chg="mod">
          <ac:chgData name="Luca Longinotti" userId="4fe812bbf5e873c0" providerId="LiveId" clId="{ED5BFA4C-6A6C-4203-95DC-218005CAD3A0}" dt="2022-07-02T08:51:52.800" v="7196" actId="20577"/>
          <ac:spMkLst>
            <pc:docMk/>
            <pc:sldMk cId="0" sldId="271"/>
            <ac:spMk id="363" creationId="{00000000-0000-0000-0000-000000000000}"/>
          </ac:spMkLst>
        </pc:spChg>
        <pc:spChg chg="mod">
          <ac:chgData name="Luca Longinotti" userId="4fe812bbf5e873c0" providerId="LiveId" clId="{ED5BFA4C-6A6C-4203-95DC-218005CAD3A0}" dt="2022-07-02T08:41:26.877" v="6674" actId="255"/>
          <ac:spMkLst>
            <pc:docMk/>
            <pc:sldMk cId="0" sldId="271"/>
            <ac:spMk id="364" creationId="{00000000-0000-0000-0000-000000000000}"/>
          </ac:spMkLst>
        </pc:spChg>
        <pc:spChg chg="mod">
          <ac:chgData name="Luca Longinotti" userId="4fe812bbf5e873c0" providerId="LiveId" clId="{ED5BFA4C-6A6C-4203-95DC-218005CAD3A0}" dt="2022-07-02T08:41:36.876" v="6685" actId="20577"/>
          <ac:spMkLst>
            <pc:docMk/>
            <pc:sldMk cId="0" sldId="271"/>
            <ac:spMk id="369" creationId="{00000000-0000-0000-0000-000000000000}"/>
          </ac:spMkLst>
        </pc:spChg>
        <pc:spChg chg="mod">
          <ac:chgData name="Luca Longinotti" userId="4fe812bbf5e873c0" providerId="LiveId" clId="{ED5BFA4C-6A6C-4203-95DC-218005CAD3A0}" dt="2022-07-02T08:43:07.642" v="6756" actId="1076"/>
          <ac:spMkLst>
            <pc:docMk/>
            <pc:sldMk cId="0" sldId="271"/>
            <ac:spMk id="372" creationId="{00000000-0000-0000-0000-000000000000}"/>
          </ac:spMkLst>
        </pc:spChg>
        <pc:spChg chg="mod">
          <ac:chgData name="Luca Longinotti" userId="4fe812bbf5e873c0" providerId="LiveId" clId="{ED5BFA4C-6A6C-4203-95DC-218005CAD3A0}" dt="2022-07-02T08:43:58.750" v="6819" actId="255"/>
          <ac:spMkLst>
            <pc:docMk/>
            <pc:sldMk cId="0" sldId="271"/>
            <ac:spMk id="374" creationId="{00000000-0000-0000-0000-000000000000}"/>
          </ac:spMkLst>
        </pc:spChg>
        <pc:spChg chg="mod">
          <ac:chgData name="Luca Longinotti" userId="4fe812bbf5e873c0" providerId="LiveId" clId="{ED5BFA4C-6A6C-4203-95DC-218005CAD3A0}" dt="2022-07-02T08:42:21.801" v="6727" actId="20577"/>
          <ac:spMkLst>
            <pc:docMk/>
            <pc:sldMk cId="0" sldId="271"/>
            <ac:spMk id="376" creationId="{00000000-0000-0000-0000-000000000000}"/>
          </ac:spMkLst>
        </pc:spChg>
        <pc:spChg chg="mod">
          <ac:chgData name="Luca Longinotti" userId="4fe812bbf5e873c0" providerId="LiveId" clId="{ED5BFA4C-6A6C-4203-95DC-218005CAD3A0}" dt="2022-07-02T08:43:00.063" v="6755" actId="1076"/>
          <ac:spMkLst>
            <pc:docMk/>
            <pc:sldMk cId="0" sldId="271"/>
            <ac:spMk id="378" creationId="{00000000-0000-0000-0000-000000000000}"/>
          </ac:spMkLst>
        </pc:spChg>
        <pc:spChg chg="del">
          <ac:chgData name="Luca Longinotti" userId="4fe812bbf5e873c0" providerId="LiveId" clId="{ED5BFA4C-6A6C-4203-95DC-218005CAD3A0}" dt="2022-07-02T08:44:07.289" v="6820" actId="478"/>
          <ac:spMkLst>
            <pc:docMk/>
            <pc:sldMk cId="0" sldId="271"/>
            <ac:spMk id="379" creationId="{00000000-0000-0000-0000-000000000000}"/>
          </ac:spMkLst>
        </pc:spChg>
        <pc:spChg chg="del">
          <ac:chgData name="Luca Longinotti" userId="4fe812bbf5e873c0" providerId="LiveId" clId="{ED5BFA4C-6A6C-4203-95DC-218005CAD3A0}" dt="2022-07-02T08:44:09.408" v="6822" actId="478"/>
          <ac:spMkLst>
            <pc:docMk/>
            <pc:sldMk cId="0" sldId="271"/>
            <ac:spMk id="381" creationId="{00000000-0000-0000-0000-000000000000}"/>
          </ac:spMkLst>
        </pc:spChg>
        <pc:spChg chg="del">
          <ac:chgData name="Luca Longinotti" userId="4fe812bbf5e873c0" providerId="LiveId" clId="{ED5BFA4C-6A6C-4203-95DC-218005CAD3A0}" dt="2022-07-02T08:44:14.986" v="6825" actId="478"/>
          <ac:spMkLst>
            <pc:docMk/>
            <pc:sldMk cId="0" sldId="271"/>
            <ac:spMk id="383" creationId="{00000000-0000-0000-0000-000000000000}"/>
          </ac:spMkLst>
        </pc:spChg>
        <pc:spChg chg="del">
          <ac:chgData name="Luca Longinotti" userId="4fe812bbf5e873c0" providerId="LiveId" clId="{ED5BFA4C-6A6C-4203-95DC-218005CAD3A0}" dt="2022-07-02T08:44:12.506" v="6824" actId="478"/>
          <ac:spMkLst>
            <pc:docMk/>
            <pc:sldMk cId="0" sldId="271"/>
            <ac:spMk id="385" creationId="{00000000-0000-0000-0000-000000000000}"/>
          </ac:spMkLst>
        </pc:spChg>
        <pc:spChg chg="del">
          <ac:chgData name="Luca Longinotti" userId="4fe812bbf5e873c0" providerId="LiveId" clId="{ED5BFA4C-6A6C-4203-95DC-218005CAD3A0}" dt="2022-07-02T08:44:15.932" v="6826" actId="478"/>
          <ac:spMkLst>
            <pc:docMk/>
            <pc:sldMk cId="0" sldId="271"/>
            <ac:spMk id="387" creationId="{00000000-0000-0000-0000-000000000000}"/>
          </ac:spMkLst>
        </pc:spChg>
        <pc:spChg chg="mod">
          <ac:chgData name="Luca Longinotti" userId="4fe812bbf5e873c0" providerId="LiveId" clId="{ED5BFA4C-6A6C-4203-95DC-218005CAD3A0}" dt="2022-07-02T08:58:30.565" v="7503" actId="1076"/>
          <ac:spMkLst>
            <pc:docMk/>
            <pc:sldMk cId="0" sldId="271"/>
            <ac:spMk id="388" creationId="{00000000-0000-0000-0000-000000000000}"/>
          </ac:spMkLst>
        </pc:spChg>
        <pc:spChg chg="del">
          <ac:chgData name="Luca Longinotti" userId="4fe812bbf5e873c0" providerId="LiveId" clId="{ED5BFA4C-6A6C-4203-95DC-218005CAD3A0}" dt="2022-07-02T08:44:35.059" v="6833" actId="478"/>
          <ac:spMkLst>
            <pc:docMk/>
            <pc:sldMk cId="0" sldId="271"/>
            <ac:spMk id="391" creationId="{00000000-0000-0000-0000-000000000000}"/>
          </ac:spMkLst>
        </pc:spChg>
        <pc:spChg chg="del">
          <ac:chgData name="Luca Longinotti" userId="4fe812bbf5e873c0" providerId="LiveId" clId="{ED5BFA4C-6A6C-4203-95DC-218005CAD3A0}" dt="2022-07-02T08:44:36.217" v="6834" actId="478"/>
          <ac:spMkLst>
            <pc:docMk/>
            <pc:sldMk cId="0" sldId="271"/>
            <ac:spMk id="393" creationId="{00000000-0000-0000-0000-000000000000}"/>
          </ac:spMkLst>
        </pc:spChg>
        <pc:spChg chg="del">
          <ac:chgData name="Luca Longinotti" userId="4fe812bbf5e873c0" providerId="LiveId" clId="{ED5BFA4C-6A6C-4203-95DC-218005CAD3A0}" dt="2022-07-02T08:44:37.809" v="6835" actId="478"/>
          <ac:spMkLst>
            <pc:docMk/>
            <pc:sldMk cId="0" sldId="271"/>
            <ac:spMk id="395" creationId="{00000000-0000-0000-0000-000000000000}"/>
          </ac:spMkLst>
        </pc:spChg>
        <pc:spChg chg="add del mod">
          <ac:chgData name="Luca Longinotti" userId="4fe812bbf5e873c0" providerId="LiveId" clId="{ED5BFA4C-6A6C-4203-95DC-218005CAD3A0}" dt="2022-07-02T08:45:41.518" v="6940" actId="1076"/>
          <ac:spMkLst>
            <pc:docMk/>
            <pc:sldMk cId="0" sldId="271"/>
            <ac:spMk id="396" creationId="{00000000-0000-0000-0000-000000000000}"/>
          </ac:spMkLst>
        </pc:spChg>
        <pc:spChg chg="del">
          <ac:chgData name="Luca Longinotti" userId="4fe812bbf5e873c0" providerId="LiveId" clId="{ED5BFA4C-6A6C-4203-95DC-218005CAD3A0}" dt="2022-07-02T08:45:19.167" v="6867" actId="478"/>
          <ac:spMkLst>
            <pc:docMk/>
            <pc:sldMk cId="0" sldId="271"/>
            <ac:spMk id="397" creationId="{00000000-0000-0000-0000-000000000000}"/>
          </ac:spMkLst>
        </pc:spChg>
        <pc:cxnChg chg="add del mod">
          <ac:chgData name="Luca Longinotti" userId="4fe812bbf5e873c0" providerId="LiveId" clId="{ED5BFA4C-6A6C-4203-95DC-218005CAD3A0}" dt="2022-07-02T09:01:03.227" v="7576" actId="478"/>
          <ac:cxnSpMkLst>
            <pc:docMk/>
            <pc:sldMk cId="0" sldId="271"/>
            <ac:cxnSpMk id="42" creationId="{10F18AF5-7627-FCE7-C063-D6F7528E02B2}"/>
          </ac:cxnSpMkLst>
        </pc:cxnChg>
        <pc:cxnChg chg="add del mod">
          <ac:chgData name="Luca Longinotti" userId="4fe812bbf5e873c0" providerId="LiveId" clId="{ED5BFA4C-6A6C-4203-95DC-218005CAD3A0}" dt="2022-07-02T09:00:49.150" v="7570" actId="478"/>
          <ac:cxnSpMkLst>
            <pc:docMk/>
            <pc:sldMk cId="0" sldId="271"/>
            <ac:cxnSpMk id="44" creationId="{3961723B-304E-EDD6-2C1B-EAFC41F10D4A}"/>
          </ac:cxnSpMkLst>
        </pc:cxnChg>
        <pc:cxnChg chg="mod">
          <ac:chgData name="Luca Longinotti" userId="4fe812bbf5e873c0" providerId="LiveId" clId="{ED5BFA4C-6A6C-4203-95DC-218005CAD3A0}" dt="2022-07-02T08:42:29.246" v="6728" actId="14100"/>
          <ac:cxnSpMkLst>
            <pc:docMk/>
            <pc:sldMk cId="0" sldId="271"/>
            <ac:cxnSpMk id="371" creationId="{00000000-0000-0000-0000-000000000000}"/>
          </ac:cxnSpMkLst>
        </pc:cxnChg>
        <pc:cxnChg chg="del">
          <ac:chgData name="Luca Longinotti" userId="4fe812bbf5e873c0" providerId="LiveId" clId="{ED5BFA4C-6A6C-4203-95DC-218005CAD3A0}" dt="2022-07-02T08:44:08.521" v="6821" actId="478"/>
          <ac:cxnSpMkLst>
            <pc:docMk/>
            <pc:sldMk cId="0" sldId="271"/>
            <ac:cxnSpMk id="380" creationId="{00000000-0000-0000-0000-000000000000}"/>
          </ac:cxnSpMkLst>
        </pc:cxnChg>
        <pc:cxnChg chg="del">
          <ac:chgData name="Luca Longinotti" userId="4fe812bbf5e873c0" providerId="LiveId" clId="{ED5BFA4C-6A6C-4203-95DC-218005CAD3A0}" dt="2022-07-02T08:44:16.687" v="6827" actId="478"/>
          <ac:cxnSpMkLst>
            <pc:docMk/>
            <pc:sldMk cId="0" sldId="271"/>
            <ac:cxnSpMk id="382" creationId="{00000000-0000-0000-0000-000000000000}"/>
          </ac:cxnSpMkLst>
        </pc:cxnChg>
        <pc:cxnChg chg="del">
          <ac:chgData name="Luca Longinotti" userId="4fe812bbf5e873c0" providerId="LiveId" clId="{ED5BFA4C-6A6C-4203-95DC-218005CAD3A0}" dt="2022-07-02T08:44:10.534" v="6823" actId="478"/>
          <ac:cxnSpMkLst>
            <pc:docMk/>
            <pc:sldMk cId="0" sldId="271"/>
            <ac:cxnSpMk id="384" creationId="{00000000-0000-0000-0000-000000000000}"/>
          </ac:cxnSpMkLst>
        </pc:cxnChg>
        <pc:cxnChg chg="del">
          <ac:chgData name="Luca Longinotti" userId="4fe812bbf5e873c0" providerId="LiveId" clId="{ED5BFA4C-6A6C-4203-95DC-218005CAD3A0}" dt="2022-07-02T08:44:17.745" v="6828" actId="478"/>
          <ac:cxnSpMkLst>
            <pc:docMk/>
            <pc:sldMk cId="0" sldId="271"/>
            <ac:cxnSpMk id="386" creationId="{00000000-0000-0000-0000-000000000000}"/>
          </ac:cxnSpMkLst>
        </pc:cxnChg>
        <pc:cxnChg chg="mod">
          <ac:chgData name="Luca Longinotti" userId="4fe812bbf5e873c0" providerId="LiveId" clId="{ED5BFA4C-6A6C-4203-95DC-218005CAD3A0}" dt="2022-07-02T08:58:30.565" v="7503" actId="1076"/>
          <ac:cxnSpMkLst>
            <pc:docMk/>
            <pc:sldMk cId="0" sldId="271"/>
            <ac:cxnSpMk id="389" creationId="{00000000-0000-0000-0000-000000000000}"/>
          </ac:cxnSpMkLst>
        </pc:cxnChg>
        <pc:cxnChg chg="del">
          <ac:chgData name="Luca Longinotti" userId="4fe812bbf5e873c0" providerId="LiveId" clId="{ED5BFA4C-6A6C-4203-95DC-218005CAD3A0}" dt="2022-07-02T08:45:20.699" v="6868" actId="478"/>
          <ac:cxnSpMkLst>
            <pc:docMk/>
            <pc:sldMk cId="0" sldId="271"/>
            <ac:cxnSpMk id="390" creationId="{00000000-0000-0000-0000-000000000000}"/>
          </ac:cxnSpMkLst>
        </pc:cxnChg>
        <pc:cxnChg chg="del mod">
          <ac:chgData name="Luca Longinotti" userId="4fe812bbf5e873c0" providerId="LiveId" clId="{ED5BFA4C-6A6C-4203-95DC-218005CAD3A0}" dt="2022-07-02T08:44:33.474" v="6832" actId="478"/>
          <ac:cxnSpMkLst>
            <pc:docMk/>
            <pc:sldMk cId="0" sldId="271"/>
            <ac:cxnSpMk id="392" creationId="{00000000-0000-0000-0000-000000000000}"/>
          </ac:cxnSpMkLst>
        </pc:cxnChg>
        <pc:cxnChg chg="mod">
          <ac:chgData name="Luca Longinotti" userId="4fe812bbf5e873c0" providerId="LiveId" clId="{ED5BFA4C-6A6C-4203-95DC-218005CAD3A0}" dt="2022-07-02T08:44:42.342" v="6836" actId="14100"/>
          <ac:cxnSpMkLst>
            <pc:docMk/>
            <pc:sldMk cId="0" sldId="271"/>
            <ac:cxnSpMk id="394" creationId="{00000000-0000-0000-0000-000000000000}"/>
          </ac:cxnSpMkLst>
        </pc:cxnChg>
      </pc:sldChg>
      <pc:sldChg chg="addSp delSp modSp new del mod">
        <pc:chgData name="Luca Longinotti" userId="4fe812bbf5e873c0" providerId="LiveId" clId="{ED5BFA4C-6A6C-4203-95DC-218005CAD3A0}" dt="2022-06-27T16:29:44.270" v="4525" actId="47"/>
        <pc:sldMkLst>
          <pc:docMk/>
          <pc:sldMk cId="1577859207" sldId="271"/>
        </pc:sldMkLst>
        <pc:spChg chg="del">
          <ac:chgData name="Luca Longinotti" userId="4fe812bbf5e873c0" providerId="LiveId" clId="{ED5BFA4C-6A6C-4203-95DC-218005CAD3A0}" dt="2022-06-27T14:15:29.678" v="3897" actId="478"/>
          <ac:spMkLst>
            <pc:docMk/>
            <pc:sldMk cId="1577859207" sldId="271"/>
            <ac:spMk id="2" creationId="{14033161-BEF3-96F5-ECF4-E0293DB0ACEB}"/>
          </ac:spMkLst>
        </pc:spChg>
        <pc:spChg chg="del">
          <ac:chgData name="Luca Longinotti" userId="4fe812bbf5e873c0" providerId="LiveId" clId="{ED5BFA4C-6A6C-4203-95DC-218005CAD3A0}" dt="2022-06-27T14:15:31.989" v="3898" actId="478"/>
          <ac:spMkLst>
            <pc:docMk/>
            <pc:sldMk cId="1577859207" sldId="271"/>
            <ac:spMk id="3" creationId="{75477AB8-B82C-523E-F3B0-7774A9E81B33}"/>
          </ac:spMkLst>
        </pc:spChg>
        <pc:spChg chg="add mod">
          <ac:chgData name="Luca Longinotti" userId="4fe812bbf5e873c0" providerId="LiveId" clId="{ED5BFA4C-6A6C-4203-95DC-218005CAD3A0}" dt="2022-06-27T14:16:11.256" v="3925" actId="20577"/>
          <ac:spMkLst>
            <pc:docMk/>
            <pc:sldMk cId="1577859207" sldId="271"/>
            <ac:spMk id="4" creationId="{C323C69B-47F2-6E94-638C-DDB38E64DA4C}"/>
          </ac:spMkLst>
        </pc:spChg>
      </pc:sldChg>
      <pc:sldChg chg="addSp delSp modSp add mod">
        <pc:chgData name="Luca Longinotti" userId="4fe812bbf5e873c0" providerId="LiveId" clId="{ED5BFA4C-6A6C-4203-95DC-218005CAD3A0}" dt="2022-06-28T12:52:50.485" v="5582" actId="2"/>
        <pc:sldMkLst>
          <pc:docMk/>
          <pc:sldMk cId="2624853299" sldId="272"/>
        </pc:sldMkLst>
        <pc:spChg chg="mod">
          <ac:chgData name="Luca Longinotti" userId="4fe812bbf5e873c0" providerId="LiveId" clId="{ED5BFA4C-6A6C-4203-95DC-218005CAD3A0}" dt="2022-06-28T12:52:42.720" v="5554" actId="2"/>
          <ac:spMkLst>
            <pc:docMk/>
            <pc:sldMk cId="2624853299" sldId="272"/>
            <ac:spMk id="4" creationId="{96D4395D-0C59-0174-7F22-0DDADF24CED6}"/>
          </ac:spMkLst>
        </pc:spChg>
        <pc:spChg chg="mod">
          <ac:chgData name="Luca Longinotti" userId="4fe812bbf5e873c0" providerId="LiveId" clId="{ED5BFA4C-6A6C-4203-95DC-218005CAD3A0}" dt="2022-06-28T10:30:06.020" v="5418" actId="108"/>
          <ac:spMkLst>
            <pc:docMk/>
            <pc:sldMk cId="2624853299" sldId="272"/>
            <ac:spMk id="5" creationId="{DD9E13D2-F3EC-B8D6-B93A-7B2B90A8F543}"/>
          </ac:spMkLst>
        </pc:spChg>
        <pc:spChg chg="mod">
          <ac:chgData name="Luca Longinotti" userId="4fe812bbf5e873c0" providerId="LiveId" clId="{ED5BFA4C-6A6C-4203-95DC-218005CAD3A0}" dt="2022-06-28T12:52:43.344" v="5556" actId="2"/>
          <ac:spMkLst>
            <pc:docMk/>
            <pc:sldMk cId="2624853299" sldId="272"/>
            <ac:spMk id="6" creationId="{C37C98CC-E717-67D8-8E98-91A61F51C47C}"/>
          </ac:spMkLst>
        </pc:spChg>
        <pc:spChg chg="mod">
          <ac:chgData name="Luca Longinotti" userId="4fe812bbf5e873c0" providerId="LiveId" clId="{ED5BFA4C-6A6C-4203-95DC-218005CAD3A0}" dt="2022-06-28T10:28:48.797" v="5401" actId="1076"/>
          <ac:spMkLst>
            <pc:docMk/>
            <pc:sldMk cId="2624853299" sldId="272"/>
            <ac:spMk id="7" creationId="{45646C1B-9A7A-4088-F90D-BBB15FC81A6B}"/>
          </ac:spMkLst>
        </pc:spChg>
        <pc:spChg chg="del">
          <ac:chgData name="Luca Longinotti" userId="4fe812bbf5e873c0" providerId="LiveId" clId="{ED5BFA4C-6A6C-4203-95DC-218005CAD3A0}" dt="2022-06-28T10:15:31.351" v="5317" actId="478"/>
          <ac:spMkLst>
            <pc:docMk/>
            <pc:sldMk cId="2624853299" sldId="272"/>
            <ac:spMk id="9" creationId="{F4B69D26-5A0B-A695-73FE-648AB6668011}"/>
          </ac:spMkLst>
        </pc:spChg>
        <pc:spChg chg="mod">
          <ac:chgData name="Luca Longinotti" userId="4fe812bbf5e873c0" providerId="LiveId" clId="{ED5BFA4C-6A6C-4203-95DC-218005CAD3A0}" dt="2022-06-28T12:52:43.668" v="5557" actId="2"/>
          <ac:spMkLst>
            <pc:docMk/>
            <pc:sldMk cId="2624853299" sldId="272"/>
            <ac:spMk id="19" creationId="{55CB786A-94C1-5CA8-2527-33E3A936CB92}"/>
          </ac:spMkLst>
        </pc:spChg>
        <pc:spChg chg="mod">
          <ac:chgData name="Luca Longinotti" userId="4fe812bbf5e873c0" providerId="LiveId" clId="{ED5BFA4C-6A6C-4203-95DC-218005CAD3A0}" dt="2022-06-28T10:29:04.117" v="5405" actId="1076"/>
          <ac:spMkLst>
            <pc:docMk/>
            <pc:sldMk cId="2624853299" sldId="272"/>
            <ac:spMk id="20" creationId="{B5E5386D-7675-90B1-2C92-0D21B17DE286}"/>
          </ac:spMkLst>
        </pc:spChg>
        <pc:spChg chg="mod">
          <ac:chgData name="Luca Longinotti" userId="4fe812bbf5e873c0" providerId="LiveId" clId="{ED5BFA4C-6A6C-4203-95DC-218005CAD3A0}" dt="2022-06-28T12:52:44.436" v="5559" actId="2"/>
          <ac:spMkLst>
            <pc:docMk/>
            <pc:sldMk cId="2624853299" sldId="272"/>
            <ac:spMk id="22" creationId="{C51E3ADB-B494-6B49-B00E-BDF4A1ED85C6}"/>
          </ac:spMkLst>
        </pc:spChg>
        <pc:spChg chg="add mod">
          <ac:chgData name="Luca Longinotti" userId="4fe812bbf5e873c0" providerId="LiveId" clId="{ED5BFA4C-6A6C-4203-95DC-218005CAD3A0}" dt="2022-06-28T12:52:47.560" v="5570" actId="2"/>
          <ac:spMkLst>
            <pc:docMk/>
            <pc:sldMk cId="2624853299" sldId="272"/>
            <ac:spMk id="23" creationId="{773A3B61-BE3B-4BFF-BCB4-CEE1B7AD66F7}"/>
          </ac:spMkLst>
        </pc:spChg>
        <pc:spChg chg="add mod">
          <ac:chgData name="Luca Longinotti" userId="4fe812bbf5e873c0" providerId="LiveId" clId="{ED5BFA4C-6A6C-4203-95DC-218005CAD3A0}" dt="2022-06-28T12:52:48.345" v="5574" actId="2"/>
          <ac:spMkLst>
            <pc:docMk/>
            <pc:sldMk cId="2624853299" sldId="272"/>
            <ac:spMk id="25" creationId="{FB07315A-520A-D6B1-9EB3-50E98334DA69}"/>
          </ac:spMkLst>
        </pc:spChg>
        <pc:spChg chg="mod">
          <ac:chgData name="Luca Longinotti" userId="4fe812bbf5e873c0" providerId="LiveId" clId="{ED5BFA4C-6A6C-4203-95DC-218005CAD3A0}" dt="2022-06-27T16:52:16.267" v="4817" actId="1076"/>
          <ac:spMkLst>
            <pc:docMk/>
            <pc:sldMk cId="2624853299" sldId="272"/>
            <ac:spMk id="26" creationId="{F0F0D59D-DC58-4CD7-A0AF-D12BCCC09147}"/>
          </ac:spMkLst>
        </pc:spChg>
        <pc:spChg chg="mod">
          <ac:chgData name="Luca Longinotti" userId="4fe812bbf5e873c0" providerId="LiveId" clId="{ED5BFA4C-6A6C-4203-95DC-218005CAD3A0}" dt="2022-06-28T12:52:44.644" v="5560" actId="2"/>
          <ac:spMkLst>
            <pc:docMk/>
            <pc:sldMk cId="2624853299" sldId="272"/>
            <ac:spMk id="27" creationId="{1081E857-5BE1-234A-443B-243B5391AB94}"/>
          </ac:spMkLst>
        </pc:spChg>
        <pc:spChg chg="del mod">
          <ac:chgData name="Luca Longinotti" userId="4fe812bbf5e873c0" providerId="LiveId" clId="{ED5BFA4C-6A6C-4203-95DC-218005CAD3A0}" dt="2022-06-27T16:49:32.010" v="4713" actId="478"/>
          <ac:spMkLst>
            <pc:docMk/>
            <pc:sldMk cId="2624853299" sldId="272"/>
            <ac:spMk id="28" creationId="{CC2975ED-5354-F5A9-455A-15D08CAE1046}"/>
          </ac:spMkLst>
        </pc:spChg>
        <pc:spChg chg="add del mod">
          <ac:chgData name="Luca Longinotti" userId="4fe812bbf5e873c0" providerId="LiveId" clId="{ED5BFA4C-6A6C-4203-95DC-218005CAD3A0}" dt="2022-06-27T16:52:23.140" v="4820" actId="478"/>
          <ac:spMkLst>
            <pc:docMk/>
            <pc:sldMk cId="2624853299" sldId="272"/>
            <ac:spMk id="29" creationId="{2B6B7A5A-0020-61EC-ECB8-15F2DE02F77E}"/>
          </ac:spMkLst>
        </pc:spChg>
        <pc:spChg chg="add mod">
          <ac:chgData name="Luca Longinotti" userId="4fe812bbf5e873c0" providerId="LiveId" clId="{ED5BFA4C-6A6C-4203-95DC-218005CAD3A0}" dt="2022-06-28T12:52:50.022" v="5580" actId="2"/>
          <ac:spMkLst>
            <pc:docMk/>
            <pc:sldMk cId="2624853299" sldId="272"/>
            <ac:spMk id="29" creationId="{A600B385-5BF2-462D-FE81-F5813A70A1C2}"/>
          </ac:spMkLst>
        </pc:spChg>
        <pc:spChg chg="add del mod">
          <ac:chgData name="Luca Longinotti" userId="4fe812bbf5e873c0" providerId="LiveId" clId="{ED5BFA4C-6A6C-4203-95DC-218005CAD3A0}" dt="2022-06-28T12:52:48.715" v="5576" actId="2"/>
          <ac:spMkLst>
            <pc:docMk/>
            <pc:sldMk cId="2624853299" sldId="272"/>
            <ac:spMk id="31" creationId="{D14362D3-151D-18E0-0059-D54EE9423534}"/>
          </ac:spMkLst>
        </pc:spChg>
        <pc:spChg chg="mod">
          <ac:chgData name="Luca Longinotti" userId="4fe812bbf5e873c0" providerId="LiveId" clId="{ED5BFA4C-6A6C-4203-95DC-218005CAD3A0}" dt="2022-06-28T10:29:33.504" v="5413" actId="1076"/>
          <ac:spMkLst>
            <pc:docMk/>
            <pc:sldMk cId="2624853299" sldId="272"/>
            <ac:spMk id="32" creationId="{1CB163C5-792C-3767-09F2-961BF4AC4C38}"/>
          </ac:spMkLst>
        </pc:spChg>
        <pc:spChg chg="add del mod">
          <ac:chgData name="Luca Longinotti" userId="4fe812bbf5e873c0" providerId="LiveId" clId="{ED5BFA4C-6A6C-4203-95DC-218005CAD3A0}" dt="2022-06-27T16:52:30.566" v="4824" actId="478"/>
          <ac:spMkLst>
            <pc:docMk/>
            <pc:sldMk cId="2624853299" sldId="272"/>
            <ac:spMk id="33" creationId="{435D8F4A-E76A-07EF-5858-BDE0D7117260}"/>
          </ac:spMkLst>
        </pc:spChg>
        <pc:spChg chg="add mod">
          <ac:chgData name="Luca Longinotti" userId="4fe812bbf5e873c0" providerId="LiveId" clId="{ED5BFA4C-6A6C-4203-95DC-218005CAD3A0}" dt="2022-06-28T12:52:50.246" v="5581" actId="2"/>
          <ac:spMkLst>
            <pc:docMk/>
            <pc:sldMk cId="2624853299" sldId="272"/>
            <ac:spMk id="33" creationId="{ED94235A-6E1D-ED21-F49F-9860AD7656DC}"/>
          </ac:spMkLst>
        </pc:spChg>
        <pc:spChg chg="add mod">
          <ac:chgData name="Luca Longinotti" userId="4fe812bbf5e873c0" providerId="LiveId" clId="{ED5BFA4C-6A6C-4203-95DC-218005CAD3A0}" dt="2022-06-27T16:52:35.808" v="4826" actId="1076"/>
          <ac:spMkLst>
            <pc:docMk/>
            <pc:sldMk cId="2624853299" sldId="272"/>
            <ac:spMk id="35" creationId="{A8E0BA38-60B6-4250-0C0C-6478D702754E}"/>
          </ac:spMkLst>
        </pc:spChg>
        <pc:spChg chg="mod">
          <ac:chgData name="Luca Longinotti" userId="4fe812bbf5e873c0" providerId="LiveId" clId="{ED5BFA4C-6A6C-4203-95DC-218005CAD3A0}" dt="2022-06-28T12:52:45.445" v="5563" actId="2"/>
          <ac:spMkLst>
            <pc:docMk/>
            <pc:sldMk cId="2624853299" sldId="272"/>
            <ac:spMk id="36" creationId="{48C53A7F-726A-E9C6-709F-FB55D8B8394C}"/>
          </ac:spMkLst>
        </pc:spChg>
        <pc:spChg chg="mod">
          <ac:chgData name="Luca Longinotti" userId="4fe812bbf5e873c0" providerId="LiveId" clId="{ED5BFA4C-6A6C-4203-95DC-218005CAD3A0}" dt="2022-06-28T12:52:46.840" v="5567" actId="2"/>
          <ac:spMkLst>
            <pc:docMk/>
            <pc:sldMk cId="2624853299" sldId="272"/>
            <ac:spMk id="37" creationId="{4BDCF65A-7163-573A-BFBF-5350CA8593B4}"/>
          </ac:spMkLst>
        </pc:spChg>
        <pc:spChg chg="add mod">
          <ac:chgData name="Luca Longinotti" userId="4fe812bbf5e873c0" providerId="LiveId" clId="{ED5BFA4C-6A6C-4203-95DC-218005CAD3A0}" dt="2022-06-28T12:52:48.889" v="5577" actId="2"/>
          <ac:spMkLst>
            <pc:docMk/>
            <pc:sldMk cId="2624853299" sldId="272"/>
            <ac:spMk id="39" creationId="{6A804851-09E9-FE33-4FEE-19F009163251}"/>
          </ac:spMkLst>
        </pc:spChg>
        <pc:spChg chg="add mod">
          <ac:chgData name="Luca Longinotti" userId="4fe812bbf5e873c0" providerId="LiveId" clId="{ED5BFA4C-6A6C-4203-95DC-218005CAD3A0}" dt="2022-06-28T12:52:50.485" v="5582" actId="2"/>
          <ac:spMkLst>
            <pc:docMk/>
            <pc:sldMk cId="2624853299" sldId="272"/>
            <ac:spMk id="51" creationId="{82E61F85-333C-5D72-6F0A-E3F6FD97F686}"/>
          </ac:spMkLst>
        </pc:spChg>
        <pc:cxnChg chg="mod">
          <ac:chgData name="Luca Longinotti" userId="4fe812bbf5e873c0" providerId="LiveId" clId="{ED5BFA4C-6A6C-4203-95DC-218005CAD3A0}" dt="2022-06-28T10:28:51.593" v="5402" actId="14100"/>
          <ac:cxnSpMkLst>
            <pc:docMk/>
            <pc:sldMk cId="2624853299" sldId="272"/>
            <ac:cxnSpMk id="8" creationId="{E4C6A5A1-7EE8-AB8C-FF22-2AD0BB41C8FF}"/>
          </ac:cxnSpMkLst>
        </pc:cxnChg>
        <pc:cxnChg chg="mod">
          <ac:chgData name="Luca Longinotti" userId="4fe812bbf5e873c0" providerId="LiveId" clId="{ED5BFA4C-6A6C-4203-95DC-218005CAD3A0}" dt="2022-06-28T10:15:14.935" v="5314" actId="14100"/>
          <ac:cxnSpMkLst>
            <pc:docMk/>
            <pc:sldMk cId="2624853299" sldId="272"/>
            <ac:cxnSpMk id="14" creationId="{84503667-0B8B-0B91-5D73-687E254FA396}"/>
          </ac:cxnSpMkLst>
        </pc:cxnChg>
        <pc:cxnChg chg="mod">
          <ac:chgData name="Luca Longinotti" userId="4fe812bbf5e873c0" providerId="LiveId" clId="{ED5BFA4C-6A6C-4203-95DC-218005CAD3A0}" dt="2022-06-28T12:40:37.987" v="5429" actId="14100"/>
          <ac:cxnSpMkLst>
            <pc:docMk/>
            <pc:sldMk cId="2624853299" sldId="272"/>
            <ac:cxnSpMk id="21" creationId="{401EFBF6-2877-1702-2808-36B04994D730}"/>
          </ac:cxnSpMkLst>
        </pc:cxnChg>
        <pc:cxnChg chg="mod">
          <ac:chgData name="Luca Longinotti" userId="4fe812bbf5e873c0" providerId="LiveId" clId="{ED5BFA4C-6A6C-4203-95DC-218005CAD3A0}" dt="2022-06-28T12:40:59.890" v="5434" actId="14100"/>
          <ac:cxnSpMkLst>
            <pc:docMk/>
            <pc:sldMk cId="2624853299" sldId="272"/>
            <ac:cxnSpMk id="24" creationId="{CFEB5828-96F2-BA29-15B6-8FDAF268A214}"/>
          </ac:cxnSpMkLst>
        </pc:cxnChg>
        <pc:cxnChg chg="mod">
          <ac:chgData name="Luca Longinotti" userId="4fe812bbf5e873c0" providerId="LiveId" clId="{ED5BFA4C-6A6C-4203-95DC-218005CAD3A0}" dt="2022-06-28T12:41:31.573" v="5440" actId="14100"/>
          <ac:cxnSpMkLst>
            <pc:docMk/>
            <pc:sldMk cId="2624853299" sldId="272"/>
            <ac:cxnSpMk id="30" creationId="{1929348D-01E0-A084-7EC9-B2A1C905DE4B}"/>
          </ac:cxnSpMkLst>
        </pc:cxnChg>
        <pc:cxnChg chg="mod">
          <ac:chgData name="Luca Longinotti" userId="4fe812bbf5e873c0" providerId="LiveId" clId="{ED5BFA4C-6A6C-4203-95DC-218005CAD3A0}" dt="2022-06-28T12:43:04.210" v="5457" actId="1076"/>
          <ac:cxnSpMkLst>
            <pc:docMk/>
            <pc:sldMk cId="2624853299" sldId="272"/>
            <ac:cxnSpMk id="34" creationId="{12A25C80-8FAB-25F9-A09B-837CA92A9A33}"/>
          </ac:cxnSpMkLst>
        </pc:cxnChg>
        <pc:cxnChg chg="add mod">
          <ac:chgData name="Luca Longinotti" userId="4fe812bbf5e873c0" providerId="LiveId" clId="{ED5BFA4C-6A6C-4203-95DC-218005CAD3A0}" dt="2022-06-28T12:46:58.414" v="5493" actId="1076"/>
          <ac:cxnSpMkLst>
            <pc:docMk/>
            <pc:sldMk cId="2624853299" sldId="272"/>
            <ac:cxnSpMk id="52" creationId="{F3E8D736-36FC-226F-3088-A6E45425DD2F}"/>
          </ac:cxnSpMkLst>
        </pc:cxnChg>
      </pc:sldChg>
      <pc:sldChg chg="addSp delSp modSp mod">
        <pc:chgData name="Luca Longinotti" userId="4fe812bbf5e873c0" providerId="LiveId" clId="{ED5BFA4C-6A6C-4203-95DC-218005CAD3A0}" dt="2022-07-02T08:51:27.264" v="7190" actId="14100"/>
        <pc:sldMkLst>
          <pc:docMk/>
          <pc:sldMk cId="3425753174" sldId="279"/>
        </pc:sldMkLst>
        <pc:spChg chg="add del mod">
          <ac:chgData name="Luca Longinotti" userId="4fe812bbf5e873c0" providerId="LiveId" clId="{ED5BFA4C-6A6C-4203-95DC-218005CAD3A0}" dt="2022-06-28T12:58:52.031" v="5729" actId="478"/>
          <ac:spMkLst>
            <pc:docMk/>
            <pc:sldMk cId="3425753174" sldId="279"/>
            <ac:spMk id="3" creationId="{5393BFBE-89E2-D8CB-7281-51437CF8333C}"/>
          </ac:spMkLst>
        </pc:spChg>
        <pc:spChg chg="del">
          <ac:chgData name="Luca Longinotti" userId="4fe812bbf5e873c0" providerId="LiveId" clId="{ED5BFA4C-6A6C-4203-95DC-218005CAD3A0}" dt="2022-06-28T12:58:49.903" v="5728" actId="478"/>
          <ac:spMkLst>
            <pc:docMk/>
            <pc:sldMk cId="3425753174" sldId="279"/>
            <ac:spMk id="4" creationId="{00000000-0000-0000-0000-000000000000}"/>
          </ac:spMkLst>
        </pc:spChg>
        <pc:spChg chg="mod">
          <ac:chgData name="Luca Longinotti" userId="4fe812bbf5e873c0" providerId="LiveId" clId="{ED5BFA4C-6A6C-4203-95DC-218005CAD3A0}" dt="2022-06-28T13:07:37.271" v="5937" actId="2"/>
          <ac:spMkLst>
            <pc:docMk/>
            <pc:sldMk cId="3425753174" sldId="279"/>
            <ac:spMk id="5" creationId="{00000000-0000-0000-0000-000000000000}"/>
          </ac:spMkLst>
        </pc:spChg>
        <pc:spChg chg="mod">
          <ac:chgData name="Luca Longinotti" userId="4fe812bbf5e873c0" providerId="LiveId" clId="{ED5BFA4C-6A6C-4203-95DC-218005CAD3A0}" dt="2022-06-28T13:07:37.664" v="5938" actId="2"/>
          <ac:spMkLst>
            <pc:docMk/>
            <pc:sldMk cId="3425753174" sldId="279"/>
            <ac:spMk id="8" creationId="{00000000-0000-0000-0000-000000000000}"/>
          </ac:spMkLst>
        </pc:spChg>
        <pc:spChg chg="mod">
          <ac:chgData name="Luca Longinotti" userId="4fe812bbf5e873c0" providerId="LiveId" clId="{ED5BFA4C-6A6C-4203-95DC-218005CAD3A0}" dt="2022-06-28T13:07:37.839" v="5939" actId="2"/>
          <ac:spMkLst>
            <pc:docMk/>
            <pc:sldMk cId="3425753174" sldId="279"/>
            <ac:spMk id="10" creationId="{00000000-0000-0000-0000-000000000000}"/>
          </ac:spMkLst>
        </pc:spChg>
        <pc:spChg chg="mod">
          <ac:chgData name="Luca Longinotti" userId="4fe812bbf5e873c0" providerId="LiveId" clId="{ED5BFA4C-6A6C-4203-95DC-218005CAD3A0}" dt="2022-06-28T13:07:38.303" v="5940" actId="2"/>
          <ac:spMkLst>
            <pc:docMk/>
            <pc:sldMk cId="3425753174" sldId="279"/>
            <ac:spMk id="13" creationId="{00000000-0000-0000-0000-000000000000}"/>
          </ac:spMkLst>
        </pc:spChg>
        <pc:spChg chg="mod">
          <ac:chgData name="Luca Longinotti" userId="4fe812bbf5e873c0" providerId="LiveId" clId="{ED5BFA4C-6A6C-4203-95DC-218005CAD3A0}" dt="2022-06-28T13:03:23.703" v="5849" actId="108"/>
          <ac:spMkLst>
            <pc:docMk/>
            <pc:sldMk cId="3425753174" sldId="279"/>
            <ac:spMk id="17" creationId="{00000000-0000-0000-0000-000000000000}"/>
          </ac:spMkLst>
        </pc:spChg>
        <pc:spChg chg="mod">
          <ac:chgData name="Luca Longinotti" userId="4fe812bbf5e873c0" providerId="LiveId" clId="{ED5BFA4C-6A6C-4203-95DC-218005CAD3A0}" dt="2022-06-28T13:07:38.526" v="5941" actId="2"/>
          <ac:spMkLst>
            <pc:docMk/>
            <pc:sldMk cId="3425753174" sldId="279"/>
            <ac:spMk id="21" creationId="{00000000-0000-0000-0000-000000000000}"/>
          </ac:spMkLst>
        </pc:spChg>
        <pc:spChg chg="mod">
          <ac:chgData name="Luca Longinotti" userId="4fe812bbf5e873c0" providerId="LiveId" clId="{ED5BFA4C-6A6C-4203-95DC-218005CAD3A0}" dt="2022-07-02T08:51:27.264" v="7190" actId="14100"/>
          <ac:spMkLst>
            <pc:docMk/>
            <pc:sldMk cId="3425753174" sldId="279"/>
            <ac:spMk id="27" creationId="{00000000-0000-0000-0000-000000000000}"/>
          </ac:spMkLst>
        </pc:spChg>
        <pc:spChg chg="mod">
          <ac:chgData name="Luca Longinotti" userId="4fe812bbf5e873c0" providerId="LiveId" clId="{ED5BFA4C-6A6C-4203-95DC-218005CAD3A0}" dt="2022-06-28T13:07:39.183" v="5943" actId="2"/>
          <ac:spMkLst>
            <pc:docMk/>
            <pc:sldMk cId="3425753174" sldId="279"/>
            <ac:spMk id="34" creationId="{00000000-0000-0000-0000-000000000000}"/>
          </ac:spMkLst>
        </pc:spChg>
        <pc:spChg chg="mod">
          <ac:chgData name="Luca Longinotti" userId="4fe812bbf5e873c0" providerId="LiveId" clId="{ED5BFA4C-6A6C-4203-95DC-218005CAD3A0}" dt="2022-06-28T13:07:39.375" v="5944" actId="2"/>
          <ac:spMkLst>
            <pc:docMk/>
            <pc:sldMk cId="3425753174" sldId="279"/>
            <ac:spMk id="37" creationId="{00000000-0000-0000-0000-000000000000}"/>
          </ac:spMkLst>
        </pc:spChg>
        <pc:spChg chg="mod">
          <ac:chgData name="Luca Longinotti" userId="4fe812bbf5e873c0" providerId="LiveId" clId="{ED5BFA4C-6A6C-4203-95DC-218005CAD3A0}" dt="2022-06-28T13:07:19.255" v="5935" actId="1076"/>
          <ac:spMkLst>
            <pc:docMk/>
            <pc:sldMk cId="3425753174" sldId="279"/>
            <ac:spMk id="39" creationId="{00000000-0000-0000-0000-000000000000}"/>
          </ac:spMkLst>
        </pc:spChg>
        <pc:spChg chg="add mod">
          <ac:chgData name="Luca Longinotti" userId="4fe812bbf5e873c0" providerId="LiveId" clId="{ED5BFA4C-6A6C-4203-95DC-218005CAD3A0}" dt="2022-06-28T13:07:47.994" v="5947" actId="1076"/>
          <ac:spMkLst>
            <pc:docMk/>
            <pc:sldMk cId="3425753174" sldId="279"/>
            <ac:spMk id="40" creationId="{85E86413-F3C7-401C-BBD9-C166B9FAB693}"/>
          </ac:spMkLst>
        </pc:spChg>
        <pc:spChg chg="mod">
          <ac:chgData name="Luca Longinotti" userId="4fe812bbf5e873c0" providerId="LiveId" clId="{ED5BFA4C-6A6C-4203-95DC-218005CAD3A0}" dt="2022-06-28T13:07:39.535" v="5945" actId="2"/>
          <ac:spMkLst>
            <pc:docMk/>
            <pc:sldMk cId="3425753174" sldId="279"/>
            <ac:spMk id="42" creationId="{00000000-0000-0000-0000-000000000000}"/>
          </ac:spMkLst>
        </pc:spChg>
        <pc:spChg chg="mod">
          <ac:chgData name="Luca Longinotti" userId="4fe812bbf5e873c0" providerId="LiveId" clId="{ED5BFA4C-6A6C-4203-95DC-218005CAD3A0}" dt="2022-06-28T13:07:39.715" v="5946" actId="2"/>
          <ac:spMkLst>
            <pc:docMk/>
            <pc:sldMk cId="3425753174" sldId="279"/>
            <ac:spMk id="43" creationId="{00000000-0000-0000-0000-000000000000}"/>
          </ac:spMkLst>
        </pc:spChg>
        <pc:cxnChg chg="mod">
          <ac:chgData name="Luca Longinotti" userId="4fe812bbf5e873c0" providerId="LiveId" clId="{ED5BFA4C-6A6C-4203-95DC-218005CAD3A0}" dt="2022-06-28T13:01:39.920" v="5809" actId="14100"/>
          <ac:cxnSpMkLst>
            <pc:docMk/>
            <pc:sldMk cId="3425753174" sldId="279"/>
            <ac:cxnSpMk id="6" creationId="{00000000-0000-0000-0000-000000000000}"/>
          </ac:cxnSpMkLst>
        </pc:cxnChg>
        <pc:cxnChg chg="mod">
          <ac:chgData name="Luca Longinotti" userId="4fe812bbf5e873c0" providerId="LiveId" clId="{ED5BFA4C-6A6C-4203-95DC-218005CAD3A0}" dt="2022-06-28T13:01:40.482" v="5810" actId="14100"/>
          <ac:cxnSpMkLst>
            <pc:docMk/>
            <pc:sldMk cId="3425753174" sldId="279"/>
            <ac:cxnSpMk id="11" creationId="{00000000-0000-0000-0000-000000000000}"/>
          </ac:cxnSpMkLst>
        </pc:cxnChg>
        <pc:cxnChg chg="mod">
          <ac:chgData name="Luca Longinotti" userId="4fe812bbf5e873c0" providerId="LiveId" clId="{ED5BFA4C-6A6C-4203-95DC-218005CAD3A0}" dt="2022-06-28T13:05:54.152" v="5899" actId="14100"/>
          <ac:cxnSpMkLst>
            <pc:docMk/>
            <pc:sldMk cId="3425753174" sldId="279"/>
            <ac:cxnSpMk id="35" creationId="{00000000-0000-0000-0000-000000000000}"/>
          </ac:cxnSpMkLst>
        </pc:cxnChg>
        <pc:cxnChg chg="mod">
          <ac:chgData name="Luca Longinotti" userId="4fe812bbf5e873c0" providerId="LiveId" clId="{ED5BFA4C-6A6C-4203-95DC-218005CAD3A0}" dt="2022-06-28T13:07:19.255" v="5935" actId="1076"/>
          <ac:cxnSpMkLst>
            <pc:docMk/>
            <pc:sldMk cId="3425753174" sldId="279"/>
            <ac:cxnSpMk id="38" creationId="{00000000-0000-0000-0000-000000000000}"/>
          </ac:cxnSpMkLst>
        </pc:cxnChg>
        <pc:cxnChg chg="mod">
          <ac:chgData name="Luca Longinotti" userId="4fe812bbf5e873c0" providerId="LiveId" clId="{ED5BFA4C-6A6C-4203-95DC-218005CAD3A0}" dt="2022-06-28T13:07:25.278" v="5936" actId="14100"/>
          <ac:cxnSpMkLst>
            <pc:docMk/>
            <pc:sldMk cId="3425753174" sldId="279"/>
            <ac:cxnSpMk id="48" creationId="{00000000-0000-0000-0000-000000000000}"/>
          </ac:cxnSpMkLst>
        </pc:cxnChg>
      </pc:sldChg>
      <pc:sldChg chg="add del">
        <pc:chgData name="Luca Longinotti" userId="4fe812bbf5e873c0" providerId="LiveId" clId="{ED5BFA4C-6A6C-4203-95DC-218005CAD3A0}" dt="2022-06-28T13:09:15.654" v="5949" actId="47"/>
        <pc:sldMkLst>
          <pc:docMk/>
          <pc:sldMk cId="3149118680" sldId="280"/>
        </pc:sldMkLst>
      </pc:sldChg>
      <pc:sldChg chg="addSp delSp modSp mod">
        <pc:chgData name="Luca Longinotti" userId="4fe812bbf5e873c0" providerId="LiveId" clId="{ED5BFA4C-6A6C-4203-95DC-218005CAD3A0}" dt="2022-07-02T08:20:54.601" v="6261" actId="478"/>
        <pc:sldMkLst>
          <pc:docMk/>
          <pc:sldMk cId="1817528031" sldId="281"/>
        </pc:sldMkLst>
        <pc:spChg chg="add del mod">
          <ac:chgData name="Luca Longinotti" userId="4fe812bbf5e873c0" providerId="LiveId" clId="{ED5BFA4C-6A6C-4203-95DC-218005CAD3A0}" dt="2022-06-28T13:09:33.130" v="5953" actId="478"/>
          <ac:spMkLst>
            <pc:docMk/>
            <pc:sldMk cId="1817528031" sldId="281"/>
            <ac:spMk id="3" creationId="{4FD06511-B5B8-E907-29AA-1E8856373509}"/>
          </ac:spMkLst>
        </pc:spChg>
        <pc:spChg chg="del mod">
          <ac:chgData name="Luca Longinotti" userId="4fe812bbf5e873c0" providerId="LiveId" clId="{ED5BFA4C-6A6C-4203-95DC-218005CAD3A0}" dt="2022-06-28T13:09:31.234" v="5952" actId="478"/>
          <ac:spMkLst>
            <pc:docMk/>
            <pc:sldMk cId="1817528031" sldId="281"/>
            <ac:spMk id="4" creationId="{00000000-0000-0000-0000-000000000000}"/>
          </ac:spMkLst>
        </pc:spChg>
        <pc:spChg chg="mod">
          <ac:chgData name="Luca Longinotti" userId="4fe812bbf5e873c0" providerId="LiveId" clId="{ED5BFA4C-6A6C-4203-95DC-218005CAD3A0}" dt="2022-06-28T13:16:26.195" v="6234" actId="2"/>
          <ac:spMkLst>
            <pc:docMk/>
            <pc:sldMk cId="1817528031" sldId="281"/>
            <ac:spMk id="10" creationId="{00000000-0000-0000-0000-000000000000}"/>
          </ac:spMkLst>
        </pc:spChg>
        <pc:spChg chg="mod">
          <ac:chgData name="Luca Longinotti" userId="4fe812bbf5e873c0" providerId="LiveId" clId="{ED5BFA4C-6A6C-4203-95DC-218005CAD3A0}" dt="2022-06-28T13:16:26.323" v="6235" actId="2"/>
          <ac:spMkLst>
            <pc:docMk/>
            <pc:sldMk cId="1817528031" sldId="281"/>
            <ac:spMk id="21" creationId="{00000000-0000-0000-0000-000000000000}"/>
          </ac:spMkLst>
        </pc:spChg>
        <pc:spChg chg="mod">
          <ac:chgData name="Luca Longinotti" userId="4fe812bbf5e873c0" providerId="LiveId" clId="{ED5BFA4C-6A6C-4203-95DC-218005CAD3A0}" dt="2022-06-28T13:11:45.216" v="6033" actId="255"/>
          <ac:spMkLst>
            <pc:docMk/>
            <pc:sldMk cId="1817528031" sldId="281"/>
            <ac:spMk id="22" creationId="{00000000-0000-0000-0000-000000000000}"/>
          </ac:spMkLst>
        </pc:spChg>
        <pc:spChg chg="mod">
          <ac:chgData name="Luca Longinotti" userId="4fe812bbf5e873c0" providerId="LiveId" clId="{ED5BFA4C-6A6C-4203-95DC-218005CAD3A0}" dt="2022-06-28T13:16:26.641" v="6236" actId="2"/>
          <ac:spMkLst>
            <pc:docMk/>
            <pc:sldMk cId="1817528031" sldId="281"/>
            <ac:spMk id="26" creationId="{00000000-0000-0000-0000-000000000000}"/>
          </ac:spMkLst>
        </pc:spChg>
        <pc:spChg chg="add mod">
          <ac:chgData name="Luca Longinotti" userId="4fe812bbf5e873c0" providerId="LiveId" clId="{ED5BFA4C-6A6C-4203-95DC-218005CAD3A0}" dt="2022-07-02T08:20:15.742" v="6259" actId="20577"/>
          <ac:spMkLst>
            <pc:docMk/>
            <pc:sldMk cId="1817528031" sldId="281"/>
            <ac:spMk id="27" creationId="{2E3BCBCE-7218-5028-7138-75C3CC8676E5}"/>
          </ac:spMkLst>
        </pc:spChg>
        <pc:spChg chg="mod">
          <ac:chgData name="Luca Longinotti" userId="4fe812bbf5e873c0" providerId="LiveId" clId="{ED5BFA4C-6A6C-4203-95DC-218005CAD3A0}" dt="2022-06-28T13:16:26.800" v="6237" actId="2"/>
          <ac:spMkLst>
            <pc:docMk/>
            <pc:sldMk cId="1817528031" sldId="281"/>
            <ac:spMk id="34" creationId="{00000000-0000-0000-0000-000000000000}"/>
          </ac:spMkLst>
        </pc:spChg>
        <pc:spChg chg="mod">
          <ac:chgData name="Luca Longinotti" userId="4fe812bbf5e873c0" providerId="LiveId" clId="{ED5BFA4C-6A6C-4203-95DC-218005CAD3A0}" dt="2022-06-28T13:16:27.105" v="6238" actId="2"/>
          <ac:spMkLst>
            <pc:docMk/>
            <pc:sldMk cId="1817528031" sldId="281"/>
            <ac:spMk id="42" creationId="{00000000-0000-0000-0000-000000000000}"/>
          </ac:spMkLst>
        </pc:spChg>
        <pc:spChg chg="mod">
          <ac:chgData name="Luca Longinotti" userId="4fe812bbf5e873c0" providerId="LiveId" clId="{ED5BFA4C-6A6C-4203-95DC-218005CAD3A0}" dt="2022-06-28T13:16:27.264" v="6239" actId="2"/>
          <ac:spMkLst>
            <pc:docMk/>
            <pc:sldMk cId="1817528031" sldId="281"/>
            <ac:spMk id="43" creationId="{00000000-0000-0000-0000-000000000000}"/>
          </ac:spMkLst>
        </pc:spChg>
        <pc:spChg chg="mod">
          <ac:chgData name="Luca Longinotti" userId="4fe812bbf5e873c0" providerId="LiveId" clId="{ED5BFA4C-6A6C-4203-95DC-218005CAD3A0}" dt="2022-06-28T13:16:27.429" v="6240" actId="2"/>
          <ac:spMkLst>
            <pc:docMk/>
            <pc:sldMk cId="1817528031" sldId="281"/>
            <ac:spMk id="54" creationId="{00000000-0000-0000-0000-000000000000}"/>
          </ac:spMkLst>
        </pc:spChg>
        <pc:spChg chg="del mod">
          <ac:chgData name="Luca Longinotti" userId="4fe812bbf5e873c0" providerId="LiveId" clId="{ED5BFA4C-6A6C-4203-95DC-218005CAD3A0}" dt="2022-07-02T08:20:54.601" v="6261" actId="478"/>
          <ac:spMkLst>
            <pc:docMk/>
            <pc:sldMk cId="1817528031" sldId="281"/>
            <ac:spMk id="61" creationId="{00000000-0000-0000-0000-000000000000}"/>
          </ac:spMkLst>
        </pc:spChg>
      </pc:sldChg>
      <pc:sldChg chg="delSp modSp add mod">
        <pc:chgData name="Luca Longinotti" userId="4fe812bbf5e873c0" providerId="LiveId" clId="{ED5BFA4C-6A6C-4203-95DC-218005CAD3A0}" dt="2022-07-02T08:23:28.254" v="6344" actId="255"/>
        <pc:sldMkLst>
          <pc:docMk/>
          <pc:sldMk cId="883019367" sldId="282"/>
        </pc:sldMkLst>
        <pc:spChg chg="mod">
          <ac:chgData name="Luca Longinotti" userId="4fe812bbf5e873c0" providerId="LiveId" clId="{ED5BFA4C-6A6C-4203-95DC-218005CAD3A0}" dt="2022-07-02T08:23:28.254" v="6344" actId="255"/>
          <ac:spMkLst>
            <pc:docMk/>
            <pc:sldMk cId="883019367" sldId="282"/>
            <ac:spMk id="10" creationId="{00000000-0000-0000-0000-000000000000}"/>
          </ac:spMkLst>
        </pc:spChg>
        <pc:spChg chg="mod">
          <ac:chgData name="Luca Longinotti" userId="4fe812bbf5e873c0" providerId="LiveId" clId="{ED5BFA4C-6A6C-4203-95DC-218005CAD3A0}" dt="2022-07-02T08:21:02.551" v="6275" actId="20577"/>
          <ac:spMkLst>
            <pc:docMk/>
            <pc:sldMk cId="883019367" sldId="282"/>
            <ac:spMk id="27" creationId="{2E3BCBCE-7218-5028-7138-75C3CC8676E5}"/>
          </ac:spMkLst>
        </pc:spChg>
        <pc:spChg chg="mod">
          <ac:chgData name="Luca Longinotti" userId="4fe812bbf5e873c0" providerId="LiveId" clId="{ED5BFA4C-6A6C-4203-95DC-218005CAD3A0}" dt="2022-07-02T08:23:01.345" v="6325" actId="255"/>
          <ac:spMkLst>
            <pc:docMk/>
            <pc:sldMk cId="883019367" sldId="282"/>
            <ac:spMk id="34" creationId="{00000000-0000-0000-0000-000000000000}"/>
          </ac:spMkLst>
        </pc:spChg>
        <pc:spChg chg="mod">
          <ac:chgData name="Luca Longinotti" userId="4fe812bbf5e873c0" providerId="LiveId" clId="{ED5BFA4C-6A6C-4203-95DC-218005CAD3A0}" dt="2022-07-02T08:23:08.264" v="6333" actId="20577"/>
          <ac:spMkLst>
            <pc:docMk/>
            <pc:sldMk cId="883019367" sldId="282"/>
            <ac:spMk id="42" creationId="{00000000-0000-0000-0000-000000000000}"/>
          </ac:spMkLst>
        </pc:spChg>
        <pc:spChg chg="mod">
          <ac:chgData name="Luca Longinotti" userId="4fe812bbf5e873c0" providerId="LiveId" clId="{ED5BFA4C-6A6C-4203-95DC-218005CAD3A0}" dt="2022-07-02T08:23:13.225" v="6343" actId="20577"/>
          <ac:spMkLst>
            <pc:docMk/>
            <pc:sldMk cId="883019367" sldId="282"/>
            <ac:spMk id="43" creationId="{00000000-0000-0000-0000-000000000000}"/>
          </ac:spMkLst>
        </pc:spChg>
        <pc:spChg chg="mod">
          <ac:chgData name="Luca Longinotti" userId="4fe812bbf5e873c0" providerId="LiveId" clId="{ED5BFA4C-6A6C-4203-95DC-218005CAD3A0}" dt="2022-07-02T08:22:19.034" v="6309" actId="20577"/>
          <ac:spMkLst>
            <pc:docMk/>
            <pc:sldMk cId="883019367" sldId="282"/>
            <ac:spMk id="54" creationId="{00000000-0000-0000-0000-000000000000}"/>
          </ac:spMkLst>
        </pc:spChg>
        <pc:spChg chg="del">
          <ac:chgData name="Luca Longinotti" userId="4fe812bbf5e873c0" providerId="LiveId" clId="{ED5BFA4C-6A6C-4203-95DC-218005CAD3A0}" dt="2022-07-02T08:22:31.198" v="6310" actId="478"/>
          <ac:spMkLst>
            <pc:docMk/>
            <pc:sldMk cId="883019367" sldId="282"/>
            <ac:spMk id="61" creationId="{00000000-0000-0000-0000-000000000000}"/>
          </ac:spMkLst>
        </pc:spChg>
        <pc:cxnChg chg="mod">
          <ac:chgData name="Luca Longinotti" userId="4fe812bbf5e873c0" providerId="LiveId" clId="{ED5BFA4C-6A6C-4203-95DC-218005CAD3A0}" dt="2022-07-02T08:21:34.900" v="6295" actId="1076"/>
          <ac:cxnSpMkLst>
            <pc:docMk/>
            <pc:sldMk cId="883019367" sldId="282"/>
            <ac:cxnSpMk id="11" creationId="{00000000-0000-0000-0000-000000000000}"/>
          </ac:cxnSpMkLst>
        </pc:cxnChg>
      </pc:sldChg>
      <pc:sldChg chg="new del">
        <pc:chgData name="Luca Longinotti" userId="4fe812bbf5e873c0" providerId="LiveId" clId="{ED5BFA4C-6A6C-4203-95DC-218005CAD3A0}" dt="2022-07-02T08:25:28.802" v="6346" actId="47"/>
        <pc:sldMkLst>
          <pc:docMk/>
          <pc:sldMk cId="1846635568" sldId="283"/>
        </pc:sldMkLst>
      </pc:sldChg>
      <pc:sldChg chg="addSp delSp modSp mod">
        <pc:chgData name="Luca Longinotti" userId="4fe812bbf5e873c0" providerId="LiveId" clId="{ED5BFA4C-6A6C-4203-95DC-218005CAD3A0}" dt="2022-07-02T08:39:15.793" v="6600" actId="1076"/>
        <pc:sldMkLst>
          <pc:docMk/>
          <pc:sldMk cId="0" sldId="284"/>
        </pc:sldMkLst>
        <pc:spChg chg="add mod">
          <ac:chgData name="Luca Longinotti" userId="4fe812bbf5e873c0" providerId="LiveId" clId="{ED5BFA4C-6A6C-4203-95DC-218005CAD3A0}" dt="2022-07-02T08:38:40.313" v="6577" actId="255"/>
          <ac:spMkLst>
            <pc:docMk/>
            <pc:sldMk cId="0" sldId="284"/>
            <ac:spMk id="33" creationId="{895EE849-A658-0FC6-4335-4227D99B9369}"/>
          </ac:spMkLst>
        </pc:spChg>
        <pc:spChg chg="mod">
          <ac:chgData name="Luca Longinotti" userId="4fe812bbf5e873c0" providerId="LiveId" clId="{ED5BFA4C-6A6C-4203-95DC-218005CAD3A0}" dt="2022-07-02T08:31:26.246" v="6504" actId="20577"/>
          <ac:spMkLst>
            <pc:docMk/>
            <pc:sldMk cId="0" sldId="284"/>
            <ac:spMk id="338" creationId="{00000000-0000-0000-0000-000000000000}"/>
          </ac:spMkLst>
        </pc:spChg>
        <pc:spChg chg="mod">
          <ac:chgData name="Luca Longinotti" userId="4fe812bbf5e873c0" providerId="LiveId" clId="{ED5BFA4C-6A6C-4203-95DC-218005CAD3A0}" dt="2022-07-02T08:28:23.944" v="6441" actId="20577"/>
          <ac:spMkLst>
            <pc:docMk/>
            <pc:sldMk cId="0" sldId="284"/>
            <ac:spMk id="339" creationId="{00000000-0000-0000-0000-000000000000}"/>
          </ac:spMkLst>
        </pc:spChg>
        <pc:spChg chg="mod">
          <ac:chgData name="Luca Longinotti" userId="4fe812bbf5e873c0" providerId="LiveId" clId="{ED5BFA4C-6A6C-4203-95DC-218005CAD3A0}" dt="2022-07-02T08:37:05.535" v="6554" actId="1076"/>
          <ac:spMkLst>
            <pc:docMk/>
            <pc:sldMk cId="0" sldId="284"/>
            <ac:spMk id="344" creationId="{00000000-0000-0000-0000-000000000000}"/>
          </ac:spMkLst>
        </pc:spChg>
        <pc:spChg chg="mod">
          <ac:chgData name="Luca Longinotti" userId="4fe812bbf5e873c0" providerId="LiveId" clId="{ED5BFA4C-6A6C-4203-95DC-218005CAD3A0}" dt="2022-07-02T08:37:32.771" v="6560" actId="1076"/>
          <ac:spMkLst>
            <pc:docMk/>
            <pc:sldMk cId="0" sldId="284"/>
            <ac:spMk id="347" creationId="{00000000-0000-0000-0000-000000000000}"/>
          </ac:spMkLst>
        </pc:spChg>
        <pc:spChg chg="mod">
          <ac:chgData name="Luca Longinotti" userId="4fe812bbf5e873c0" providerId="LiveId" clId="{ED5BFA4C-6A6C-4203-95DC-218005CAD3A0}" dt="2022-07-02T08:37:01.031" v="6553" actId="1076"/>
          <ac:spMkLst>
            <pc:docMk/>
            <pc:sldMk cId="0" sldId="284"/>
            <ac:spMk id="348" creationId="{00000000-0000-0000-0000-000000000000}"/>
          </ac:spMkLst>
        </pc:spChg>
        <pc:spChg chg="mod">
          <ac:chgData name="Luca Longinotti" userId="4fe812bbf5e873c0" providerId="LiveId" clId="{ED5BFA4C-6A6C-4203-95DC-218005CAD3A0}" dt="2022-07-02T08:33:38.837" v="6538" actId="20577"/>
          <ac:spMkLst>
            <pc:docMk/>
            <pc:sldMk cId="0" sldId="284"/>
            <ac:spMk id="349" creationId="{00000000-0000-0000-0000-000000000000}"/>
          </ac:spMkLst>
        </pc:spChg>
        <pc:spChg chg="mod">
          <ac:chgData name="Luca Longinotti" userId="4fe812bbf5e873c0" providerId="LiveId" clId="{ED5BFA4C-6A6C-4203-95DC-218005CAD3A0}" dt="2022-07-02T08:39:15.793" v="6600" actId="1076"/>
          <ac:spMkLst>
            <pc:docMk/>
            <pc:sldMk cId="0" sldId="284"/>
            <ac:spMk id="353" creationId="{00000000-0000-0000-0000-000000000000}"/>
          </ac:spMkLst>
        </pc:spChg>
        <pc:spChg chg="mod">
          <ac:chgData name="Luca Longinotti" userId="4fe812bbf5e873c0" providerId="LiveId" clId="{ED5BFA4C-6A6C-4203-95DC-218005CAD3A0}" dt="2022-07-02T08:32:39.835" v="6524" actId="255"/>
          <ac:spMkLst>
            <pc:docMk/>
            <pc:sldMk cId="0" sldId="284"/>
            <ac:spMk id="354" creationId="{00000000-0000-0000-0000-000000000000}"/>
          </ac:spMkLst>
        </pc:spChg>
        <pc:spChg chg="mod">
          <ac:chgData name="Luca Longinotti" userId="4fe812bbf5e873c0" providerId="LiveId" clId="{ED5BFA4C-6A6C-4203-95DC-218005CAD3A0}" dt="2022-07-02T08:37:38.798" v="6562" actId="1076"/>
          <ac:spMkLst>
            <pc:docMk/>
            <pc:sldMk cId="0" sldId="284"/>
            <ac:spMk id="356" creationId="{00000000-0000-0000-0000-000000000000}"/>
          </ac:spMkLst>
        </pc:spChg>
        <pc:spChg chg="del">
          <ac:chgData name="Luca Longinotti" userId="4fe812bbf5e873c0" providerId="LiveId" clId="{ED5BFA4C-6A6C-4203-95DC-218005CAD3A0}" dt="2022-07-02T08:33:51.033" v="6539" actId="478"/>
          <ac:spMkLst>
            <pc:docMk/>
            <pc:sldMk cId="0" sldId="284"/>
            <ac:spMk id="358" creationId="{00000000-0000-0000-0000-000000000000}"/>
          </ac:spMkLst>
        </pc:spChg>
        <pc:cxnChg chg="add mod">
          <ac:chgData name="Luca Longinotti" userId="4fe812bbf5e873c0" providerId="LiveId" clId="{ED5BFA4C-6A6C-4203-95DC-218005CAD3A0}" dt="2022-07-02T08:38:07.062" v="6565" actId="108"/>
          <ac:cxnSpMkLst>
            <pc:docMk/>
            <pc:sldMk cId="0" sldId="284"/>
            <ac:cxnSpMk id="10" creationId="{498CF8A6-01B0-BE59-2250-5D1D11668ABB}"/>
          </ac:cxnSpMkLst>
        </pc:cxnChg>
        <pc:cxnChg chg="mod">
          <ac:chgData name="Luca Longinotti" userId="4fe812bbf5e873c0" providerId="LiveId" clId="{ED5BFA4C-6A6C-4203-95DC-218005CAD3A0}" dt="2022-07-02T08:37:05.535" v="6554" actId="1076"/>
          <ac:cxnSpMkLst>
            <pc:docMk/>
            <pc:sldMk cId="0" sldId="284"/>
            <ac:cxnSpMk id="345" creationId="{00000000-0000-0000-0000-000000000000}"/>
          </ac:cxnSpMkLst>
        </pc:cxnChg>
        <pc:cxnChg chg="mod">
          <ac:chgData name="Luca Longinotti" userId="4fe812bbf5e873c0" providerId="LiveId" clId="{ED5BFA4C-6A6C-4203-95DC-218005CAD3A0}" dt="2022-07-02T08:37:27.675" v="6559" actId="14100"/>
          <ac:cxnSpMkLst>
            <pc:docMk/>
            <pc:sldMk cId="0" sldId="284"/>
            <ac:cxnSpMk id="346" creationId="{00000000-0000-0000-0000-000000000000}"/>
          </ac:cxnSpMkLst>
        </pc:cxnChg>
        <pc:cxnChg chg="mod">
          <ac:chgData name="Luca Longinotti" userId="4fe812bbf5e873c0" providerId="LiveId" clId="{ED5BFA4C-6A6C-4203-95DC-218005CAD3A0}" dt="2022-07-02T08:37:18.574" v="6556" actId="14100"/>
          <ac:cxnSpMkLst>
            <pc:docMk/>
            <pc:sldMk cId="0" sldId="284"/>
            <ac:cxnSpMk id="355" creationId="{00000000-0000-0000-0000-000000000000}"/>
          </ac:cxnSpMkLst>
        </pc:cxnChg>
      </pc:sldChg>
      <pc:sldChg chg="addSp modSp add mod ord">
        <pc:chgData name="Luca Longinotti" userId="4fe812bbf5e873c0" providerId="LiveId" clId="{ED5BFA4C-6A6C-4203-95DC-218005CAD3A0}" dt="2022-07-02T08:57:43.160" v="7502"/>
        <pc:sldMkLst>
          <pc:docMk/>
          <pc:sldMk cId="2398496234" sldId="285"/>
        </pc:sldMkLst>
        <pc:spChg chg="add mod">
          <ac:chgData name="Luca Longinotti" userId="4fe812bbf5e873c0" providerId="LiveId" clId="{ED5BFA4C-6A6C-4203-95DC-218005CAD3A0}" dt="2022-07-02T08:49:41.965" v="7111" actId="1076"/>
          <ac:spMkLst>
            <pc:docMk/>
            <pc:sldMk cId="2398496234" sldId="285"/>
            <ac:spMk id="26" creationId="{3267629F-70EC-F1E6-FAC6-6E9E4C642497}"/>
          </ac:spMkLst>
        </pc:spChg>
        <pc:spChg chg="add mod">
          <ac:chgData name="Luca Longinotti" userId="4fe812bbf5e873c0" providerId="LiveId" clId="{ED5BFA4C-6A6C-4203-95DC-218005CAD3A0}" dt="2022-07-02T08:49:50.957" v="7126" actId="1076"/>
          <ac:spMkLst>
            <pc:docMk/>
            <pc:sldMk cId="2398496234" sldId="285"/>
            <ac:spMk id="27" creationId="{F31A24CD-E4A7-891D-706A-C59B2DC2D600}"/>
          </ac:spMkLst>
        </pc:spChg>
        <pc:spChg chg="mod">
          <ac:chgData name="Luca Longinotti" userId="4fe812bbf5e873c0" providerId="LiveId" clId="{ED5BFA4C-6A6C-4203-95DC-218005CAD3A0}" dt="2022-07-02T08:47:42.366" v="6996" actId="20577"/>
          <ac:spMkLst>
            <pc:docMk/>
            <pc:sldMk cId="2398496234" sldId="285"/>
            <ac:spMk id="363" creationId="{00000000-0000-0000-0000-000000000000}"/>
          </ac:spMkLst>
        </pc:spChg>
        <pc:spChg chg="mod">
          <ac:chgData name="Luca Longinotti" userId="4fe812bbf5e873c0" providerId="LiveId" clId="{ED5BFA4C-6A6C-4203-95DC-218005CAD3A0}" dt="2022-07-02T08:47:18.400" v="6969" actId="20577"/>
          <ac:spMkLst>
            <pc:docMk/>
            <pc:sldMk cId="2398496234" sldId="285"/>
            <ac:spMk id="364" creationId="{00000000-0000-0000-0000-000000000000}"/>
          </ac:spMkLst>
        </pc:spChg>
        <pc:spChg chg="mod">
          <ac:chgData name="Luca Longinotti" userId="4fe812bbf5e873c0" providerId="LiveId" clId="{ED5BFA4C-6A6C-4203-95DC-218005CAD3A0}" dt="2022-07-02T08:47:57.459" v="7014" actId="255"/>
          <ac:spMkLst>
            <pc:docMk/>
            <pc:sldMk cId="2398496234" sldId="285"/>
            <ac:spMk id="369" creationId="{00000000-0000-0000-0000-000000000000}"/>
          </ac:spMkLst>
        </pc:spChg>
        <pc:spChg chg="mod">
          <ac:chgData name="Luca Longinotti" userId="4fe812bbf5e873c0" providerId="LiveId" clId="{ED5BFA4C-6A6C-4203-95DC-218005CAD3A0}" dt="2022-07-02T08:49:57.543" v="7128" actId="1076"/>
          <ac:spMkLst>
            <pc:docMk/>
            <pc:sldMk cId="2398496234" sldId="285"/>
            <ac:spMk id="372" creationId="{00000000-0000-0000-0000-000000000000}"/>
          </ac:spMkLst>
        </pc:spChg>
        <pc:spChg chg="mod">
          <ac:chgData name="Luca Longinotti" userId="4fe812bbf5e873c0" providerId="LiveId" clId="{ED5BFA4C-6A6C-4203-95DC-218005CAD3A0}" dt="2022-07-02T08:49:15.294" v="7084" actId="14100"/>
          <ac:spMkLst>
            <pc:docMk/>
            <pc:sldMk cId="2398496234" sldId="285"/>
            <ac:spMk id="373" creationId="{00000000-0000-0000-0000-000000000000}"/>
          </ac:spMkLst>
        </pc:spChg>
        <pc:spChg chg="mod">
          <ac:chgData name="Luca Longinotti" userId="4fe812bbf5e873c0" providerId="LiveId" clId="{ED5BFA4C-6A6C-4203-95DC-218005CAD3A0}" dt="2022-07-02T08:51:02.276" v="7183" actId="6549"/>
          <ac:spMkLst>
            <pc:docMk/>
            <pc:sldMk cId="2398496234" sldId="285"/>
            <ac:spMk id="374" creationId="{00000000-0000-0000-0000-000000000000}"/>
          </ac:spMkLst>
        </pc:spChg>
        <pc:spChg chg="mod">
          <ac:chgData name="Luca Longinotti" userId="4fe812bbf5e873c0" providerId="LiveId" clId="{ED5BFA4C-6A6C-4203-95DC-218005CAD3A0}" dt="2022-07-02T08:48:31.966" v="7048" actId="255"/>
          <ac:spMkLst>
            <pc:docMk/>
            <pc:sldMk cId="2398496234" sldId="285"/>
            <ac:spMk id="376" creationId="{00000000-0000-0000-0000-000000000000}"/>
          </ac:spMkLst>
        </pc:spChg>
        <pc:spChg chg="mod">
          <ac:chgData name="Luca Longinotti" userId="4fe812bbf5e873c0" providerId="LiveId" clId="{ED5BFA4C-6A6C-4203-95DC-218005CAD3A0}" dt="2022-07-02T08:49:54.658" v="7127" actId="1076"/>
          <ac:spMkLst>
            <pc:docMk/>
            <pc:sldMk cId="2398496234" sldId="285"/>
            <ac:spMk id="378" creationId="{00000000-0000-0000-0000-000000000000}"/>
          </ac:spMkLst>
        </pc:spChg>
        <pc:spChg chg="mod">
          <ac:chgData name="Luca Longinotti" userId="4fe812bbf5e873c0" providerId="LiveId" clId="{ED5BFA4C-6A6C-4203-95DC-218005CAD3A0}" dt="2022-07-02T08:50:53.197" v="7173" actId="20577"/>
          <ac:spMkLst>
            <pc:docMk/>
            <pc:sldMk cId="2398496234" sldId="285"/>
            <ac:spMk id="388" creationId="{00000000-0000-0000-0000-000000000000}"/>
          </ac:spMkLst>
        </pc:spChg>
        <pc:cxnChg chg="add mod">
          <ac:chgData name="Luca Longinotti" userId="4fe812bbf5e873c0" providerId="LiveId" clId="{ED5BFA4C-6A6C-4203-95DC-218005CAD3A0}" dt="2022-07-02T08:49:17.937" v="7085" actId="1076"/>
          <ac:cxnSpMkLst>
            <pc:docMk/>
            <pc:sldMk cId="2398496234" sldId="285"/>
            <ac:cxnSpMk id="24" creationId="{D7B1D812-5C3E-1B71-A794-5ADEB098124B}"/>
          </ac:cxnSpMkLst>
        </pc:cxnChg>
        <pc:cxnChg chg="add mod">
          <ac:chgData name="Luca Longinotti" userId="4fe812bbf5e873c0" providerId="LiveId" clId="{ED5BFA4C-6A6C-4203-95DC-218005CAD3A0}" dt="2022-07-02T08:49:20.277" v="7086" actId="1076"/>
          <ac:cxnSpMkLst>
            <pc:docMk/>
            <pc:sldMk cId="2398496234" sldId="285"/>
            <ac:cxnSpMk id="25" creationId="{58D1CBB4-671B-8C3C-9953-3820C6B0F5EA}"/>
          </ac:cxnSpMkLst>
        </pc:cxnChg>
      </pc:sldChg>
      <pc:sldChg chg="new del">
        <pc:chgData name="Luca Longinotti" userId="4fe812bbf5e873c0" providerId="LiveId" clId="{ED5BFA4C-6A6C-4203-95DC-218005CAD3A0}" dt="2022-07-02T08:40:24.256" v="6601" actId="47"/>
        <pc:sldMkLst>
          <pc:docMk/>
          <pc:sldMk cId="2711209164" sldId="285"/>
        </pc:sldMkLst>
      </pc:sldChg>
      <pc:sldChg chg="new del">
        <pc:chgData name="Luca Longinotti" userId="4fe812bbf5e873c0" providerId="LiveId" clId="{ED5BFA4C-6A6C-4203-95DC-218005CAD3A0}" dt="2022-07-02T08:46:47.526" v="6946" actId="47"/>
        <pc:sldMkLst>
          <pc:docMk/>
          <pc:sldMk cId="3925437807" sldId="285"/>
        </pc:sldMkLst>
      </pc:sldChg>
      <pc:sldChg chg="addSp delSp modSp mod">
        <pc:chgData name="Luca Longinotti" userId="4fe812bbf5e873c0" providerId="LiveId" clId="{ED5BFA4C-6A6C-4203-95DC-218005CAD3A0}" dt="2022-07-02T09:09:48.109" v="8023" actId="1076"/>
        <pc:sldMkLst>
          <pc:docMk/>
          <pc:sldMk cId="0" sldId="286"/>
        </pc:sldMkLst>
        <pc:spChg chg="add mod">
          <ac:chgData name="Luca Longinotti" userId="4fe812bbf5e873c0" providerId="LiveId" clId="{ED5BFA4C-6A6C-4203-95DC-218005CAD3A0}" dt="2022-07-02T08:56:27.716" v="7440" actId="255"/>
          <ac:spMkLst>
            <pc:docMk/>
            <pc:sldMk cId="0" sldId="286"/>
            <ac:spMk id="39" creationId="{41516F52-368B-56BF-6607-B9A5C6CCC0BA}"/>
          </ac:spMkLst>
        </pc:spChg>
        <pc:spChg chg="mod">
          <ac:chgData name="Luca Longinotti" userId="4fe812bbf5e873c0" providerId="LiveId" clId="{ED5BFA4C-6A6C-4203-95DC-218005CAD3A0}" dt="2022-07-02T08:57:14.766" v="7500" actId="14100"/>
          <ac:spMkLst>
            <pc:docMk/>
            <pc:sldMk cId="0" sldId="286"/>
            <ac:spMk id="363" creationId="{00000000-0000-0000-0000-000000000000}"/>
          </ac:spMkLst>
        </pc:spChg>
        <pc:spChg chg="mod">
          <ac:chgData name="Luca Longinotti" userId="4fe812bbf5e873c0" providerId="LiveId" clId="{ED5BFA4C-6A6C-4203-95DC-218005CAD3A0}" dt="2022-07-02T08:56:36.407" v="7441" actId="255"/>
          <ac:spMkLst>
            <pc:docMk/>
            <pc:sldMk cId="0" sldId="286"/>
            <ac:spMk id="364" creationId="{00000000-0000-0000-0000-000000000000}"/>
          </ac:spMkLst>
        </pc:spChg>
        <pc:spChg chg="mod">
          <ac:chgData name="Luca Longinotti" userId="4fe812bbf5e873c0" providerId="LiveId" clId="{ED5BFA4C-6A6C-4203-95DC-218005CAD3A0}" dt="2022-07-02T09:09:08.657" v="8013" actId="1076"/>
          <ac:spMkLst>
            <pc:docMk/>
            <pc:sldMk cId="0" sldId="286"/>
            <ac:spMk id="369" creationId="{00000000-0000-0000-0000-000000000000}"/>
          </ac:spMkLst>
        </pc:spChg>
        <pc:spChg chg="mod">
          <ac:chgData name="Luca Longinotti" userId="4fe812bbf5e873c0" providerId="LiveId" clId="{ED5BFA4C-6A6C-4203-95DC-218005CAD3A0}" dt="2022-07-02T09:09:40.530" v="8021" actId="1076"/>
          <ac:spMkLst>
            <pc:docMk/>
            <pc:sldMk cId="0" sldId="286"/>
            <ac:spMk id="372" creationId="{00000000-0000-0000-0000-000000000000}"/>
          </ac:spMkLst>
        </pc:spChg>
        <pc:spChg chg="mod">
          <ac:chgData name="Luca Longinotti" userId="4fe812bbf5e873c0" providerId="LiveId" clId="{ED5BFA4C-6A6C-4203-95DC-218005CAD3A0}" dt="2022-07-02T09:09:10.282" v="8014" actId="1076"/>
          <ac:spMkLst>
            <pc:docMk/>
            <pc:sldMk cId="0" sldId="286"/>
            <ac:spMk id="373" creationId="{00000000-0000-0000-0000-000000000000}"/>
          </ac:spMkLst>
        </pc:spChg>
        <pc:spChg chg="mod">
          <ac:chgData name="Luca Longinotti" userId="4fe812bbf5e873c0" providerId="LiveId" clId="{ED5BFA4C-6A6C-4203-95DC-218005CAD3A0}" dt="2022-07-02T08:53:24.602" v="7274" actId="20577"/>
          <ac:spMkLst>
            <pc:docMk/>
            <pc:sldMk cId="0" sldId="286"/>
            <ac:spMk id="374" creationId="{00000000-0000-0000-0000-000000000000}"/>
          </ac:spMkLst>
        </pc:spChg>
        <pc:spChg chg="mod">
          <ac:chgData name="Luca Longinotti" userId="4fe812bbf5e873c0" providerId="LiveId" clId="{ED5BFA4C-6A6C-4203-95DC-218005CAD3A0}" dt="2022-07-02T09:09:48.109" v="8023" actId="1076"/>
          <ac:spMkLst>
            <pc:docMk/>
            <pc:sldMk cId="0" sldId="286"/>
            <ac:spMk id="376" creationId="{00000000-0000-0000-0000-000000000000}"/>
          </ac:spMkLst>
        </pc:spChg>
        <pc:spChg chg="mod">
          <ac:chgData name="Luca Longinotti" userId="4fe812bbf5e873c0" providerId="LiveId" clId="{ED5BFA4C-6A6C-4203-95DC-218005CAD3A0}" dt="2022-07-02T08:55:04.867" v="7385" actId="1076"/>
          <ac:spMkLst>
            <pc:docMk/>
            <pc:sldMk cId="0" sldId="286"/>
            <ac:spMk id="378" creationId="{00000000-0000-0000-0000-000000000000}"/>
          </ac:spMkLst>
        </pc:spChg>
        <pc:spChg chg="del">
          <ac:chgData name="Luca Longinotti" userId="4fe812bbf5e873c0" providerId="LiveId" clId="{ED5BFA4C-6A6C-4203-95DC-218005CAD3A0}" dt="2022-07-02T08:55:28.001" v="7397" actId="478"/>
          <ac:spMkLst>
            <pc:docMk/>
            <pc:sldMk cId="0" sldId="286"/>
            <ac:spMk id="379" creationId="{00000000-0000-0000-0000-000000000000}"/>
          </ac:spMkLst>
        </pc:spChg>
        <pc:spChg chg="del">
          <ac:chgData name="Luca Longinotti" userId="4fe812bbf5e873c0" providerId="LiveId" clId="{ED5BFA4C-6A6C-4203-95DC-218005CAD3A0}" dt="2022-07-02T08:55:24.649" v="7394" actId="478"/>
          <ac:spMkLst>
            <pc:docMk/>
            <pc:sldMk cId="0" sldId="286"/>
            <ac:spMk id="381" creationId="{00000000-0000-0000-0000-000000000000}"/>
          </ac:spMkLst>
        </pc:spChg>
        <pc:spChg chg="del">
          <ac:chgData name="Luca Longinotti" userId="4fe812bbf5e873c0" providerId="LiveId" clId="{ED5BFA4C-6A6C-4203-95DC-218005CAD3A0}" dt="2022-07-02T08:55:10.985" v="7387" actId="478"/>
          <ac:spMkLst>
            <pc:docMk/>
            <pc:sldMk cId="0" sldId="286"/>
            <ac:spMk id="383" creationId="{00000000-0000-0000-0000-000000000000}"/>
          </ac:spMkLst>
        </pc:spChg>
        <pc:spChg chg="del">
          <ac:chgData name="Luca Longinotti" userId="4fe812bbf5e873c0" providerId="LiveId" clId="{ED5BFA4C-6A6C-4203-95DC-218005CAD3A0}" dt="2022-07-02T08:55:08.289" v="7386" actId="478"/>
          <ac:spMkLst>
            <pc:docMk/>
            <pc:sldMk cId="0" sldId="286"/>
            <ac:spMk id="385" creationId="{00000000-0000-0000-0000-000000000000}"/>
          </ac:spMkLst>
        </pc:spChg>
        <pc:spChg chg="del">
          <ac:chgData name="Luca Longinotti" userId="4fe812bbf5e873c0" providerId="LiveId" clId="{ED5BFA4C-6A6C-4203-95DC-218005CAD3A0}" dt="2022-07-02T08:55:13.184" v="7388" actId="478"/>
          <ac:spMkLst>
            <pc:docMk/>
            <pc:sldMk cId="0" sldId="286"/>
            <ac:spMk id="387" creationId="{00000000-0000-0000-0000-000000000000}"/>
          </ac:spMkLst>
        </pc:spChg>
        <pc:spChg chg="mod">
          <ac:chgData name="Luca Longinotti" userId="4fe812bbf5e873c0" providerId="LiveId" clId="{ED5BFA4C-6A6C-4203-95DC-218005CAD3A0}" dt="2022-07-02T08:56:05.611" v="7426" actId="14100"/>
          <ac:spMkLst>
            <pc:docMk/>
            <pc:sldMk cId="0" sldId="286"/>
            <ac:spMk id="388" creationId="{00000000-0000-0000-0000-000000000000}"/>
          </ac:spMkLst>
        </pc:spChg>
        <pc:spChg chg="del">
          <ac:chgData name="Luca Longinotti" userId="4fe812bbf5e873c0" providerId="LiveId" clId="{ED5BFA4C-6A6C-4203-95DC-218005CAD3A0}" dt="2022-07-02T08:55:29.373" v="7398" actId="478"/>
          <ac:spMkLst>
            <pc:docMk/>
            <pc:sldMk cId="0" sldId="286"/>
            <ac:spMk id="391" creationId="{00000000-0000-0000-0000-000000000000}"/>
          </ac:spMkLst>
        </pc:spChg>
        <pc:spChg chg="del">
          <ac:chgData name="Luca Longinotti" userId="4fe812bbf5e873c0" providerId="LiveId" clId="{ED5BFA4C-6A6C-4203-95DC-218005CAD3A0}" dt="2022-07-02T08:55:30.788" v="7400" actId="478"/>
          <ac:spMkLst>
            <pc:docMk/>
            <pc:sldMk cId="0" sldId="286"/>
            <ac:spMk id="393" creationId="{00000000-0000-0000-0000-000000000000}"/>
          </ac:spMkLst>
        </pc:spChg>
        <pc:spChg chg="del">
          <ac:chgData name="Luca Longinotti" userId="4fe812bbf5e873c0" providerId="LiveId" clId="{ED5BFA4C-6A6C-4203-95DC-218005CAD3A0}" dt="2022-07-02T08:55:18.048" v="7391" actId="478"/>
          <ac:spMkLst>
            <pc:docMk/>
            <pc:sldMk cId="0" sldId="286"/>
            <ac:spMk id="396" creationId="{00000000-0000-0000-0000-000000000000}"/>
          </ac:spMkLst>
        </pc:spChg>
        <pc:spChg chg="del">
          <ac:chgData name="Luca Longinotti" userId="4fe812bbf5e873c0" providerId="LiveId" clId="{ED5BFA4C-6A6C-4203-95DC-218005CAD3A0}" dt="2022-07-02T08:55:19.530" v="7392" actId="478"/>
          <ac:spMkLst>
            <pc:docMk/>
            <pc:sldMk cId="0" sldId="286"/>
            <ac:spMk id="397" creationId="{00000000-0000-0000-0000-000000000000}"/>
          </ac:spMkLst>
        </pc:spChg>
        <pc:cxnChg chg="add mod">
          <ac:chgData name="Luca Longinotti" userId="4fe812bbf5e873c0" providerId="LiveId" clId="{ED5BFA4C-6A6C-4203-95DC-218005CAD3A0}" dt="2022-07-02T08:55:38.696" v="7402" actId="1076"/>
          <ac:cxnSpMkLst>
            <pc:docMk/>
            <pc:sldMk cId="0" sldId="286"/>
            <ac:cxnSpMk id="37" creationId="{3ABB7D75-DB1D-3B54-2FF1-BC2FCB456722}"/>
          </ac:cxnSpMkLst>
        </pc:cxnChg>
        <pc:cxnChg chg="mod">
          <ac:chgData name="Luca Longinotti" userId="4fe812bbf5e873c0" providerId="LiveId" clId="{ED5BFA4C-6A6C-4203-95DC-218005CAD3A0}" dt="2022-07-02T09:09:17.590" v="8015" actId="14100"/>
          <ac:cxnSpMkLst>
            <pc:docMk/>
            <pc:sldMk cId="0" sldId="286"/>
            <ac:cxnSpMk id="370" creationId="{00000000-0000-0000-0000-000000000000}"/>
          </ac:cxnSpMkLst>
        </pc:cxnChg>
        <pc:cxnChg chg="mod">
          <ac:chgData name="Luca Longinotti" userId="4fe812bbf5e873c0" providerId="LiveId" clId="{ED5BFA4C-6A6C-4203-95DC-218005CAD3A0}" dt="2022-07-02T09:09:34.617" v="8019" actId="1076"/>
          <ac:cxnSpMkLst>
            <pc:docMk/>
            <pc:sldMk cId="0" sldId="286"/>
            <ac:cxnSpMk id="371" creationId="{00000000-0000-0000-0000-000000000000}"/>
          </ac:cxnSpMkLst>
        </pc:cxnChg>
        <pc:cxnChg chg="mod">
          <ac:chgData name="Luca Longinotti" userId="4fe812bbf5e873c0" providerId="LiveId" clId="{ED5BFA4C-6A6C-4203-95DC-218005CAD3A0}" dt="2022-07-02T09:09:45.898" v="8022" actId="1076"/>
          <ac:cxnSpMkLst>
            <pc:docMk/>
            <pc:sldMk cId="0" sldId="286"/>
            <ac:cxnSpMk id="375" creationId="{00000000-0000-0000-0000-000000000000}"/>
          </ac:cxnSpMkLst>
        </pc:cxnChg>
        <pc:cxnChg chg="mod">
          <ac:chgData name="Luca Longinotti" userId="4fe812bbf5e873c0" providerId="LiveId" clId="{ED5BFA4C-6A6C-4203-95DC-218005CAD3A0}" dt="2022-07-02T09:09:22.612" v="8016" actId="1076"/>
          <ac:cxnSpMkLst>
            <pc:docMk/>
            <pc:sldMk cId="0" sldId="286"/>
            <ac:cxnSpMk id="377" creationId="{00000000-0000-0000-0000-000000000000}"/>
          </ac:cxnSpMkLst>
        </pc:cxnChg>
        <pc:cxnChg chg="del">
          <ac:chgData name="Luca Longinotti" userId="4fe812bbf5e873c0" providerId="LiveId" clId="{ED5BFA4C-6A6C-4203-95DC-218005CAD3A0}" dt="2022-07-02T08:55:26.854" v="7396" actId="478"/>
          <ac:cxnSpMkLst>
            <pc:docMk/>
            <pc:sldMk cId="0" sldId="286"/>
            <ac:cxnSpMk id="380" creationId="{00000000-0000-0000-0000-000000000000}"/>
          </ac:cxnSpMkLst>
        </pc:cxnChg>
        <pc:cxnChg chg="del">
          <ac:chgData name="Luca Longinotti" userId="4fe812bbf5e873c0" providerId="LiveId" clId="{ED5BFA4C-6A6C-4203-95DC-218005CAD3A0}" dt="2022-07-02T08:55:14.382" v="7389" actId="478"/>
          <ac:cxnSpMkLst>
            <pc:docMk/>
            <pc:sldMk cId="0" sldId="286"/>
            <ac:cxnSpMk id="382" creationId="{00000000-0000-0000-0000-000000000000}"/>
          </ac:cxnSpMkLst>
        </pc:cxnChg>
        <pc:cxnChg chg="del">
          <ac:chgData name="Luca Longinotti" userId="4fe812bbf5e873c0" providerId="LiveId" clId="{ED5BFA4C-6A6C-4203-95DC-218005CAD3A0}" dt="2022-07-02T08:55:15.121" v="7390" actId="478"/>
          <ac:cxnSpMkLst>
            <pc:docMk/>
            <pc:sldMk cId="0" sldId="286"/>
            <ac:cxnSpMk id="384" creationId="{00000000-0000-0000-0000-000000000000}"/>
          </ac:cxnSpMkLst>
        </pc:cxnChg>
        <pc:cxnChg chg="del">
          <ac:chgData name="Luca Longinotti" userId="4fe812bbf5e873c0" providerId="LiveId" clId="{ED5BFA4C-6A6C-4203-95DC-218005CAD3A0}" dt="2022-07-02T08:55:25.665" v="7395" actId="478"/>
          <ac:cxnSpMkLst>
            <pc:docMk/>
            <pc:sldMk cId="0" sldId="286"/>
            <ac:cxnSpMk id="386" creationId="{00000000-0000-0000-0000-000000000000}"/>
          </ac:cxnSpMkLst>
        </pc:cxnChg>
        <pc:cxnChg chg="mod">
          <ac:chgData name="Luca Longinotti" userId="4fe812bbf5e873c0" providerId="LiveId" clId="{ED5BFA4C-6A6C-4203-95DC-218005CAD3A0}" dt="2022-07-02T08:56:05.611" v="7426" actId="14100"/>
          <ac:cxnSpMkLst>
            <pc:docMk/>
            <pc:sldMk cId="0" sldId="286"/>
            <ac:cxnSpMk id="389" creationId="{00000000-0000-0000-0000-000000000000}"/>
          </ac:cxnSpMkLst>
        </pc:cxnChg>
        <pc:cxnChg chg="del">
          <ac:chgData name="Luca Longinotti" userId="4fe812bbf5e873c0" providerId="LiveId" clId="{ED5BFA4C-6A6C-4203-95DC-218005CAD3A0}" dt="2022-07-02T08:55:21.844" v="7393" actId="478"/>
          <ac:cxnSpMkLst>
            <pc:docMk/>
            <pc:sldMk cId="0" sldId="286"/>
            <ac:cxnSpMk id="390" creationId="{00000000-0000-0000-0000-000000000000}"/>
          </ac:cxnSpMkLst>
        </pc:cxnChg>
        <pc:cxnChg chg="del mod">
          <ac:chgData name="Luca Longinotti" userId="4fe812bbf5e873c0" providerId="LiveId" clId="{ED5BFA4C-6A6C-4203-95DC-218005CAD3A0}" dt="2022-07-02T08:55:29.960" v="7399" actId="478"/>
          <ac:cxnSpMkLst>
            <pc:docMk/>
            <pc:sldMk cId="0" sldId="286"/>
            <ac:cxnSpMk id="392" creationId="{00000000-0000-0000-0000-000000000000}"/>
          </ac:cxnSpMkLst>
        </pc:cxnChg>
      </pc:sldChg>
      <pc:sldChg chg="new del">
        <pc:chgData name="Luca Longinotti" userId="4fe812bbf5e873c0" providerId="LiveId" clId="{ED5BFA4C-6A6C-4203-95DC-218005CAD3A0}" dt="2022-07-02T09:00:39.431" v="7568" actId="47"/>
        <pc:sldMkLst>
          <pc:docMk/>
          <pc:sldMk cId="2020306524" sldId="287"/>
        </pc:sldMkLst>
      </pc:sldChg>
      <pc:sldChg chg="addSp delSp modSp add mod">
        <pc:chgData name="Luca Longinotti" userId="4fe812bbf5e873c0" providerId="LiveId" clId="{ED5BFA4C-6A6C-4203-95DC-218005CAD3A0}" dt="2022-07-02T09:04:46.804" v="7807" actId="20577"/>
        <pc:sldMkLst>
          <pc:docMk/>
          <pc:sldMk cId="3015957082" sldId="288"/>
        </pc:sldMkLst>
        <pc:spChg chg="add mod">
          <ac:chgData name="Luca Longinotti" userId="4fe812bbf5e873c0" providerId="LiveId" clId="{ED5BFA4C-6A6C-4203-95DC-218005CAD3A0}" dt="2022-07-02T09:03:32.956" v="7738" actId="20577"/>
          <ac:spMkLst>
            <pc:docMk/>
            <pc:sldMk cId="3015957082" sldId="288"/>
            <ac:spMk id="27" creationId="{E453091A-A2C2-04F2-D64C-135C9B472411}"/>
          </ac:spMkLst>
        </pc:spChg>
        <pc:spChg chg="del mod">
          <ac:chgData name="Luca Longinotti" userId="4fe812bbf5e873c0" providerId="LiveId" clId="{ED5BFA4C-6A6C-4203-95DC-218005CAD3A0}" dt="2022-07-02T09:04:15.321" v="7769" actId="478"/>
          <ac:spMkLst>
            <pc:docMk/>
            <pc:sldMk cId="3015957082" sldId="288"/>
            <ac:spMk id="43" creationId="{FE8EB37D-F2F7-D2D2-67FA-5F8C5D97A16B}"/>
          </ac:spMkLst>
        </pc:spChg>
        <pc:spChg chg="del">
          <ac:chgData name="Luca Longinotti" userId="4fe812bbf5e873c0" providerId="LiveId" clId="{ED5BFA4C-6A6C-4203-95DC-218005CAD3A0}" dt="2022-07-02T09:04:17.952" v="7770" actId="478"/>
          <ac:spMkLst>
            <pc:docMk/>
            <pc:sldMk cId="3015957082" sldId="288"/>
            <ac:spMk id="45" creationId="{EB786604-DA13-4EE2-14B4-E4AC766375B8}"/>
          </ac:spMkLst>
        </pc:spChg>
        <pc:spChg chg="mod">
          <ac:chgData name="Luca Longinotti" userId="4fe812bbf5e873c0" providerId="LiveId" clId="{ED5BFA4C-6A6C-4203-95DC-218005CAD3A0}" dt="2022-07-02T09:04:46.804" v="7807" actId="20577"/>
          <ac:spMkLst>
            <pc:docMk/>
            <pc:sldMk cId="3015957082" sldId="288"/>
            <ac:spMk id="363" creationId="{00000000-0000-0000-0000-000000000000}"/>
          </ac:spMkLst>
        </pc:spChg>
        <pc:spChg chg="mod">
          <ac:chgData name="Luca Longinotti" userId="4fe812bbf5e873c0" providerId="LiveId" clId="{ED5BFA4C-6A6C-4203-95DC-218005CAD3A0}" dt="2022-07-02T09:02:00.899" v="7654" actId="20577"/>
          <ac:spMkLst>
            <pc:docMk/>
            <pc:sldMk cId="3015957082" sldId="288"/>
            <ac:spMk id="367" creationId="{00000000-0000-0000-0000-000000000000}"/>
          </ac:spMkLst>
        </pc:spChg>
        <pc:spChg chg="mod">
          <ac:chgData name="Luca Longinotti" userId="4fe812bbf5e873c0" providerId="LiveId" clId="{ED5BFA4C-6A6C-4203-95DC-218005CAD3A0}" dt="2022-07-02T09:02:47.793" v="7707" actId="255"/>
          <ac:spMkLst>
            <pc:docMk/>
            <pc:sldMk cId="3015957082" sldId="288"/>
            <ac:spMk id="369" creationId="{00000000-0000-0000-0000-000000000000}"/>
          </ac:spMkLst>
        </pc:spChg>
        <pc:spChg chg="mod">
          <ac:chgData name="Luca Longinotti" userId="4fe812bbf5e873c0" providerId="LiveId" clId="{ED5BFA4C-6A6C-4203-95DC-218005CAD3A0}" dt="2022-07-02T09:03:09.068" v="7726" actId="122"/>
          <ac:spMkLst>
            <pc:docMk/>
            <pc:sldMk cId="3015957082" sldId="288"/>
            <ac:spMk id="372" creationId="{00000000-0000-0000-0000-000000000000}"/>
          </ac:spMkLst>
        </pc:spChg>
        <pc:spChg chg="mod">
          <ac:chgData name="Luca Longinotti" userId="4fe812bbf5e873c0" providerId="LiveId" clId="{ED5BFA4C-6A6C-4203-95DC-218005CAD3A0}" dt="2022-07-02T09:02:14.771" v="7673" actId="20577"/>
          <ac:spMkLst>
            <pc:docMk/>
            <pc:sldMk cId="3015957082" sldId="288"/>
            <ac:spMk id="374" creationId="{00000000-0000-0000-0000-000000000000}"/>
          </ac:spMkLst>
        </pc:spChg>
        <pc:spChg chg="mod">
          <ac:chgData name="Luca Longinotti" userId="4fe812bbf5e873c0" providerId="LiveId" clId="{ED5BFA4C-6A6C-4203-95DC-218005CAD3A0}" dt="2022-07-02T09:02:36.937" v="7691" actId="255"/>
          <ac:spMkLst>
            <pc:docMk/>
            <pc:sldMk cId="3015957082" sldId="288"/>
            <ac:spMk id="376" creationId="{00000000-0000-0000-0000-000000000000}"/>
          </ac:spMkLst>
        </pc:spChg>
        <pc:spChg chg="del">
          <ac:chgData name="Luca Longinotti" userId="4fe812bbf5e873c0" providerId="LiveId" clId="{ED5BFA4C-6A6C-4203-95DC-218005CAD3A0}" dt="2022-07-02T09:03:13.780" v="7727" actId="478"/>
          <ac:spMkLst>
            <pc:docMk/>
            <pc:sldMk cId="3015957082" sldId="288"/>
            <ac:spMk id="378" creationId="{00000000-0000-0000-0000-000000000000}"/>
          </ac:spMkLst>
        </pc:spChg>
        <pc:spChg chg="mod">
          <ac:chgData name="Luca Longinotti" userId="4fe812bbf5e873c0" providerId="LiveId" clId="{ED5BFA4C-6A6C-4203-95DC-218005CAD3A0}" dt="2022-07-02T09:04:26.170" v="7785" actId="20577"/>
          <ac:spMkLst>
            <pc:docMk/>
            <pc:sldMk cId="3015957082" sldId="288"/>
            <ac:spMk id="388" creationId="{00000000-0000-0000-0000-000000000000}"/>
          </ac:spMkLst>
        </pc:spChg>
        <pc:spChg chg="mod">
          <ac:chgData name="Luca Longinotti" userId="4fe812bbf5e873c0" providerId="LiveId" clId="{ED5BFA4C-6A6C-4203-95DC-218005CAD3A0}" dt="2022-07-02T09:04:01.238" v="7765" actId="1076"/>
          <ac:spMkLst>
            <pc:docMk/>
            <pc:sldMk cId="3015957082" sldId="288"/>
            <ac:spMk id="396" creationId="{00000000-0000-0000-0000-000000000000}"/>
          </ac:spMkLst>
        </pc:spChg>
        <pc:cxnChg chg="del">
          <ac:chgData name="Luca Longinotti" userId="4fe812bbf5e873c0" providerId="LiveId" clId="{ED5BFA4C-6A6C-4203-95DC-218005CAD3A0}" dt="2022-07-02T09:04:18.964" v="7771" actId="478"/>
          <ac:cxnSpMkLst>
            <pc:docMk/>
            <pc:sldMk cId="3015957082" sldId="288"/>
            <ac:cxnSpMk id="44" creationId="{3961723B-304E-EDD6-2C1B-EAFC41F10D4A}"/>
          </ac:cxnSpMkLst>
        </pc:cxnChg>
        <pc:cxnChg chg="add del">
          <ac:chgData name="Luca Longinotti" userId="4fe812bbf5e873c0" providerId="LiveId" clId="{ED5BFA4C-6A6C-4203-95DC-218005CAD3A0}" dt="2022-07-02T09:03:22.994" v="7729" actId="478"/>
          <ac:cxnSpMkLst>
            <pc:docMk/>
            <pc:sldMk cId="3015957082" sldId="288"/>
            <ac:cxnSpMk id="377" creationId="{00000000-0000-0000-0000-000000000000}"/>
          </ac:cxnSpMkLst>
        </pc:cxnChg>
        <pc:cxnChg chg="mod">
          <ac:chgData name="Luca Longinotti" userId="4fe812bbf5e873c0" providerId="LiveId" clId="{ED5BFA4C-6A6C-4203-95DC-218005CAD3A0}" dt="2022-07-02T09:04:06.206" v="7766" actId="1076"/>
          <ac:cxnSpMkLst>
            <pc:docMk/>
            <pc:sldMk cId="3015957082" sldId="288"/>
            <ac:cxnSpMk id="389" creationId="{00000000-0000-0000-0000-000000000000}"/>
          </ac:cxnSpMkLst>
        </pc:cxnChg>
      </pc:sldChg>
      <pc:sldChg chg="modSp add mod">
        <pc:chgData name="Luca Longinotti" userId="4fe812bbf5e873c0" providerId="LiveId" clId="{ED5BFA4C-6A6C-4203-95DC-218005CAD3A0}" dt="2022-07-02T09:08:33.654" v="8002" actId="14100"/>
        <pc:sldMkLst>
          <pc:docMk/>
          <pc:sldMk cId="2284531346" sldId="289"/>
        </pc:sldMkLst>
        <pc:spChg chg="mod">
          <ac:chgData name="Luca Longinotti" userId="4fe812bbf5e873c0" providerId="LiveId" clId="{ED5BFA4C-6A6C-4203-95DC-218005CAD3A0}" dt="2022-07-02T09:06:56.933" v="7917" actId="20577"/>
          <ac:spMkLst>
            <pc:docMk/>
            <pc:sldMk cId="2284531346" sldId="289"/>
            <ac:spMk id="26" creationId="{3267629F-70EC-F1E6-FAC6-6E9E4C642497}"/>
          </ac:spMkLst>
        </pc:spChg>
        <pc:spChg chg="mod">
          <ac:chgData name="Luca Longinotti" userId="4fe812bbf5e873c0" providerId="LiveId" clId="{ED5BFA4C-6A6C-4203-95DC-218005CAD3A0}" dt="2022-07-02T09:07:17.493" v="7944" actId="1076"/>
          <ac:spMkLst>
            <pc:docMk/>
            <pc:sldMk cId="2284531346" sldId="289"/>
            <ac:spMk id="27" creationId="{F31A24CD-E4A7-891D-706A-C59B2DC2D600}"/>
          </ac:spMkLst>
        </pc:spChg>
        <pc:spChg chg="mod">
          <ac:chgData name="Luca Longinotti" userId="4fe812bbf5e873c0" providerId="LiveId" clId="{ED5BFA4C-6A6C-4203-95DC-218005CAD3A0}" dt="2022-07-02T09:08:20.046" v="7997" actId="1076"/>
          <ac:spMkLst>
            <pc:docMk/>
            <pc:sldMk cId="2284531346" sldId="289"/>
            <ac:spMk id="41" creationId="{C30FF7E9-F6B7-CA72-F9D7-D968451DDF75}"/>
          </ac:spMkLst>
        </pc:spChg>
        <pc:spChg chg="mod">
          <ac:chgData name="Luca Longinotti" userId="4fe812bbf5e873c0" providerId="LiveId" clId="{ED5BFA4C-6A6C-4203-95DC-218005CAD3A0}" dt="2022-07-02T09:05:41.502" v="7818" actId="20577"/>
          <ac:spMkLst>
            <pc:docMk/>
            <pc:sldMk cId="2284531346" sldId="289"/>
            <ac:spMk id="363" creationId="{00000000-0000-0000-0000-000000000000}"/>
          </ac:spMkLst>
        </pc:spChg>
        <pc:spChg chg="mod">
          <ac:chgData name="Luca Longinotti" userId="4fe812bbf5e873c0" providerId="LiveId" clId="{ED5BFA4C-6A6C-4203-95DC-218005CAD3A0}" dt="2022-07-02T09:05:55.233" v="7841" actId="20577"/>
          <ac:spMkLst>
            <pc:docMk/>
            <pc:sldMk cId="2284531346" sldId="289"/>
            <ac:spMk id="364" creationId="{00000000-0000-0000-0000-000000000000}"/>
          </ac:spMkLst>
        </pc:spChg>
        <pc:spChg chg="mod">
          <ac:chgData name="Luca Longinotti" userId="4fe812bbf5e873c0" providerId="LiveId" clId="{ED5BFA4C-6A6C-4203-95DC-218005CAD3A0}" dt="2022-07-02T09:07:54.657" v="7979" actId="20577"/>
          <ac:spMkLst>
            <pc:docMk/>
            <pc:sldMk cId="2284531346" sldId="289"/>
            <ac:spMk id="372" creationId="{00000000-0000-0000-0000-000000000000}"/>
          </ac:spMkLst>
        </pc:spChg>
        <pc:spChg chg="mod">
          <ac:chgData name="Luca Longinotti" userId="4fe812bbf5e873c0" providerId="LiveId" clId="{ED5BFA4C-6A6C-4203-95DC-218005CAD3A0}" dt="2022-07-02T09:06:11.139" v="7861" actId="255"/>
          <ac:spMkLst>
            <pc:docMk/>
            <pc:sldMk cId="2284531346" sldId="289"/>
            <ac:spMk id="374" creationId="{00000000-0000-0000-0000-000000000000}"/>
          </ac:spMkLst>
        </pc:spChg>
        <pc:spChg chg="mod">
          <ac:chgData name="Luca Longinotti" userId="4fe812bbf5e873c0" providerId="LiveId" clId="{ED5BFA4C-6A6C-4203-95DC-218005CAD3A0}" dt="2022-07-02T09:07:50.458" v="7977" actId="1076"/>
          <ac:spMkLst>
            <pc:docMk/>
            <pc:sldMk cId="2284531346" sldId="289"/>
            <ac:spMk id="378" creationId="{00000000-0000-0000-0000-000000000000}"/>
          </ac:spMkLst>
        </pc:spChg>
        <pc:spChg chg="mod">
          <ac:chgData name="Luca Longinotti" userId="4fe812bbf5e873c0" providerId="LiveId" clId="{ED5BFA4C-6A6C-4203-95DC-218005CAD3A0}" dt="2022-07-02T09:08:28.358" v="8000" actId="1076"/>
          <ac:spMkLst>
            <pc:docMk/>
            <pc:sldMk cId="2284531346" sldId="289"/>
            <ac:spMk id="388" creationId="{00000000-0000-0000-0000-000000000000}"/>
          </ac:spMkLst>
        </pc:spChg>
        <pc:cxnChg chg="mod">
          <ac:chgData name="Luca Longinotti" userId="4fe812bbf5e873c0" providerId="LiveId" clId="{ED5BFA4C-6A6C-4203-95DC-218005CAD3A0}" dt="2022-07-02T09:08:33.654" v="8002" actId="14100"/>
          <ac:cxnSpMkLst>
            <pc:docMk/>
            <pc:sldMk cId="2284531346" sldId="289"/>
            <ac:cxnSpMk id="389" creationId="{00000000-0000-0000-0000-000000000000}"/>
          </ac:cxnSpMkLst>
        </pc:cxnChg>
      </pc:sldChg>
      <pc:sldChg chg="add del">
        <pc:chgData name="Luca Longinotti" userId="4fe812bbf5e873c0" providerId="LiveId" clId="{ED5BFA4C-6A6C-4203-95DC-218005CAD3A0}" dt="2022-07-02T09:10:01.719" v="8025" actId="47"/>
        <pc:sldMkLst>
          <pc:docMk/>
          <pc:sldMk cId="1089568420" sldId="290"/>
        </pc:sldMkLst>
      </pc:sldChg>
      <pc:sldChg chg="modSp add mod">
        <pc:chgData name="Luca Longinotti" userId="4fe812bbf5e873c0" providerId="LiveId" clId="{ED5BFA4C-6A6C-4203-95DC-218005CAD3A0}" dt="2022-07-02T09:18:08.796" v="8494" actId="20577"/>
        <pc:sldMkLst>
          <pc:docMk/>
          <pc:sldMk cId="1343816547" sldId="290"/>
        </pc:sldMkLst>
        <pc:spChg chg="mod">
          <ac:chgData name="Luca Longinotti" userId="4fe812bbf5e873c0" providerId="LiveId" clId="{ED5BFA4C-6A6C-4203-95DC-218005CAD3A0}" dt="2022-07-02T09:14:53.629" v="8285" actId="20577"/>
          <ac:spMkLst>
            <pc:docMk/>
            <pc:sldMk cId="1343816547" sldId="290"/>
            <ac:spMk id="363" creationId="{00000000-0000-0000-0000-000000000000}"/>
          </ac:spMkLst>
        </pc:spChg>
        <pc:spChg chg="mod">
          <ac:chgData name="Luca Longinotti" userId="4fe812bbf5e873c0" providerId="LiveId" clId="{ED5BFA4C-6A6C-4203-95DC-218005CAD3A0}" dt="2022-07-02T09:16:00.406" v="8365" actId="20577"/>
          <ac:spMkLst>
            <pc:docMk/>
            <pc:sldMk cId="1343816547" sldId="290"/>
            <ac:spMk id="364" creationId="{00000000-0000-0000-0000-000000000000}"/>
          </ac:spMkLst>
        </pc:spChg>
        <pc:spChg chg="mod">
          <ac:chgData name="Luca Longinotti" userId="4fe812bbf5e873c0" providerId="LiveId" clId="{ED5BFA4C-6A6C-4203-95DC-218005CAD3A0}" dt="2022-07-02T09:17:21.838" v="8421" actId="1076"/>
          <ac:spMkLst>
            <pc:docMk/>
            <pc:sldMk cId="1343816547" sldId="290"/>
            <ac:spMk id="367" creationId="{00000000-0000-0000-0000-000000000000}"/>
          </ac:spMkLst>
        </pc:spChg>
        <pc:spChg chg="mod">
          <ac:chgData name="Luca Longinotti" userId="4fe812bbf5e873c0" providerId="LiveId" clId="{ED5BFA4C-6A6C-4203-95DC-218005CAD3A0}" dt="2022-07-02T09:17:18.779" v="8420" actId="1076"/>
          <ac:spMkLst>
            <pc:docMk/>
            <pc:sldMk cId="1343816547" sldId="290"/>
            <ac:spMk id="372" creationId="{00000000-0000-0000-0000-000000000000}"/>
          </ac:spMkLst>
        </pc:spChg>
        <pc:spChg chg="mod">
          <ac:chgData name="Luca Longinotti" userId="4fe812bbf5e873c0" providerId="LiveId" clId="{ED5BFA4C-6A6C-4203-95DC-218005CAD3A0}" dt="2022-07-02T09:15:47.735" v="8344" actId="20577"/>
          <ac:spMkLst>
            <pc:docMk/>
            <pc:sldMk cId="1343816547" sldId="290"/>
            <ac:spMk id="374" creationId="{00000000-0000-0000-0000-000000000000}"/>
          </ac:spMkLst>
        </pc:spChg>
        <pc:spChg chg="mod">
          <ac:chgData name="Luca Longinotti" userId="4fe812bbf5e873c0" providerId="LiveId" clId="{ED5BFA4C-6A6C-4203-95DC-218005CAD3A0}" dt="2022-07-02T09:18:08.796" v="8494" actId="20577"/>
          <ac:spMkLst>
            <pc:docMk/>
            <pc:sldMk cId="1343816547" sldId="290"/>
            <ac:spMk id="388" creationId="{00000000-0000-0000-0000-000000000000}"/>
          </ac:spMkLst>
        </pc:spChg>
        <pc:cxnChg chg="mod">
          <ac:chgData name="Luca Longinotti" userId="4fe812bbf5e873c0" providerId="LiveId" clId="{ED5BFA4C-6A6C-4203-95DC-218005CAD3A0}" dt="2022-07-02T09:17:16.055" v="8419" actId="1076"/>
          <ac:cxnSpMkLst>
            <pc:docMk/>
            <pc:sldMk cId="1343816547" sldId="290"/>
            <ac:cxnSpMk id="375" creationId="{00000000-0000-0000-0000-000000000000}"/>
          </ac:cxnSpMkLst>
        </pc:cxnChg>
      </pc:sldChg>
      <pc:sldChg chg="new del">
        <pc:chgData name="Luca Longinotti" userId="4fe812bbf5e873c0" providerId="LiveId" clId="{ED5BFA4C-6A6C-4203-95DC-218005CAD3A0}" dt="2022-07-02T09:11:16.429" v="8053" actId="47"/>
        <pc:sldMkLst>
          <pc:docMk/>
          <pc:sldMk cId="2049069067" sldId="291"/>
        </pc:sldMkLst>
      </pc:sldChg>
      <pc:sldChg chg="modSp add mod">
        <pc:chgData name="Luca Longinotti" userId="4fe812bbf5e873c0" providerId="LiveId" clId="{ED5BFA4C-6A6C-4203-95DC-218005CAD3A0}" dt="2022-07-02T09:13:59.283" v="8216" actId="255"/>
        <pc:sldMkLst>
          <pc:docMk/>
          <pc:sldMk cId="3701192121" sldId="291"/>
        </pc:sldMkLst>
        <pc:spChg chg="mod">
          <ac:chgData name="Luca Longinotti" userId="4fe812bbf5e873c0" providerId="LiveId" clId="{ED5BFA4C-6A6C-4203-95DC-218005CAD3A0}" dt="2022-07-02T09:11:35.011" v="8072" actId="20577"/>
          <ac:spMkLst>
            <pc:docMk/>
            <pc:sldMk cId="3701192121" sldId="291"/>
            <ac:spMk id="363" creationId="{00000000-0000-0000-0000-000000000000}"/>
          </ac:spMkLst>
        </pc:spChg>
        <pc:spChg chg="mod">
          <ac:chgData name="Luca Longinotti" userId="4fe812bbf5e873c0" providerId="LiveId" clId="{ED5BFA4C-6A6C-4203-95DC-218005CAD3A0}" dt="2022-07-02T09:12:53.465" v="8147" actId="255"/>
          <ac:spMkLst>
            <pc:docMk/>
            <pc:sldMk cId="3701192121" sldId="291"/>
            <ac:spMk id="364" creationId="{00000000-0000-0000-0000-000000000000}"/>
          </ac:spMkLst>
        </pc:spChg>
        <pc:spChg chg="mod">
          <ac:chgData name="Luca Longinotti" userId="4fe812bbf5e873c0" providerId="LiveId" clId="{ED5BFA4C-6A6C-4203-95DC-218005CAD3A0}" dt="2022-07-02T09:13:32.445" v="8182" actId="255"/>
          <ac:spMkLst>
            <pc:docMk/>
            <pc:sldMk cId="3701192121" sldId="291"/>
            <ac:spMk id="372" creationId="{00000000-0000-0000-0000-000000000000}"/>
          </ac:spMkLst>
        </pc:spChg>
        <pc:spChg chg="mod">
          <ac:chgData name="Luca Longinotti" userId="4fe812bbf5e873c0" providerId="LiveId" clId="{ED5BFA4C-6A6C-4203-95DC-218005CAD3A0}" dt="2022-07-02T09:12:21.139" v="8122" actId="20577"/>
          <ac:spMkLst>
            <pc:docMk/>
            <pc:sldMk cId="3701192121" sldId="291"/>
            <ac:spMk id="374" creationId="{00000000-0000-0000-0000-000000000000}"/>
          </ac:spMkLst>
        </pc:spChg>
        <pc:spChg chg="mod">
          <ac:chgData name="Luca Longinotti" userId="4fe812bbf5e873c0" providerId="LiveId" clId="{ED5BFA4C-6A6C-4203-95DC-218005CAD3A0}" dt="2022-07-02T09:13:59.283" v="8216" actId="255"/>
          <ac:spMkLst>
            <pc:docMk/>
            <pc:sldMk cId="3701192121" sldId="291"/>
            <ac:spMk id="388" creationId="{00000000-0000-0000-0000-000000000000}"/>
          </ac:spMkLst>
        </pc:spChg>
      </pc:sldChg>
      <pc:sldChg chg="modSp add mod">
        <pc:chgData name="Luca Longinotti" userId="4fe812bbf5e873c0" providerId="LiveId" clId="{ED5BFA4C-6A6C-4203-95DC-218005CAD3A0}" dt="2022-07-02T09:14:33.895" v="8222" actId="20577"/>
        <pc:sldMkLst>
          <pc:docMk/>
          <pc:sldMk cId="2267547698" sldId="292"/>
        </pc:sldMkLst>
        <pc:spChg chg="mod">
          <ac:chgData name="Luca Longinotti" userId="4fe812bbf5e873c0" providerId="LiveId" clId="{ED5BFA4C-6A6C-4203-95DC-218005CAD3A0}" dt="2022-07-02T09:14:33.895" v="8222" actId="20577"/>
          <ac:spMkLst>
            <pc:docMk/>
            <pc:sldMk cId="2267547698" sldId="292"/>
            <ac:spMk id="36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BE6C58-C8B3-4237-AB77-B9D81C24EFF9}" type="datetimeFigureOut">
              <a:rPr lang="en-US" smtClean="0"/>
              <a:t>7/2/2022</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5D7244-889E-4A10-9CA9-B4CE6A6E6681}" type="slidenum">
              <a:rPr lang="en-US" smtClean="0"/>
              <a:t>‹N›</a:t>
            </a:fld>
            <a:endParaRPr lang="en-US"/>
          </a:p>
        </p:txBody>
      </p:sp>
    </p:spTree>
    <p:extLst>
      <p:ext uri="{BB962C8B-B14F-4D97-AF65-F5344CB8AC3E}">
        <p14:creationId xmlns:p14="http://schemas.microsoft.com/office/powerpoint/2010/main" val="1464850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551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70e28bffb8_2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g70e28bffb8_2_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562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9646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5865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594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9246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83C667-D495-D4CA-CD65-9ADE6A45CE0D}"/>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22214ACD-65FD-F721-6B9B-EFC6FF8208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FB3AD06-9F2C-124D-445D-8D4917E00CAD}"/>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11B59B35-E968-BE06-E4E7-A2B0B4ACEFB6}"/>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127A6DCF-6B17-AF77-D0BD-F07DDA2D00F7}"/>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1313122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9D187C-1A34-889B-0EDC-665044C649F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6F373E9-B705-1836-2B71-A76443E955A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BE4D7D6-D8C0-E120-9CE6-84EC53F34CDA}"/>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32D0C978-1A8D-D352-B149-496166D11A36}"/>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AE59D85D-9038-E2A1-6D57-007E6CC059B8}"/>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2204098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40EA65-6D90-EF75-2B13-A4741D1A10BF}"/>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9B73C08E-B77D-2E97-DE59-0C1482C610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D65E155-FC47-2784-08BF-A5FDD8F5EC2F}"/>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02354E43-FE44-94C2-6638-94389D8953B0}"/>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1A09F8B9-ECC7-BE42-2267-EE046014FE0E}"/>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3732209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8EE9C0-6459-9A7B-E5BC-CF550693A44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9E9B57A-3E97-43A6-DCB6-A67810EAF45F}"/>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D221888-51D0-7511-4A06-D5FEEC7775EC}"/>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1D342E2-45B1-30BB-08D6-27E292F6B9B4}"/>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6" name="Segnaposto piè di pagina 5">
            <a:extLst>
              <a:ext uri="{FF2B5EF4-FFF2-40B4-BE49-F238E27FC236}">
                <a16:creationId xmlns:a16="http://schemas.microsoft.com/office/drawing/2014/main" id="{0F65ECA4-E37E-3859-6F33-3581F0695D6D}"/>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FE202D25-F6BD-9E3B-F6A3-A67967351432}"/>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3226677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E1546D1-2E68-B648-BE7C-C740E0FE771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3909898-6189-6802-37E8-2AA32B8EE8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9952E689-348C-12F4-3E1F-C4EB7F3F130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64F8B8F9-191E-F804-4A53-C307E0BDE5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72A148E-3494-F1A7-11C8-66465A1E007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F6D7D81F-C049-B9B4-BF89-A8DC11832F92}"/>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8" name="Segnaposto piè di pagina 7">
            <a:extLst>
              <a:ext uri="{FF2B5EF4-FFF2-40B4-BE49-F238E27FC236}">
                <a16:creationId xmlns:a16="http://schemas.microsoft.com/office/drawing/2014/main" id="{11BB99E7-2B42-E031-3393-8A5A240C4CD3}"/>
              </a:ext>
            </a:extLst>
          </p:cNvPr>
          <p:cNvSpPr>
            <a:spLocks noGrp="1"/>
          </p:cNvSpPr>
          <p:nvPr>
            <p:ph type="ftr" sz="quarter" idx="11"/>
          </p:nvPr>
        </p:nvSpPr>
        <p:spPr/>
        <p:txBody>
          <a:bodyPr/>
          <a:lstStyle/>
          <a:p>
            <a:endParaRPr lang="it-IT" dirty="0"/>
          </a:p>
        </p:txBody>
      </p:sp>
      <p:sp>
        <p:nvSpPr>
          <p:cNvPr id="9" name="Segnaposto numero diapositiva 8">
            <a:extLst>
              <a:ext uri="{FF2B5EF4-FFF2-40B4-BE49-F238E27FC236}">
                <a16:creationId xmlns:a16="http://schemas.microsoft.com/office/drawing/2014/main" id="{A958D548-375E-800E-ADD1-D0C7BC853FC7}"/>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1797818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612B56-E343-2A5C-93C2-571F0ED87FA8}"/>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4BA7FC7-5601-0349-506D-2DBD5AA2EBB7}"/>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4" name="Segnaposto piè di pagina 3">
            <a:extLst>
              <a:ext uri="{FF2B5EF4-FFF2-40B4-BE49-F238E27FC236}">
                <a16:creationId xmlns:a16="http://schemas.microsoft.com/office/drawing/2014/main" id="{D67183C0-04BD-252D-1C56-8A7824D3F965}"/>
              </a:ext>
            </a:extLst>
          </p:cNvPr>
          <p:cNvSpPr>
            <a:spLocks noGrp="1"/>
          </p:cNvSpPr>
          <p:nvPr>
            <p:ph type="ftr" sz="quarter" idx="11"/>
          </p:nvPr>
        </p:nvSpPr>
        <p:spPr/>
        <p:txBody>
          <a:bodyPr/>
          <a:lstStyle/>
          <a:p>
            <a:endParaRPr lang="it-IT" dirty="0"/>
          </a:p>
        </p:txBody>
      </p:sp>
      <p:sp>
        <p:nvSpPr>
          <p:cNvPr id="5" name="Segnaposto numero diapositiva 4">
            <a:extLst>
              <a:ext uri="{FF2B5EF4-FFF2-40B4-BE49-F238E27FC236}">
                <a16:creationId xmlns:a16="http://schemas.microsoft.com/office/drawing/2014/main" id="{F07453DD-48DD-CABC-732A-3F6FD3BB0C70}"/>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2626864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F03CD3D0-CE1D-2DE2-C0B0-4DF1EF860B2F}"/>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3" name="Segnaposto piè di pagina 2">
            <a:extLst>
              <a:ext uri="{FF2B5EF4-FFF2-40B4-BE49-F238E27FC236}">
                <a16:creationId xmlns:a16="http://schemas.microsoft.com/office/drawing/2014/main" id="{EADDC857-ADD1-1BA8-7452-8CEB9D593798}"/>
              </a:ext>
            </a:extLst>
          </p:cNvPr>
          <p:cNvSpPr>
            <a:spLocks noGrp="1"/>
          </p:cNvSpPr>
          <p:nvPr>
            <p:ph type="ftr" sz="quarter" idx="11"/>
          </p:nvPr>
        </p:nvSpPr>
        <p:spPr/>
        <p:txBody>
          <a:bodyPr/>
          <a:lstStyle/>
          <a:p>
            <a:endParaRPr lang="it-IT" dirty="0"/>
          </a:p>
        </p:txBody>
      </p:sp>
      <p:sp>
        <p:nvSpPr>
          <p:cNvPr id="4" name="Segnaposto numero diapositiva 3">
            <a:extLst>
              <a:ext uri="{FF2B5EF4-FFF2-40B4-BE49-F238E27FC236}">
                <a16:creationId xmlns:a16="http://schemas.microsoft.com/office/drawing/2014/main" id="{B2178589-3F33-C01D-5242-1A79996DB529}"/>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4268725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3BD852-E5FB-51B4-DFE4-40A4C81AADC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E68DA39-D165-F413-3F18-8A073AD5E3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4C7FA29-D8C0-7290-05CE-031AEFB183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F8A0AE7-EC9F-0DD7-DD7F-76F58FDC8D09}"/>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6" name="Segnaposto piè di pagina 5">
            <a:extLst>
              <a:ext uri="{FF2B5EF4-FFF2-40B4-BE49-F238E27FC236}">
                <a16:creationId xmlns:a16="http://schemas.microsoft.com/office/drawing/2014/main" id="{C69BE2D9-257A-CC81-EC47-5FE9601CD8BB}"/>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A3E4BA39-CBD6-AF4D-D0F9-44BF68077BF6}"/>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407193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7C6D84-3575-9414-6F31-C021A75D912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AD77ECCC-7199-F3F6-7DE2-9200A4EBD5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6A83AFB5-C7A4-4DFA-BCE1-AB5F2D065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ECEEA59-DF5A-4CBD-4E3D-4637B7CFC581}"/>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6" name="Segnaposto piè di pagina 5">
            <a:extLst>
              <a:ext uri="{FF2B5EF4-FFF2-40B4-BE49-F238E27FC236}">
                <a16:creationId xmlns:a16="http://schemas.microsoft.com/office/drawing/2014/main" id="{9CDF1C3E-27C0-F1B8-5D18-ABC32E28E4EF}"/>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C4A5E4FA-2F0F-7579-205D-5521B254ED5D}"/>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1377314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AA8040-182D-A33C-F275-8690422E27B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9D95117-77AB-4E51-EBE3-E7B152121C7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1A0849-773D-A81E-551F-25B2F7737FA3}"/>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1406EDEC-EF49-5F66-9B01-D4CC8D588289}"/>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075D019E-C579-F8C1-962B-8B73C0BA8033}"/>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569197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114A6B92-B243-4987-967B-9DC9E709CFDF}"/>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C2A4EE9A-6F56-F7BF-968E-9A2EFE7D4466}"/>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2B22784-E465-71F9-8F1A-6D74309FB293}"/>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5A936C7C-D3D4-4183-A857-D10B2B1C5CA4}"/>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A81D4E38-FABC-DDFC-ED2B-5AEB9BBD784F}"/>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2138429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702376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855222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382459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4043473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087781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539782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538334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3474156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8738121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340805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9686430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853"/>
              </a:spcBef>
              <a:spcAft>
                <a:spcPts val="0"/>
              </a:spcAft>
              <a:buClr>
                <a:srgbClr val="888888"/>
              </a:buClr>
              <a:buSzPts val="3200"/>
              <a:buNone/>
              <a:defRPr>
                <a:solidFill>
                  <a:srgbClr val="888888"/>
                </a:solidFill>
              </a:defRPr>
            </a:lvl1pPr>
            <a:lvl2pPr lvl="1" algn="ctr">
              <a:spcBef>
                <a:spcPts val="747"/>
              </a:spcBef>
              <a:spcAft>
                <a:spcPts val="0"/>
              </a:spcAft>
              <a:buClr>
                <a:srgbClr val="888888"/>
              </a:buClr>
              <a:buSzPts val="2800"/>
              <a:buNone/>
              <a:defRPr>
                <a:solidFill>
                  <a:srgbClr val="888888"/>
                </a:solidFill>
              </a:defRPr>
            </a:lvl2pPr>
            <a:lvl3pPr lvl="2" algn="ctr">
              <a:spcBef>
                <a:spcPts val="640"/>
              </a:spcBef>
              <a:spcAft>
                <a:spcPts val="0"/>
              </a:spcAft>
              <a:buClr>
                <a:srgbClr val="888888"/>
              </a:buClr>
              <a:buSzPts val="2400"/>
              <a:buNone/>
              <a:defRPr>
                <a:solidFill>
                  <a:srgbClr val="888888"/>
                </a:solidFill>
              </a:defRPr>
            </a:lvl3pPr>
            <a:lvl4pPr lvl="3" algn="ctr">
              <a:spcBef>
                <a:spcPts val="533"/>
              </a:spcBef>
              <a:spcAft>
                <a:spcPts val="0"/>
              </a:spcAft>
              <a:buClr>
                <a:srgbClr val="888888"/>
              </a:buClr>
              <a:buSzPts val="2000"/>
              <a:buNone/>
              <a:defRPr>
                <a:solidFill>
                  <a:srgbClr val="888888"/>
                </a:solidFill>
              </a:defRPr>
            </a:lvl4pPr>
            <a:lvl5pPr lvl="4" algn="ctr">
              <a:spcBef>
                <a:spcPts val="533"/>
              </a:spcBef>
              <a:spcAft>
                <a:spcPts val="0"/>
              </a:spcAft>
              <a:buClr>
                <a:srgbClr val="888888"/>
              </a:buClr>
              <a:buSzPts val="2000"/>
              <a:buNone/>
              <a:defRPr>
                <a:solidFill>
                  <a:srgbClr val="888888"/>
                </a:solidFill>
              </a:defRPr>
            </a:lvl5pPr>
            <a:lvl6pPr lvl="5" algn="ctr">
              <a:spcBef>
                <a:spcPts val="533"/>
              </a:spcBef>
              <a:spcAft>
                <a:spcPts val="0"/>
              </a:spcAft>
              <a:buClr>
                <a:srgbClr val="888888"/>
              </a:buClr>
              <a:buSzPts val="2000"/>
              <a:buNone/>
              <a:defRPr>
                <a:solidFill>
                  <a:srgbClr val="888888"/>
                </a:solidFill>
              </a:defRPr>
            </a:lvl6pPr>
            <a:lvl7pPr lvl="6" algn="ctr">
              <a:spcBef>
                <a:spcPts val="533"/>
              </a:spcBef>
              <a:spcAft>
                <a:spcPts val="0"/>
              </a:spcAft>
              <a:buClr>
                <a:srgbClr val="888888"/>
              </a:buClr>
              <a:buSzPts val="2000"/>
              <a:buNone/>
              <a:defRPr>
                <a:solidFill>
                  <a:srgbClr val="888888"/>
                </a:solidFill>
              </a:defRPr>
            </a:lvl7pPr>
            <a:lvl8pPr lvl="7" algn="ctr">
              <a:spcBef>
                <a:spcPts val="533"/>
              </a:spcBef>
              <a:spcAft>
                <a:spcPts val="0"/>
              </a:spcAft>
              <a:buClr>
                <a:srgbClr val="888888"/>
              </a:buClr>
              <a:buSzPts val="2000"/>
              <a:buNone/>
              <a:defRPr>
                <a:solidFill>
                  <a:srgbClr val="888888"/>
                </a:solidFill>
              </a:defRPr>
            </a:lvl8pPr>
            <a:lvl9pPr lvl="8" algn="ctr">
              <a:spcBef>
                <a:spcPts val="533"/>
              </a:spcBef>
              <a:spcAft>
                <a:spcPts val="0"/>
              </a:spcAft>
              <a:buClr>
                <a:srgbClr val="888888"/>
              </a:buClr>
              <a:buSzPts val="2000"/>
              <a:buNone/>
              <a:defRPr>
                <a:solidFill>
                  <a:srgbClr val="888888"/>
                </a:solidFill>
              </a:defRPr>
            </a:lvl9pPr>
          </a:lstStyle>
          <a:p>
            <a:endParaRPr/>
          </a:p>
        </p:txBody>
      </p:sp>
      <p:sp>
        <p:nvSpPr>
          <p:cNvPr id="59" name="Google Shape;59;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39816906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65" name="Google Shape;65;p1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12202688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3747472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a:spLocks noGrp="1"/>
          </p:cNvSpPr>
          <p:nvPr>
            <p:ph type="body" idx="1"/>
          </p:nvPr>
        </p:nvSpPr>
        <p:spPr>
          <a:xfrm>
            <a:off x="609600" y="1600200"/>
            <a:ext cx="5384800" cy="4525963"/>
          </a:xfrm>
          <a:prstGeom prst="rect">
            <a:avLst/>
          </a:prstGeom>
          <a:noFill/>
          <a:ln>
            <a:noFill/>
          </a:ln>
        </p:spPr>
        <p:txBody>
          <a:bodyPr spcFirstLastPara="1" wrap="square" lIns="91425" tIns="45700" rIns="91425" bIns="45700" anchor="t" anchorCtr="0">
            <a:noAutofit/>
          </a:bodyPr>
          <a:lstStyle>
            <a:lvl1pPr marL="609585" lvl="0" indent="-541853" algn="l">
              <a:spcBef>
                <a:spcPts val="747"/>
              </a:spcBef>
              <a:spcAft>
                <a:spcPts val="0"/>
              </a:spcAft>
              <a:buClr>
                <a:schemeClr val="dk1"/>
              </a:buClr>
              <a:buSzPts val="2800"/>
              <a:buChar char="•"/>
              <a:defRPr sz="3733"/>
            </a:lvl1pPr>
            <a:lvl2pPr marL="1219170" lvl="1" indent="-507987" algn="l">
              <a:spcBef>
                <a:spcPts val="640"/>
              </a:spcBef>
              <a:spcAft>
                <a:spcPts val="0"/>
              </a:spcAft>
              <a:buClr>
                <a:schemeClr val="dk1"/>
              </a:buClr>
              <a:buSzPts val="2400"/>
              <a:buChar char="–"/>
              <a:defRPr sz="3200"/>
            </a:lvl2pPr>
            <a:lvl3pPr marL="1828754" lvl="2" indent="-474121" algn="l">
              <a:spcBef>
                <a:spcPts val="533"/>
              </a:spcBef>
              <a:spcAft>
                <a:spcPts val="0"/>
              </a:spcAft>
              <a:buClr>
                <a:schemeClr val="dk1"/>
              </a:buClr>
              <a:buSzPts val="2000"/>
              <a:buChar char="•"/>
              <a:defRPr sz="2667"/>
            </a:lvl3pPr>
            <a:lvl4pPr marL="2438339" lvl="3" indent="-457189" algn="l">
              <a:spcBef>
                <a:spcPts val="480"/>
              </a:spcBef>
              <a:spcAft>
                <a:spcPts val="0"/>
              </a:spcAft>
              <a:buClr>
                <a:schemeClr val="dk1"/>
              </a:buClr>
              <a:buSzPts val="1800"/>
              <a:buChar char="–"/>
              <a:defRPr sz="2400"/>
            </a:lvl4pPr>
            <a:lvl5pPr marL="3047924" lvl="4" indent="-457189" algn="l">
              <a:spcBef>
                <a:spcPts val="480"/>
              </a:spcBef>
              <a:spcAft>
                <a:spcPts val="0"/>
              </a:spcAft>
              <a:buClr>
                <a:schemeClr val="dk1"/>
              </a:buClr>
              <a:buSzPts val="1800"/>
              <a:buChar char="»"/>
              <a:defRPr sz="2400"/>
            </a:lvl5pPr>
            <a:lvl6pPr marL="3657509" lvl="5" indent="-457189" algn="l">
              <a:spcBef>
                <a:spcPts val="480"/>
              </a:spcBef>
              <a:spcAft>
                <a:spcPts val="0"/>
              </a:spcAft>
              <a:buClr>
                <a:schemeClr val="dk1"/>
              </a:buClr>
              <a:buSzPts val="1800"/>
              <a:buChar char="•"/>
              <a:defRPr sz="2400"/>
            </a:lvl6pPr>
            <a:lvl7pPr marL="4267093" lvl="6" indent="-457189" algn="l">
              <a:spcBef>
                <a:spcPts val="480"/>
              </a:spcBef>
              <a:spcAft>
                <a:spcPts val="0"/>
              </a:spcAft>
              <a:buClr>
                <a:schemeClr val="dk1"/>
              </a:buClr>
              <a:buSzPts val="1800"/>
              <a:buChar char="•"/>
              <a:defRPr sz="2400"/>
            </a:lvl7pPr>
            <a:lvl8pPr marL="4876678" lvl="7" indent="-457189" algn="l">
              <a:spcBef>
                <a:spcPts val="480"/>
              </a:spcBef>
              <a:spcAft>
                <a:spcPts val="0"/>
              </a:spcAft>
              <a:buClr>
                <a:schemeClr val="dk1"/>
              </a:buClr>
              <a:buSzPts val="1800"/>
              <a:buChar char="•"/>
              <a:defRPr sz="2400"/>
            </a:lvl8pPr>
            <a:lvl9pPr marL="5486263" lvl="8" indent="-457189" algn="l">
              <a:spcBef>
                <a:spcPts val="480"/>
              </a:spcBef>
              <a:spcAft>
                <a:spcPts val="0"/>
              </a:spcAft>
              <a:buClr>
                <a:schemeClr val="dk1"/>
              </a:buClr>
              <a:buSzPts val="1800"/>
              <a:buChar char="•"/>
              <a:defRPr sz="2400"/>
            </a:lvl9pPr>
          </a:lstStyle>
          <a:p>
            <a:endParaRPr/>
          </a:p>
        </p:txBody>
      </p:sp>
      <p:sp>
        <p:nvSpPr>
          <p:cNvPr id="76" name="Google Shape;76;p17"/>
          <p:cNvSpPr txBox="1">
            <a:spLocks noGrp="1"/>
          </p:cNvSpPr>
          <p:nvPr>
            <p:ph type="body" idx="2"/>
          </p:nvPr>
        </p:nvSpPr>
        <p:spPr>
          <a:xfrm>
            <a:off x="6197600" y="1600200"/>
            <a:ext cx="5384800" cy="4525963"/>
          </a:xfrm>
          <a:prstGeom prst="rect">
            <a:avLst/>
          </a:prstGeom>
          <a:noFill/>
          <a:ln>
            <a:noFill/>
          </a:ln>
        </p:spPr>
        <p:txBody>
          <a:bodyPr spcFirstLastPara="1" wrap="square" lIns="91425" tIns="45700" rIns="91425" bIns="45700" anchor="t" anchorCtr="0">
            <a:noAutofit/>
          </a:bodyPr>
          <a:lstStyle>
            <a:lvl1pPr marL="609585" lvl="0" indent="-541853" algn="l">
              <a:spcBef>
                <a:spcPts val="747"/>
              </a:spcBef>
              <a:spcAft>
                <a:spcPts val="0"/>
              </a:spcAft>
              <a:buClr>
                <a:schemeClr val="dk1"/>
              </a:buClr>
              <a:buSzPts val="2800"/>
              <a:buChar char="•"/>
              <a:defRPr sz="3733"/>
            </a:lvl1pPr>
            <a:lvl2pPr marL="1219170" lvl="1" indent="-507987" algn="l">
              <a:spcBef>
                <a:spcPts val="640"/>
              </a:spcBef>
              <a:spcAft>
                <a:spcPts val="0"/>
              </a:spcAft>
              <a:buClr>
                <a:schemeClr val="dk1"/>
              </a:buClr>
              <a:buSzPts val="2400"/>
              <a:buChar char="–"/>
              <a:defRPr sz="3200"/>
            </a:lvl2pPr>
            <a:lvl3pPr marL="1828754" lvl="2" indent="-474121" algn="l">
              <a:spcBef>
                <a:spcPts val="533"/>
              </a:spcBef>
              <a:spcAft>
                <a:spcPts val="0"/>
              </a:spcAft>
              <a:buClr>
                <a:schemeClr val="dk1"/>
              </a:buClr>
              <a:buSzPts val="2000"/>
              <a:buChar char="•"/>
              <a:defRPr sz="2667"/>
            </a:lvl3pPr>
            <a:lvl4pPr marL="2438339" lvl="3" indent="-457189" algn="l">
              <a:spcBef>
                <a:spcPts val="480"/>
              </a:spcBef>
              <a:spcAft>
                <a:spcPts val="0"/>
              </a:spcAft>
              <a:buClr>
                <a:schemeClr val="dk1"/>
              </a:buClr>
              <a:buSzPts val="1800"/>
              <a:buChar char="–"/>
              <a:defRPr sz="2400"/>
            </a:lvl4pPr>
            <a:lvl5pPr marL="3047924" lvl="4" indent="-457189" algn="l">
              <a:spcBef>
                <a:spcPts val="480"/>
              </a:spcBef>
              <a:spcAft>
                <a:spcPts val="0"/>
              </a:spcAft>
              <a:buClr>
                <a:schemeClr val="dk1"/>
              </a:buClr>
              <a:buSzPts val="1800"/>
              <a:buChar char="»"/>
              <a:defRPr sz="2400"/>
            </a:lvl5pPr>
            <a:lvl6pPr marL="3657509" lvl="5" indent="-457189" algn="l">
              <a:spcBef>
                <a:spcPts val="480"/>
              </a:spcBef>
              <a:spcAft>
                <a:spcPts val="0"/>
              </a:spcAft>
              <a:buClr>
                <a:schemeClr val="dk1"/>
              </a:buClr>
              <a:buSzPts val="1800"/>
              <a:buChar char="•"/>
              <a:defRPr sz="2400"/>
            </a:lvl6pPr>
            <a:lvl7pPr marL="4267093" lvl="6" indent="-457189" algn="l">
              <a:spcBef>
                <a:spcPts val="480"/>
              </a:spcBef>
              <a:spcAft>
                <a:spcPts val="0"/>
              </a:spcAft>
              <a:buClr>
                <a:schemeClr val="dk1"/>
              </a:buClr>
              <a:buSzPts val="1800"/>
              <a:buChar char="•"/>
              <a:defRPr sz="2400"/>
            </a:lvl7pPr>
            <a:lvl8pPr marL="4876678" lvl="7" indent="-457189" algn="l">
              <a:spcBef>
                <a:spcPts val="480"/>
              </a:spcBef>
              <a:spcAft>
                <a:spcPts val="0"/>
              </a:spcAft>
              <a:buClr>
                <a:schemeClr val="dk1"/>
              </a:buClr>
              <a:buSzPts val="1800"/>
              <a:buChar char="•"/>
              <a:defRPr sz="2400"/>
            </a:lvl8pPr>
            <a:lvl9pPr marL="5486263" lvl="8" indent="-457189" algn="l">
              <a:spcBef>
                <a:spcPts val="480"/>
              </a:spcBef>
              <a:spcAft>
                <a:spcPts val="0"/>
              </a:spcAft>
              <a:buClr>
                <a:schemeClr val="dk1"/>
              </a:buClr>
              <a:buSzPts val="1800"/>
              <a:buChar char="•"/>
              <a:defRPr sz="2400"/>
            </a:lvl9pPr>
          </a:lstStyle>
          <a:p>
            <a:endParaRPr/>
          </a:p>
        </p:txBody>
      </p:sp>
      <p:sp>
        <p:nvSpPr>
          <p:cNvPr id="77" name="Google Shape;77;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13686826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963084" y="4406900"/>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5333"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609585" lvl="0" indent="-304792" algn="l">
              <a:spcBef>
                <a:spcPts val="533"/>
              </a:spcBef>
              <a:spcAft>
                <a:spcPts val="0"/>
              </a:spcAft>
              <a:buClr>
                <a:srgbClr val="888888"/>
              </a:buClr>
              <a:buSzPts val="2000"/>
              <a:buNone/>
              <a:defRPr sz="2667">
                <a:solidFill>
                  <a:srgbClr val="888888"/>
                </a:solidFill>
              </a:defRPr>
            </a:lvl1pPr>
            <a:lvl2pPr marL="1219170" lvl="1" indent="-304792" algn="l">
              <a:spcBef>
                <a:spcPts val="480"/>
              </a:spcBef>
              <a:spcAft>
                <a:spcPts val="0"/>
              </a:spcAft>
              <a:buClr>
                <a:srgbClr val="888888"/>
              </a:buClr>
              <a:buSzPts val="1800"/>
              <a:buNone/>
              <a:defRPr sz="2400">
                <a:solidFill>
                  <a:srgbClr val="888888"/>
                </a:solidFill>
              </a:defRPr>
            </a:lvl2pPr>
            <a:lvl3pPr marL="1828754" lvl="2" indent="-304792" algn="l">
              <a:spcBef>
                <a:spcPts val="427"/>
              </a:spcBef>
              <a:spcAft>
                <a:spcPts val="0"/>
              </a:spcAft>
              <a:buClr>
                <a:srgbClr val="888888"/>
              </a:buClr>
              <a:buSzPts val="1600"/>
              <a:buNone/>
              <a:defRPr sz="2133">
                <a:solidFill>
                  <a:srgbClr val="888888"/>
                </a:solidFill>
              </a:defRPr>
            </a:lvl3pPr>
            <a:lvl4pPr marL="2438339" lvl="3" indent="-304792" algn="l">
              <a:spcBef>
                <a:spcPts val="373"/>
              </a:spcBef>
              <a:spcAft>
                <a:spcPts val="0"/>
              </a:spcAft>
              <a:buClr>
                <a:srgbClr val="888888"/>
              </a:buClr>
              <a:buSzPts val="1400"/>
              <a:buNone/>
              <a:defRPr sz="1867">
                <a:solidFill>
                  <a:srgbClr val="888888"/>
                </a:solidFill>
              </a:defRPr>
            </a:lvl4pPr>
            <a:lvl5pPr marL="3047924" lvl="4" indent="-304792" algn="l">
              <a:spcBef>
                <a:spcPts val="373"/>
              </a:spcBef>
              <a:spcAft>
                <a:spcPts val="0"/>
              </a:spcAft>
              <a:buClr>
                <a:srgbClr val="888888"/>
              </a:buClr>
              <a:buSzPts val="1400"/>
              <a:buNone/>
              <a:defRPr sz="1867">
                <a:solidFill>
                  <a:srgbClr val="888888"/>
                </a:solidFill>
              </a:defRPr>
            </a:lvl5pPr>
            <a:lvl6pPr marL="3657509" lvl="5" indent="-304792" algn="l">
              <a:spcBef>
                <a:spcPts val="373"/>
              </a:spcBef>
              <a:spcAft>
                <a:spcPts val="0"/>
              </a:spcAft>
              <a:buClr>
                <a:srgbClr val="888888"/>
              </a:buClr>
              <a:buSzPts val="1400"/>
              <a:buNone/>
              <a:defRPr sz="1867">
                <a:solidFill>
                  <a:srgbClr val="888888"/>
                </a:solidFill>
              </a:defRPr>
            </a:lvl6pPr>
            <a:lvl7pPr marL="4267093" lvl="6" indent="-304792" algn="l">
              <a:spcBef>
                <a:spcPts val="373"/>
              </a:spcBef>
              <a:spcAft>
                <a:spcPts val="0"/>
              </a:spcAft>
              <a:buClr>
                <a:srgbClr val="888888"/>
              </a:buClr>
              <a:buSzPts val="1400"/>
              <a:buNone/>
              <a:defRPr sz="1867">
                <a:solidFill>
                  <a:srgbClr val="888888"/>
                </a:solidFill>
              </a:defRPr>
            </a:lvl7pPr>
            <a:lvl8pPr marL="4876678" lvl="7" indent="-304792" algn="l">
              <a:spcBef>
                <a:spcPts val="373"/>
              </a:spcBef>
              <a:spcAft>
                <a:spcPts val="0"/>
              </a:spcAft>
              <a:buClr>
                <a:srgbClr val="888888"/>
              </a:buClr>
              <a:buSzPts val="1400"/>
              <a:buNone/>
              <a:defRPr sz="1867">
                <a:solidFill>
                  <a:srgbClr val="888888"/>
                </a:solidFill>
              </a:defRPr>
            </a:lvl8pPr>
            <a:lvl9pPr marL="5486263" lvl="8" indent="-304792" algn="l">
              <a:spcBef>
                <a:spcPts val="373"/>
              </a:spcBef>
              <a:spcAft>
                <a:spcPts val="0"/>
              </a:spcAft>
              <a:buClr>
                <a:srgbClr val="888888"/>
              </a:buClr>
              <a:buSzPts val="1400"/>
              <a:buNone/>
              <a:defRPr sz="1867">
                <a:solidFill>
                  <a:srgbClr val="888888"/>
                </a:solidFill>
              </a:defRPr>
            </a:lvl9pPr>
          </a:lstStyle>
          <a:p>
            <a:endParaRPr/>
          </a:p>
        </p:txBody>
      </p:sp>
      <p:sp>
        <p:nvSpPr>
          <p:cNvPr id="83" name="Google Shape;83;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2800440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9"/>
          <p:cNvSpPr txBox="1">
            <a:spLocks noGrp="1"/>
          </p:cNvSpPr>
          <p:nvPr>
            <p:ph type="body" idx="1"/>
          </p:nvPr>
        </p:nvSpPr>
        <p:spPr>
          <a:xfrm>
            <a:off x="609600" y="1535113"/>
            <a:ext cx="5386917" cy="639763"/>
          </a:xfrm>
          <a:prstGeom prst="rect">
            <a:avLst/>
          </a:prstGeom>
          <a:noFill/>
          <a:ln>
            <a:noFill/>
          </a:ln>
        </p:spPr>
        <p:txBody>
          <a:bodyPr spcFirstLastPara="1" wrap="square" lIns="91425" tIns="45700" rIns="91425" bIns="45700" anchor="b" anchorCtr="0">
            <a:noAutofit/>
          </a:bodyPr>
          <a:lstStyle>
            <a:lvl1pPr marL="609585" lvl="0" indent="-304792" algn="l">
              <a:spcBef>
                <a:spcPts val="640"/>
              </a:spcBef>
              <a:spcAft>
                <a:spcPts val="0"/>
              </a:spcAft>
              <a:buClr>
                <a:schemeClr val="dk1"/>
              </a:buClr>
              <a:buSzPts val="2400"/>
              <a:buNone/>
              <a:defRPr sz="3200" b="1"/>
            </a:lvl1pPr>
            <a:lvl2pPr marL="1219170" lvl="1" indent="-304792" algn="l">
              <a:spcBef>
                <a:spcPts val="533"/>
              </a:spcBef>
              <a:spcAft>
                <a:spcPts val="0"/>
              </a:spcAft>
              <a:buClr>
                <a:schemeClr val="dk1"/>
              </a:buClr>
              <a:buSzPts val="2000"/>
              <a:buNone/>
              <a:defRPr sz="2667" b="1"/>
            </a:lvl2pPr>
            <a:lvl3pPr marL="1828754" lvl="2" indent="-304792" algn="l">
              <a:spcBef>
                <a:spcPts val="480"/>
              </a:spcBef>
              <a:spcAft>
                <a:spcPts val="0"/>
              </a:spcAft>
              <a:buClr>
                <a:schemeClr val="dk1"/>
              </a:buClr>
              <a:buSzPts val="1800"/>
              <a:buNone/>
              <a:defRPr sz="2400" b="1"/>
            </a:lvl3pPr>
            <a:lvl4pPr marL="2438339" lvl="3" indent="-304792" algn="l">
              <a:spcBef>
                <a:spcPts val="427"/>
              </a:spcBef>
              <a:spcAft>
                <a:spcPts val="0"/>
              </a:spcAft>
              <a:buClr>
                <a:schemeClr val="dk1"/>
              </a:buClr>
              <a:buSzPts val="1600"/>
              <a:buNone/>
              <a:defRPr sz="2133" b="1"/>
            </a:lvl4pPr>
            <a:lvl5pPr marL="3047924" lvl="4" indent="-304792" algn="l">
              <a:spcBef>
                <a:spcPts val="427"/>
              </a:spcBef>
              <a:spcAft>
                <a:spcPts val="0"/>
              </a:spcAft>
              <a:buClr>
                <a:schemeClr val="dk1"/>
              </a:buClr>
              <a:buSzPts val="1600"/>
              <a:buNone/>
              <a:defRPr sz="2133" b="1"/>
            </a:lvl5pPr>
            <a:lvl6pPr marL="3657509" lvl="5" indent="-304792" algn="l">
              <a:spcBef>
                <a:spcPts val="427"/>
              </a:spcBef>
              <a:spcAft>
                <a:spcPts val="0"/>
              </a:spcAft>
              <a:buClr>
                <a:schemeClr val="dk1"/>
              </a:buClr>
              <a:buSzPts val="1600"/>
              <a:buNone/>
              <a:defRPr sz="2133" b="1"/>
            </a:lvl6pPr>
            <a:lvl7pPr marL="4267093" lvl="6" indent="-304792" algn="l">
              <a:spcBef>
                <a:spcPts val="427"/>
              </a:spcBef>
              <a:spcAft>
                <a:spcPts val="0"/>
              </a:spcAft>
              <a:buClr>
                <a:schemeClr val="dk1"/>
              </a:buClr>
              <a:buSzPts val="1600"/>
              <a:buNone/>
              <a:defRPr sz="2133" b="1"/>
            </a:lvl7pPr>
            <a:lvl8pPr marL="4876678" lvl="7" indent="-304792" algn="l">
              <a:spcBef>
                <a:spcPts val="427"/>
              </a:spcBef>
              <a:spcAft>
                <a:spcPts val="0"/>
              </a:spcAft>
              <a:buClr>
                <a:schemeClr val="dk1"/>
              </a:buClr>
              <a:buSzPts val="1600"/>
              <a:buNone/>
              <a:defRPr sz="2133" b="1"/>
            </a:lvl8pPr>
            <a:lvl9pPr marL="5486263" lvl="8" indent="-304792" algn="l">
              <a:spcBef>
                <a:spcPts val="427"/>
              </a:spcBef>
              <a:spcAft>
                <a:spcPts val="0"/>
              </a:spcAft>
              <a:buClr>
                <a:schemeClr val="dk1"/>
              </a:buClr>
              <a:buSzPts val="1600"/>
              <a:buNone/>
              <a:defRPr sz="2133" b="1"/>
            </a:lvl9pPr>
          </a:lstStyle>
          <a:p>
            <a:endParaRPr/>
          </a:p>
        </p:txBody>
      </p:sp>
      <p:sp>
        <p:nvSpPr>
          <p:cNvPr id="89" name="Google Shape;89;p1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609585" lvl="0" indent="-507987" algn="l">
              <a:spcBef>
                <a:spcPts val="640"/>
              </a:spcBef>
              <a:spcAft>
                <a:spcPts val="0"/>
              </a:spcAft>
              <a:buClr>
                <a:schemeClr val="dk1"/>
              </a:buClr>
              <a:buSzPts val="2400"/>
              <a:buChar char="•"/>
              <a:defRPr sz="3200"/>
            </a:lvl1pPr>
            <a:lvl2pPr marL="1219170" lvl="1" indent="-474121" algn="l">
              <a:spcBef>
                <a:spcPts val="533"/>
              </a:spcBef>
              <a:spcAft>
                <a:spcPts val="0"/>
              </a:spcAft>
              <a:buClr>
                <a:schemeClr val="dk1"/>
              </a:buClr>
              <a:buSzPts val="2000"/>
              <a:buChar char="–"/>
              <a:defRPr sz="2667"/>
            </a:lvl2pPr>
            <a:lvl3pPr marL="1828754" lvl="2" indent="-457189" algn="l">
              <a:spcBef>
                <a:spcPts val="480"/>
              </a:spcBef>
              <a:spcAft>
                <a:spcPts val="0"/>
              </a:spcAft>
              <a:buClr>
                <a:schemeClr val="dk1"/>
              </a:buClr>
              <a:buSzPts val="1800"/>
              <a:buChar char="•"/>
              <a:defRPr sz="2400"/>
            </a:lvl3pPr>
            <a:lvl4pPr marL="2438339" lvl="3" indent="-440256" algn="l">
              <a:spcBef>
                <a:spcPts val="427"/>
              </a:spcBef>
              <a:spcAft>
                <a:spcPts val="0"/>
              </a:spcAft>
              <a:buClr>
                <a:schemeClr val="dk1"/>
              </a:buClr>
              <a:buSzPts val="1600"/>
              <a:buChar char="–"/>
              <a:defRPr sz="2133"/>
            </a:lvl4pPr>
            <a:lvl5pPr marL="3047924" lvl="4" indent="-440256" algn="l">
              <a:spcBef>
                <a:spcPts val="427"/>
              </a:spcBef>
              <a:spcAft>
                <a:spcPts val="0"/>
              </a:spcAft>
              <a:buClr>
                <a:schemeClr val="dk1"/>
              </a:buClr>
              <a:buSzPts val="1600"/>
              <a:buChar char="»"/>
              <a:defRPr sz="2133"/>
            </a:lvl5pPr>
            <a:lvl6pPr marL="3657509" lvl="5" indent="-440256" algn="l">
              <a:spcBef>
                <a:spcPts val="427"/>
              </a:spcBef>
              <a:spcAft>
                <a:spcPts val="0"/>
              </a:spcAft>
              <a:buClr>
                <a:schemeClr val="dk1"/>
              </a:buClr>
              <a:buSzPts val="1600"/>
              <a:buChar char="•"/>
              <a:defRPr sz="2133"/>
            </a:lvl6pPr>
            <a:lvl7pPr marL="4267093" lvl="6" indent="-440256" algn="l">
              <a:spcBef>
                <a:spcPts val="427"/>
              </a:spcBef>
              <a:spcAft>
                <a:spcPts val="0"/>
              </a:spcAft>
              <a:buClr>
                <a:schemeClr val="dk1"/>
              </a:buClr>
              <a:buSzPts val="1600"/>
              <a:buChar char="•"/>
              <a:defRPr sz="2133"/>
            </a:lvl7pPr>
            <a:lvl8pPr marL="4876678" lvl="7" indent="-440256" algn="l">
              <a:spcBef>
                <a:spcPts val="427"/>
              </a:spcBef>
              <a:spcAft>
                <a:spcPts val="0"/>
              </a:spcAft>
              <a:buClr>
                <a:schemeClr val="dk1"/>
              </a:buClr>
              <a:buSzPts val="1600"/>
              <a:buChar char="•"/>
              <a:defRPr sz="2133"/>
            </a:lvl8pPr>
            <a:lvl9pPr marL="5486263" lvl="8" indent="-440256" algn="l">
              <a:spcBef>
                <a:spcPts val="427"/>
              </a:spcBef>
              <a:spcAft>
                <a:spcPts val="0"/>
              </a:spcAft>
              <a:buClr>
                <a:schemeClr val="dk1"/>
              </a:buClr>
              <a:buSzPts val="1600"/>
              <a:buChar char="•"/>
              <a:defRPr sz="2133"/>
            </a:lvl9pPr>
          </a:lstStyle>
          <a:p>
            <a:endParaRPr/>
          </a:p>
        </p:txBody>
      </p:sp>
      <p:sp>
        <p:nvSpPr>
          <p:cNvPr id="90" name="Google Shape;90;p19"/>
          <p:cNvSpPr txBox="1">
            <a:spLocks noGrp="1"/>
          </p:cNvSpPr>
          <p:nvPr>
            <p:ph type="body" idx="3"/>
          </p:nvPr>
        </p:nvSpPr>
        <p:spPr>
          <a:xfrm>
            <a:off x="6193368" y="1535113"/>
            <a:ext cx="5389033" cy="639763"/>
          </a:xfrm>
          <a:prstGeom prst="rect">
            <a:avLst/>
          </a:prstGeom>
          <a:noFill/>
          <a:ln>
            <a:noFill/>
          </a:ln>
        </p:spPr>
        <p:txBody>
          <a:bodyPr spcFirstLastPara="1" wrap="square" lIns="91425" tIns="45700" rIns="91425" bIns="45700" anchor="b" anchorCtr="0">
            <a:noAutofit/>
          </a:bodyPr>
          <a:lstStyle>
            <a:lvl1pPr marL="609585" lvl="0" indent="-304792" algn="l">
              <a:spcBef>
                <a:spcPts val="640"/>
              </a:spcBef>
              <a:spcAft>
                <a:spcPts val="0"/>
              </a:spcAft>
              <a:buClr>
                <a:schemeClr val="dk1"/>
              </a:buClr>
              <a:buSzPts val="2400"/>
              <a:buNone/>
              <a:defRPr sz="3200" b="1"/>
            </a:lvl1pPr>
            <a:lvl2pPr marL="1219170" lvl="1" indent="-304792" algn="l">
              <a:spcBef>
                <a:spcPts val="533"/>
              </a:spcBef>
              <a:spcAft>
                <a:spcPts val="0"/>
              </a:spcAft>
              <a:buClr>
                <a:schemeClr val="dk1"/>
              </a:buClr>
              <a:buSzPts val="2000"/>
              <a:buNone/>
              <a:defRPr sz="2667" b="1"/>
            </a:lvl2pPr>
            <a:lvl3pPr marL="1828754" lvl="2" indent="-304792" algn="l">
              <a:spcBef>
                <a:spcPts val="480"/>
              </a:spcBef>
              <a:spcAft>
                <a:spcPts val="0"/>
              </a:spcAft>
              <a:buClr>
                <a:schemeClr val="dk1"/>
              </a:buClr>
              <a:buSzPts val="1800"/>
              <a:buNone/>
              <a:defRPr sz="2400" b="1"/>
            </a:lvl3pPr>
            <a:lvl4pPr marL="2438339" lvl="3" indent="-304792" algn="l">
              <a:spcBef>
                <a:spcPts val="427"/>
              </a:spcBef>
              <a:spcAft>
                <a:spcPts val="0"/>
              </a:spcAft>
              <a:buClr>
                <a:schemeClr val="dk1"/>
              </a:buClr>
              <a:buSzPts val="1600"/>
              <a:buNone/>
              <a:defRPr sz="2133" b="1"/>
            </a:lvl4pPr>
            <a:lvl5pPr marL="3047924" lvl="4" indent="-304792" algn="l">
              <a:spcBef>
                <a:spcPts val="427"/>
              </a:spcBef>
              <a:spcAft>
                <a:spcPts val="0"/>
              </a:spcAft>
              <a:buClr>
                <a:schemeClr val="dk1"/>
              </a:buClr>
              <a:buSzPts val="1600"/>
              <a:buNone/>
              <a:defRPr sz="2133" b="1"/>
            </a:lvl5pPr>
            <a:lvl6pPr marL="3657509" lvl="5" indent="-304792" algn="l">
              <a:spcBef>
                <a:spcPts val="427"/>
              </a:spcBef>
              <a:spcAft>
                <a:spcPts val="0"/>
              </a:spcAft>
              <a:buClr>
                <a:schemeClr val="dk1"/>
              </a:buClr>
              <a:buSzPts val="1600"/>
              <a:buNone/>
              <a:defRPr sz="2133" b="1"/>
            </a:lvl6pPr>
            <a:lvl7pPr marL="4267093" lvl="6" indent="-304792" algn="l">
              <a:spcBef>
                <a:spcPts val="427"/>
              </a:spcBef>
              <a:spcAft>
                <a:spcPts val="0"/>
              </a:spcAft>
              <a:buClr>
                <a:schemeClr val="dk1"/>
              </a:buClr>
              <a:buSzPts val="1600"/>
              <a:buNone/>
              <a:defRPr sz="2133" b="1"/>
            </a:lvl7pPr>
            <a:lvl8pPr marL="4876678" lvl="7" indent="-304792" algn="l">
              <a:spcBef>
                <a:spcPts val="427"/>
              </a:spcBef>
              <a:spcAft>
                <a:spcPts val="0"/>
              </a:spcAft>
              <a:buClr>
                <a:schemeClr val="dk1"/>
              </a:buClr>
              <a:buSzPts val="1600"/>
              <a:buNone/>
              <a:defRPr sz="2133" b="1"/>
            </a:lvl8pPr>
            <a:lvl9pPr marL="5486263" lvl="8" indent="-304792" algn="l">
              <a:spcBef>
                <a:spcPts val="427"/>
              </a:spcBef>
              <a:spcAft>
                <a:spcPts val="0"/>
              </a:spcAft>
              <a:buClr>
                <a:schemeClr val="dk1"/>
              </a:buClr>
              <a:buSzPts val="1600"/>
              <a:buNone/>
              <a:defRPr sz="2133" b="1"/>
            </a:lvl9pPr>
          </a:lstStyle>
          <a:p>
            <a:endParaRPr/>
          </a:p>
        </p:txBody>
      </p:sp>
      <p:sp>
        <p:nvSpPr>
          <p:cNvPr id="91" name="Google Shape;91;p1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609585" lvl="0" indent="-507987" algn="l">
              <a:spcBef>
                <a:spcPts val="640"/>
              </a:spcBef>
              <a:spcAft>
                <a:spcPts val="0"/>
              </a:spcAft>
              <a:buClr>
                <a:schemeClr val="dk1"/>
              </a:buClr>
              <a:buSzPts val="2400"/>
              <a:buChar char="•"/>
              <a:defRPr sz="3200"/>
            </a:lvl1pPr>
            <a:lvl2pPr marL="1219170" lvl="1" indent="-474121" algn="l">
              <a:spcBef>
                <a:spcPts val="533"/>
              </a:spcBef>
              <a:spcAft>
                <a:spcPts val="0"/>
              </a:spcAft>
              <a:buClr>
                <a:schemeClr val="dk1"/>
              </a:buClr>
              <a:buSzPts val="2000"/>
              <a:buChar char="–"/>
              <a:defRPr sz="2667"/>
            </a:lvl2pPr>
            <a:lvl3pPr marL="1828754" lvl="2" indent="-457189" algn="l">
              <a:spcBef>
                <a:spcPts val="480"/>
              </a:spcBef>
              <a:spcAft>
                <a:spcPts val="0"/>
              </a:spcAft>
              <a:buClr>
                <a:schemeClr val="dk1"/>
              </a:buClr>
              <a:buSzPts val="1800"/>
              <a:buChar char="•"/>
              <a:defRPr sz="2400"/>
            </a:lvl3pPr>
            <a:lvl4pPr marL="2438339" lvl="3" indent="-440256" algn="l">
              <a:spcBef>
                <a:spcPts val="427"/>
              </a:spcBef>
              <a:spcAft>
                <a:spcPts val="0"/>
              </a:spcAft>
              <a:buClr>
                <a:schemeClr val="dk1"/>
              </a:buClr>
              <a:buSzPts val="1600"/>
              <a:buChar char="–"/>
              <a:defRPr sz="2133"/>
            </a:lvl4pPr>
            <a:lvl5pPr marL="3047924" lvl="4" indent="-440256" algn="l">
              <a:spcBef>
                <a:spcPts val="427"/>
              </a:spcBef>
              <a:spcAft>
                <a:spcPts val="0"/>
              </a:spcAft>
              <a:buClr>
                <a:schemeClr val="dk1"/>
              </a:buClr>
              <a:buSzPts val="1600"/>
              <a:buChar char="»"/>
              <a:defRPr sz="2133"/>
            </a:lvl5pPr>
            <a:lvl6pPr marL="3657509" lvl="5" indent="-440256" algn="l">
              <a:spcBef>
                <a:spcPts val="427"/>
              </a:spcBef>
              <a:spcAft>
                <a:spcPts val="0"/>
              </a:spcAft>
              <a:buClr>
                <a:schemeClr val="dk1"/>
              </a:buClr>
              <a:buSzPts val="1600"/>
              <a:buChar char="•"/>
              <a:defRPr sz="2133"/>
            </a:lvl6pPr>
            <a:lvl7pPr marL="4267093" lvl="6" indent="-440256" algn="l">
              <a:spcBef>
                <a:spcPts val="427"/>
              </a:spcBef>
              <a:spcAft>
                <a:spcPts val="0"/>
              </a:spcAft>
              <a:buClr>
                <a:schemeClr val="dk1"/>
              </a:buClr>
              <a:buSzPts val="1600"/>
              <a:buChar char="•"/>
              <a:defRPr sz="2133"/>
            </a:lvl7pPr>
            <a:lvl8pPr marL="4876678" lvl="7" indent="-440256" algn="l">
              <a:spcBef>
                <a:spcPts val="427"/>
              </a:spcBef>
              <a:spcAft>
                <a:spcPts val="0"/>
              </a:spcAft>
              <a:buClr>
                <a:schemeClr val="dk1"/>
              </a:buClr>
              <a:buSzPts val="1600"/>
              <a:buChar char="•"/>
              <a:defRPr sz="2133"/>
            </a:lvl8pPr>
            <a:lvl9pPr marL="5486263" lvl="8" indent="-440256" algn="l">
              <a:spcBef>
                <a:spcPts val="427"/>
              </a:spcBef>
              <a:spcAft>
                <a:spcPts val="0"/>
              </a:spcAft>
              <a:buClr>
                <a:schemeClr val="dk1"/>
              </a:buClr>
              <a:buSzPts val="1600"/>
              <a:buChar char="•"/>
              <a:defRPr sz="2133"/>
            </a:lvl9pPr>
          </a:lstStyle>
          <a:p>
            <a:endParaRPr/>
          </a:p>
        </p:txBody>
      </p:sp>
      <p:sp>
        <p:nvSpPr>
          <p:cNvPr id="92" name="Google Shape;92;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5512084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9053239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09601" y="273052"/>
            <a:ext cx="4011084" cy="1162049"/>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21"/>
          <p:cNvSpPr txBox="1">
            <a:spLocks noGrp="1"/>
          </p:cNvSpPr>
          <p:nvPr>
            <p:ph type="body" idx="1"/>
          </p:nvPr>
        </p:nvSpPr>
        <p:spPr>
          <a:xfrm>
            <a:off x="4766733" y="273052"/>
            <a:ext cx="6815667" cy="5853113"/>
          </a:xfrm>
          <a:prstGeom prst="rect">
            <a:avLst/>
          </a:prstGeom>
          <a:noFill/>
          <a:ln>
            <a:noFill/>
          </a:ln>
        </p:spPr>
        <p:txBody>
          <a:bodyPr spcFirstLastPara="1" wrap="square" lIns="91425" tIns="45700" rIns="91425" bIns="45700" anchor="t" anchorCtr="0">
            <a:noAutofit/>
          </a:bodyPr>
          <a:lstStyle>
            <a:lvl1pPr marL="609585" lvl="0" indent="-575719" algn="l">
              <a:spcBef>
                <a:spcPts val="853"/>
              </a:spcBef>
              <a:spcAft>
                <a:spcPts val="0"/>
              </a:spcAft>
              <a:buClr>
                <a:schemeClr val="dk1"/>
              </a:buClr>
              <a:buSzPts val="3200"/>
              <a:buChar char="•"/>
              <a:defRPr sz="4267"/>
            </a:lvl1pPr>
            <a:lvl2pPr marL="1219170" lvl="1" indent="-541853" algn="l">
              <a:spcBef>
                <a:spcPts val="747"/>
              </a:spcBef>
              <a:spcAft>
                <a:spcPts val="0"/>
              </a:spcAft>
              <a:buClr>
                <a:schemeClr val="dk1"/>
              </a:buClr>
              <a:buSzPts val="2800"/>
              <a:buChar char="–"/>
              <a:defRPr sz="3733"/>
            </a:lvl2pPr>
            <a:lvl3pPr marL="1828754" lvl="2" indent="-507987" algn="l">
              <a:spcBef>
                <a:spcPts val="640"/>
              </a:spcBef>
              <a:spcAft>
                <a:spcPts val="0"/>
              </a:spcAft>
              <a:buClr>
                <a:schemeClr val="dk1"/>
              </a:buClr>
              <a:buSzPts val="2400"/>
              <a:buChar char="•"/>
              <a:defRPr sz="3200"/>
            </a:lvl3pPr>
            <a:lvl4pPr marL="2438339" lvl="3" indent="-474121" algn="l">
              <a:spcBef>
                <a:spcPts val="533"/>
              </a:spcBef>
              <a:spcAft>
                <a:spcPts val="0"/>
              </a:spcAft>
              <a:buClr>
                <a:schemeClr val="dk1"/>
              </a:buClr>
              <a:buSzPts val="2000"/>
              <a:buChar char="–"/>
              <a:defRPr sz="2667"/>
            </a:lvl4pPr>
            <a:lvl5pPr marL="3047924" lvl="4" indent="-474121" algn="l">
              <a:spcBef>
                <a:spcPts val="533"/>
              </a:spcBef>
              <a:spcAft>
                <a:spcPts val="0"/>
              </a:spcAft>
              <a:buClr>
                <a:schemeClr val="dk1"/>
              </a:buClr>
              <a:buSzPts val="2000"/>
              <a:buChar char="»"/>
              <a:defRPr sz="2667"/>
            </a:lvl5pPr>
            <a:lvl6pPr marL="3657509" lvl="5" indent="-474121" algn="l">
              <a:spcBef>
                <a:spcPts val="533"/>
              </a:spcBef>
              <a:spcAft>
                <a:spcPts val="0"/>
              </a:spcAft>
              <a:buClr>
                <a:schemeClr val="dk1"/>
              </a:buClr>
              <a:buSzPts val="2000"/>
              <a:buChar char="•"/>
              <a:defRPr sz="2667"/>
            </a:lvl6pPr>
            <a:lvl7pPr marL="4267093" lvl="6" indent="-474121" algn="l">
              <a:spcBef>
                <a:spcPts val="533"/>
              </a:spcBef>
              <a:spcAft>
                <a:spcPts val="0"/>
              </a:spcAft>
              <a:buClr>
                <a:schemeClr val="dk1"/>
              </a:buClr>
              <a:buSzPts val="2000"/>
              <a:buChar char="•"/>
              <a:defRPr sz="2667"/>
            </a:lvl7pPr>
            <a:lvl8pPr marL="4876678" lvl="7" indent="-474121" algn="l">
              <a:spcBef>
                <a:spcPts val="533"/>
              </a:spcBef>
              <a:spcAft>
                <a:spcPts val="0"/>
              </a:spcAft>
              <a:buClr>
                <a:schemeClr val="dk1"/>
              </a:buClr>
              <a:buSzPts val="2000"/>
              <a:buChar char="•"/>
              <a:defRPr sz="2667"/>
            </a:lvl8pPr>
            <a:lvl9pPr marL="5486263" lvl="8" indent="-474121" algn="l">
              <a:spcBef>
                <a:spcPts val="533"/>
              </a:spcBef>
              <a:spcAft>
                <a:spcPts val="0"/>
              </a:spcAft>
              <a:buClr>
                <a:schemeClr val="dk1"/>
              </a:buClr>
              <a:buSzPts val="2000"/>
              <a:buChar char="•"/>
              <a:defRPr sz="2667"/>
            </a:lvl9pPr>
          </a:lstStyle>
          <a:p>
            <a:endParaRPr/>
          </a:p>
        </p:txBody>
      </p:sp>
      <p:sp>
        <p:nvSpPr>
          <p:cNvPr id="102" name="Google Shape;102;p21"/>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609585" lvl="0" indent="-304792" algn="l">
              <a:spcBef>
                <a:spcPts val="373"/>
              </a:spcBef>
              <a:spcAft>
                <a:spcPts val="0"/>
              </a:spcAft>
              <a:buClr>
                <a:schemeClr val="dk1"/>
              </a:buClr>
              <a:buSzPts val="1400"/>
              <a:buNone/>
              <a:defRPr sz="1867"/>
            </a:lvl1pPr>
            <a:lvl2pPr marL="1219170" lvl="1" indent="-304792" algn="l">
              <a:spcBef>
                <a:spcPts val="320"/>
              </a:spcBef>
              <a:spcAft>
                <a:spcPts val="0"/>
              </a:spcAft>
              <a:buClr>
                <a:schemeClr val="dk1"/>
              </a:buClr>
              <a:buSzPts val="1200"/>
              <a:buNone/>
              <a:defRPr sz="1600"/>
            </a:lvl2pPr>
            <a:lvl3pPr marL="1828754" lvl="2" indent="-304792" algn="l">
              <a:spcBef>
                <a:spcPts val="267"/>
              </a:spcBef>
              <a:spcAft>
                <a:spcPts val="0"/>
              </a:spcAft>
              <a:buClr>
                <a:schemeClr val="dk1"/>
              </a:buClr>
              <a:buSzPts val="1000"/>
              <a:buNone/>
              <a:defRPr sz="1333"/>
            </a:lvl3pPr>
            <a:lvl4pPr marL="2438339" lvl="3" indent="-304792" algn="l">
              <a:spcBef>
                <a:spcPts val="240"/>
              </a:spcBef>
              <a:spcAft>
                <a:spcPts val="0"/>
              </a:spcAft>
              <a:buClr>
                <a:schemeClr val="dk1"/>
              </a:buClr>
              <a:buSzPts val="900"/>
              <a:buNone/>
              <a:defRPr sz="1200"/>
            </a:lvl4pPr>
            <a:lvl5pPr marL="3047924" lvl="4" indent="-304792" algn="l">
              <a:spcBef>
                <a:spcPts val="240"/>
              </a:spcBef>
              <a:spcAft>
                <a:spcPts val="0"/>
              </a:spcAft>
              <a:buClr>
                <a:schemeClr val="dk1"/>
              </a:buClr>
              <a:buSzPts val="900"/>
              <a:buNone/>
              <a:defRPr sz="1200"/>
            </a:lvl5pPr>
            <a:lvl6pPr marL="3657509" lvl="5" indent="-304792" algn="l">
              <a:spcBef>
                <a:spcPts val="240"/>
              </a:spcBef>
              <a:spcAft>
                <a:spcPts val="0"/>
              </a:spcAft>
              <a:buClr>
                <a:schemeClr val="dk1"/>
              </a:buClr>
              <a:buSzPts val="900"/>
              <a:buNone/>
              <a:defRPr sz="1200"/>
            </a:lvl6pPr>
            <a:lvl7pPr marL="4267093" lvl="6" indent="-304792" algn="l">
              <a:spcBef>
                <a:spcPts val="240"/>
              </a:spcBef>
              <a:spcAft>
                <a:spcPts val="0"/>
              </a:spcAft>
              <a:buClr>
                <a:schemeClr val="dk1"/>
              </a:buClr>
              <a:buSzPts val="900"/>
              <a:buNone/>
              <a:defRPr sz="1200"/>
            </a:lvl7pPr>
            <a:lvl8pPr marL="4876678" lvl="7" indent="-304792" algn="l">
              <a:spcBef>
                <a:spcPts val="240"/>
              </a:spcBef>
              <a:spcAft>
                <a:spcPts val="0"/>
              </a:spcAft>
              <a:buClr>
                <a:schemeClr val="dk1"/>
              </a:buClr>
              <a:buSzPts val="900"/>
              <a:buNone/>
              <a:defRPr sz="1200"/>
            </a:lvl8pPr>
            <a:lvl9pPr marL="5486263" lvl="8" indent="-304792" algn="l">
              <a:spcBef>
                <a:spcPts val="240"/>
              </a:spcBef>
              <a:spcAft>
                <a:spcPts val="0"/>
              </a:spcAft>
              <a:buClr>
                <a:schemeClr val="dk1"/>
              </a:buClr>
              <a:buSzPts val="900"/>
              <a:buNone/>
              <a:defRPr sz="1200"/>
            </a:lvl9pPr>
          </a:lstStyle>
          <a:p>
            <a:endParaRPr/>
          </a:p>
        </p:txBody>
      </p:sp>
      <p:sp>
        <p:nvSpPr>
          <p:cNvPr id="103" name="Google Shape;103;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641792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389717" y="4800601"/>
            <a:ext cx="7315200" cy="566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2"/>
          <p:cNvSpPr>
            <a:spLocks noGrp="1"/>
          </p:cNvSpPr>
          <p:nvPr>
            <p:ph type="pic" idx="2"/>
          </p:nvPr>
        </p:nvSpPr>
        <p:spPr>
          <a:xfrm>
            <a:off x="2389717" y="612775"/>
            <a:ext cx="7315200" cy="4114800"/>
          </a:xfrm>
          <a:prstGeom prst="rect">
            <a:avLst/>
          </a:prstGeom>
          <a:noFill/>
          <a:ln>
            <a:noFill/>
          </a:ln>
        </p:spPr>
        <p:txBody>
          <a:bodyPr spcFirstLastPara="1" wrap="square" lIns="91425" tIns="45700" rIns="91425" bIns="45700" anchor="t" anchorCtr="0">
            <a:noAutofit/>
          </a:bodyPr>
          <a:lstStyle>
            <a:lvl1pPr marR="0" lvl="0" algn="l" rtl="0">
              <a:spcBef>
                <a:spcPts val="853"/>
              </a:spcBef>
              <a:spcAft>
                <a:spcPts val="0"/>
              </a:spcAft>
              <a:buClr>
                <a:schemeClr val="dk1"/>
              </a:buClr>
              <a:buSzPts val="3200"/>
              <a:buFont typeface="Arial"/>
              <a:buNone/>
              <a:defRPr sz="4267" b="0" i="0" u="none" strike="noStrike" cap="none">
                <a:solidFill>
                  <a:schemeClr val="dk1"/>
                </a:solidFill>
                <a:latin typeface="Calibri"/>
                <a:ea typeface="Calibri"/>
                <a:cs typeface="Calibri"/>
                <a:sym typeface="Calibri"/>
              </a:defRPr>
            </a:lvl1pPr>
            <a:lvl2pPr marR="0" lvl="1" algn="l" rtl="0">
              <a:spcBef>
                <a:spcPts val="747"/>
              </a:spcBef>
              <a:spcAft>
                <a:spcPts val="0"/>
              </a:spcAft>
              <a:buClr>
                <a:schemeClr val="dk1"/>
              </a:buClr>
              <a:buSzPts val="2800"/>
              <a:buFont typeface="Arial"/>
              <a:buNone/>
              <a:defRPr sz="3733" b="0" i="0" u="none" strike="noStrike" cap="none">
                <a:solidFill>
                  <a:schemeClr val="dk1"/>
                </a:solidFill>
                <a:latin typeface="Calibri"/>
                <a:ea typeface="Calibri"/>
                <a:cs typeface="Calibri"/>
                <a:sym typeface="Calibri"/>
              </a:defRPr>
            </a:lvl2pPr>
            <a:lvl3pPr marR="0" lvl="2" algn="l" rtl="0">
              <a:spcBef>
                <a:spcPts val="640"/>
              </a:spcBef>
              <a:spcAft>
                <a:spcPts val="0"/>
              </a:spcAft>
              <a:buClr>
                <a:schemeClr val="dk1"/>
              </a:buClr>
              <a:buSzPts val="2400"/>
              <a:buFont typeface="Arial"/>
              <a:buNone/>
              <a:defRPr sz="3200" b="0" i="0" u="none" strike="noStrike" cap="none">
                <a:solidFill>
                  <a:schemeClr val="dk1"/>
                </a:solidFill>
                <a:latin typeface="Calibri"/>
                <a:ea typeface="Calibri"/>
                <a:cs typeface="Calibri"/>
                <a:sym typeface="Calibri"/>
              </a:defRPr>
            </a:lvl3pPr>
            <a:lvl4pPr marR="0" lvl="3"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4pPr>
            <a:lvl5pPr marR="0" lvl="4"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5pPr>
            <a:lvl6pPr marR="0" lvl="5"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6pPr>
            <a:lvl7pPr marR="0" lvl="6"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7pPr>
            <a:lvl8pPr marR="0" lvl="7"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8pPr>
            <a:lvl9pPr marR="0" lvl="8"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2389717" y="5367338"/>
            <a:ext cx="7315200" cy="804861"/>
          </a:xfrm>
          <a:prstGeom prst="rect">
            <a:avLst/>
          </a:prstGeom>
          <a:noFill/>
          <a:ln>
            <a:noFill/>
          </a:ln>
        </p:spPr>
        <p:txBody>
          <a:bodyPr spcFirstLastPara="1" wrap="square" lIns="91425" tIns="45700" rIns="91425" bIns="45700" anchor="t" anchorCtr="0">
            <a:noAutofit/>
          </a:bodyPr>
          <a:lstStyle>
            <a:lvl1pPr marL="609585" lvl="0" indent="-304792" algn="l">
              <a:spcBef>
                <a:spcPts val="373"/>
              </a:spcBef>
              <a:spcAft>
                <a:spcPts val="0"/>
              </a:spcAft>
              <a:buClr>
                <a:schemeClr val="dk1"/>
              </a:buClr>
              <a:buSzPts val="1400"/>
              <a:buNone/>
              <a:defRPr sz="1867"/>
            </a:lvl1pPr>
            <a:lvl2pPr marL="1219170" lvl="1" indent="-304792" algn="l">
              <a:spcBef>
                <a:spcPts val="320"/>
              </a:spcBef>
              <a:spcAft>
                <a:spcPts val="0"/>
              </a:spcAft>
              <a:buClr>
                <a:schemeClr val="dk1"/>
              </a:buClr>
              <a:buSzPts val="1200"/>
              <a:buNone/>
              <a:defRPr sz="1600"/>
            </a:lvl2pPr>
            <a:lvl3pPr marL="1828754" lvl="2" indent="-304792" algn="l">
              <a:spcBef>
                <a:spcPts val="267"/>
              </a:spcBef>
              <a:spcAft>
                <a:spcPts val="0"/>
              </a:spcAft>
              <a:buClr>
                <a:schemeClr val="dk1"/>
              </a:buClr>
              <a:buSzPts val="1000"/>
              <a:buNone/>
              <a:defRPr sz="1333"/>
            </a:lvl3pPr>
            <a:lvl4pPr marL="2438339" lvl="3" indent="-304792" algn="l">
              <a:spcBef>
                <a:spcPts val="240"/>
              </a:spcBef>
              <a:spcAft>
                <a:spcPts val="0"/>
              </a:spcAft>
              <a:buClr>
                <a:schemeClr val="dk1"/>
              </a:buClr>
              <a:buSzPts val="900"/>
              <a:buNone/>
              <a:defRPr sz="1200"/>
            </a:lvl4pPr>
            <a:lvl5pPr marL="3047924" lvl="4" indent="-304792" algn="l">
              <a:spcBef>
                <a:spcPts val="240"/>
              </a:spcBef>
              <a:spcAft>
                <a:spcPts val="0"/>
              </a:spcAft>
              <a:buClr>
                <a:schemeClr val="dk1"/>
              </a:buClr>
              <a:buSzPts val="900"/>
              <a:buNone/>
              <a:defRPr sz="1200"/>
            </a:lvl5pPr>
            <a:lvl6pPr marL="3657509" lvl="5" indent="-304792" algn="l">
              <a:spcBef>
                <a:spcPts val="240"/>
              </a:spcBef>
              <a:spcAft>
                <a:spcPts val="0"/>
              </a:spcAft>
              <a:buClr>
                <a:schemeClr val="dk1"/>
              </a:buClr>
              <a:buSzPts val="900"/>
              <a:buNone/>
              <a:defRPr sz="1200"/>
            </a:lvl6pPr>
            <a:lvl7pPr marL="4267093" lvl="6" indent="-304792" algn="l">
              <a:spcBef>
                <a:spcPts val="240"/>
              </a:spcBef>
              <a:spcAft>
                <a:spcPts val="0"/>
              </a:spcAft>
              <a:buClr>
                <a:schemeClr val="dk1"/>
              </a:buClr>
              <a:buSzPts val="900"/>
              <a:buNone/>
              <a:defRPr sz="1200"/>
            </a:lvl7pPr>
            <a:lvl8pPr marL="4876678" lvl="7" indent="-304792" algn="l">
              <a:spcBef>
                <a:spcPts val="240"/>
              </a:spcBef>
              <a:spcAft>
                <a:spcPts val="0"/>
              </a:spcAft>
              <a:buClr>
                <a:schemeClr val="dk1"/>
              </a:buClr>
              <a:buSzPts val="900"/>
              <a:buNone/>
              <a:defRPr sz="1200"/>
            </a:lvl8pPr>
            <a:lvl9pPr marL="5486263" lvl="8" indent="-304792" algn="l">
              <a:spcBef>
                <a:spcPts val="240"/>
              </a:spcBef>
              <a:spcAft>
                <a:spcPts val="0"/>
              </a:spcAft>
              <a:buClr>
                <a:schemeClr val="dk1"/>
              </a:buClr>
              <a:buSzPts val="900"/>
              <a:buNone/>
              <a:defRPr sz="1200"/>
            </a:lvl9pPr>
          </a:lstStyle>
          <a:p>
            <a:endParaRPr/>
          </a:p>
        </p:txBody>
      </p:sp>
      <p:sp>
        <p:nvSpPr>
          <p:cNvPr id="110" name="Google Shape;110;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7543803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3"/>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116" name="Google Shape;11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11429133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7285038" y="1828800"/>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367505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91BC7A7E-A86C-3B52-8D68-3CB5E82D7C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B007AFC-E3D4-6598-6EE2-ECEC4890BE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A57308B-2375-3289-16B0-3337FF4B9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84A6ECC3-3598-D929-B1FC-7EDF3A5C1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sp>
        <p:nvSpPr>
          <p:cNvPr id="6" name="Segnaposto numero diapositiva 5">
            <a:extLst>
              <a:ext uri="{FF2B5EF4-FFF2-40B4-BE49-F238E27FC236}">
                <a16:creationId xmlns:a16="http://schemas.microsoft.com/office/drawing/2014/main" id="{D8024EDB-BC43-1200-93F1-6DBD9DEEF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BEE6B0-DE02-40E4-BB77-973755F811B0}" type="slidenum">
              <a:rPr lang="it-IT" smtClean="0"/>
              <a:t>‹N›</a:t>
            </a:fld>
            <a:endParaRPr lang="it-IT" dirty="0"/>
          </a:p>
        </p:txBody>
      </p:sp>
    </p:spTree>
    <p:extLst>
      <p:ext uri="{BB962C8B-B14F-4D97-AF65-F5344CB8AC3E}">
        <p14:creationId xmlns:p14="http://schemas.microsoft.com/office/powerpoint/2010/main" val="2805371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B53C6F-6285-4061-9994-6EAFF3018963}" type="datetimeFigureOut">
              <a:rPr lang="en-US" smtClean="0"/>
              <a:t>7/2/2022</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8CBF04-D241-4986-947E-411460146C72}" type="slidenum">
              <a:rPr lang="en-US" smtClean="0"/>
              <a:t>‹N›</a:t>
            </a:fld>
            <a:endParaRPr lang="en-US" dirty="0"/>
          </a:p>
        </p:txBody>
      </p:sp>
    </p:spTree>
    <p:extLst>
      <p:ext uri="{BB962C8B-B14F-4D97-AF65-F5344CB8AC3E}">
        <p14:creationId xmlns:p14="http://schemas.microsoft.com/office/powerpoint/2010/main" val="10528041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00" b="0" i="0" u="none" strike="noStrike" cap="none">
                <a:solidFill>
                  <a:srgbClr val="888888"/>
                </a:solidFill>
                <a:latin typeface="Calibri"/>
                <a:ea typeface="Calibri"/>
                <a:cs typeface="Calibri"/>
                <a:sym typeface="Calibri"/>
              </a:defRPr>
            </a:lvl1pPr>
            <a:lvl2pPr marL="0" marR="0" lvl="1" indent="0" algn="r" rtl="0">
              <a:spcBef>
                <a:spcPts val="0"/>
              </a:spcBef>
              <a:buNone/>
              <a:defRPr sz="1600" b="0" i="0" u="none" strike="noStrike" cap="none">
                <a:solidFill>
                  <a:srgbClr val="888888"/>
                </a:solidFill>
                <a:latin typeface="Calibri"/>
                <a:ea typeface="Calibri"/>
                <a:cs typeface="Calibri"/>
                <a:sym typeface="Calibri"/>
              </a:defRPr>
            </a:lvl2pPr>
            <a:lvl3pPr marL="0" marR="0" lvl="2" indent="0" algn="r" rtl="0">
              <a:spcBef>
                <a:spcPts val="0"/>
              </a:spcBef>
              <a:buNone/>
              <a:defRPr sz="1600" b="0" i="0" u="none" strike="noStrike" cap="none">
                <a:solidFill>
                  <a:srgbClr val="888888"/>
                </a:solidFill>
                <a:latin typeface="Calibri"/>
                <a:ea typeface="Calibri"/>
                <a:cs typeface="Calibri"/>
                <a:sym typeface="Calibri"/>
              </a:defRPr>
            </a:lvl3pPr>
            <a:lvl4pPr marL="0" marR="0" lvl="3" indent="0" algn="r" rtl="0">
              <a:spcBef>
                <a:spcPts val="0"/>
              </a:spcBef>
              <a:buNone/>
              <a:defRPr sz="1600" b="0" i="0" u="none" strike="noStrike" cap="none">
                <a:solidFill>
                  <a:srgbClr val="888888"/>
                </a:solidFill>
                <a:latin typeface="Calibri"/>
                <a:ea typeface="Calibri"/>
                <a:cs typeface="Calibri"/>
                <a:sym typeface="Calibri"/>
              </a:defRPr>
            </a:lvl4pPr>
            <a:lvl5pPr marL="0" marR="0" lvl="4" indent="0" algn="r" rtl="0">
              <a:spcBef>
                <a:spcPts val="0"/>
              </a:spcBef>
              <a:buNone/>
              <a:defRPr sz="1600" b="0" i="0" u="none" strike="noStrike" cap="none">
                <a:solidFill>
                  <a:srgbClr val="888888"/>
                </a:solidFill>
                <a:latin typeface="Calibri"/>
                <a:ea typeface="Calibri"/>
                <a:cs typeface="Calibri"/>
                <a:sym typeface="Calibri"/>
              </a:defRPr>
            </a:lvl5pPr>
            <a:lvl6pPr marL="0" marR="0" lvl="5" indent="0" algn="r" rtl="0">
              <a:spcBef>
                <a:spcPts val="0"/>
              </a:spcBef>
              <a:buNone/>
              <a:defRPr sz="1600" b="0" i="0" u="none" strike="noStrike" cap="none">
                <a:solidFill>
                  <a:srgbClr val="888888"/>
                </a:solidFill>
                <a:latin typeface="Calibri"/>
                <a:ea typeface="Calibri"/>
                <a:cs typeface="Calibri"/>
                <a:sym typeface="Calibri"/>
              </a:defRPr>
            </a:lvl6pPr>
            <a:lvl7pPr marL="0" marR="0" lvl="6" indent="0" algn="r" rtl="0">
              <a:spcBef>
                <a:spcPts val="0"/>
              </a:spcBef>
              <a:buNone/>
              <a:defRPr sz="1600" b="0" i="0" u="none" strike="noStrike" cap="none">
                <a:solidFill>
                  <a:srgbClr val="888888"/>
                </a:solidFill>
                <a:latin typeface="Calibri"/>
                <a:ea typeface="Calibri"/>
                <a:cs typeface="Calibri"/>
                <a:sym typeface="Calibri"/>
              </a:defRPr>
            </a:lvl7pPr>
            <a:lvl8pPr marL="0" marR="0" lvl="7" indent="0" algn="r" rtl="0">
              <a:spcBef>
                <a:spcPts val="0"/>
              </a:spcBef>
              <a:buNone/>
              <a:defRPr sz="1600" b="0" i="0" u="none" strike="noStrike" cap="none">
                <a:solidFill>
                  <a:srgbClr val="888888"/>
                </a:solidFill>
                <a:latin typeface="Calibri"/>
                <a:ea typeface="Calibri"/>
                <a:cs typeface="Calibri"/>
                <a:sym typeface="Calibri"/>
              </a:defRPr>
            </a:lvl8pPr>
            <a:lvl9pPr marL="0" marR="0" lvl="8" indent="0" algn="r" rtl="0">
              <a:spcBef>
                <a:spcPts val="0"/>
              </a:spcBef>
              <a:buNone/>
              <a:defRPr sz="1600" b="0" i="0" u="none" strike="noStrike" cap="none">
                <a:solidFill>
                  <a:srgbClr val="888888"/>
                </a:solidFill>
                <a:latin typeface="Calibri"/>
                <a:ea typeface="Calibri"/>
                <a:cs typeface="Calibri"/>
                <a:sym typeface="Calibri"/>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105694062"/>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8E099D-BF57-8923-A2D7-D4A79CFBEFDE}"/>
              </a:ext>
            </a:extLst>
          </p:cNvPr>
          <p:cNvSpPr>
            <a:spLocks noGrp="1"/>
          </p:cNvSpPr>
          <p:nvPr>
            <p:ph type="ctrTitle"/>
          </p:nvPr>
        </p:nvSpPr>
        <p:spPr>
          <a:xfrm>
            <a:off x="1524000" y="772161"/>
            <a:ext cx="9144000" cy="3444240"/>
          </a:xfrm>
        </p:spPr>
        <p:txBody>
          <a:bodyPr/>
          <a:lstStyle/>
          <a:p>
            <a:r>
              <a:rPr lang="it-IT" dirty="0"/>
              <a:t>PROGETTO TECNOLOGIE INFORMTICHE DEL WEB</a:t>
            </a:r>
            <a:br>
              <a:rPr lang="it-IT" dirty="0"/>
            </a:br>
            <a:r>
              <a:rPr lang="it-IT" sz="1600" dirty="0">
                <a:latin typeface="Baskerville Old Face" panose="02020602080505020303" pitchFamily="18" charset="0"/>
              </a:rPr>
              <a:t>HTML pure Version </a:t>
            </a:r>
            <a:r>
              <a:rPr lang="it-IT" sz="1600" dirty="0"/>
              <a:t>- </a:t>
            </a:r>
            <a:r>
              <a:rPr lang="it-IT" sz="1600" dirty="0">
                <a:latin typeface="Baskerville Old Face" panose="02020602080505020303" pitchFamily="18" charset="0"/>
              </a:rPr>
              <a:t>Esercizio 2</a:t>
            </a:r>
            <a:endParaRPr lang="it-IT" dirty="0">
              <a:latin typeface="Baskerville Old Face" panose="02020602080505020303" pitchFamily="18" charset="0"/>
            </a:endParaRPr>
          </a:p>
        </p:txBody>
      </p:sp>
      <p:sp>
        <p:nvSpPr>
          <p:cNvPr id="3" name="Sottotitolo 2">
            <a:extLst>
              <a:ext uri="{FF2B5EF4-FFF2-40B4-BE49-F238E27FC236}">
                <a16:creationId xmlns:a16="http://schemas.microsoft.com/office/drawing/2014/main" id="{265B2201-4FB9-FC9E-B0A4-D5CDA482BBE5}"/>
              </a:ext>
            </a:extLst>
          </p:cNvPr>
          <p:cNvSpPr>
            <a:spLocks noGrp="1"/>
          </p:cNvSpPr>
          <p:nvPr>
            <p:ph type="subTitle" idx="1"/>
          </p:nvPr>
        </p:nvSpPr>
        <p:spPr>
          <a:xfrm>
            <a:off x="1524000" y="4780598"/>
            <a:ext cx="9144000" cy="1655762"/>
          </a:xfrm>
        </p:spPr>
        <p:txBody>
          <a:bodyPr/>
          <a:lstStyle/>
          <a:p>
            <a:r>
              <a:rPr lang="it-IT" dirty="0">
                <a:latin typeface="Candara" panose="020E0502030303020204" pitchFamily="34" charset="0"/>
              </a:rPr>
              <a:t>Entiol Liko</a:t>
            </a:r>
          </a:p>
          <a:p>
            <a:r>
              <a:rPr lang="it-IT" dirty="0">
                <a:latin typeface="Candara" panose="020E0502030303020204" pitchFamily="34" charset="0"/>
              </a:rPr>
              <a:t>Luca Longinotti</a:t>
            </a:r>
          </a:p>
        </p:txBody>
      </p:sp>
    </p:spTree>
    <p:extLst>
      <p:ext uri="{BB962C8B-B14F-4D97-AF65-F5344CB8AC3E}">
        <p14:creationId xmlns:p14="http://schemas.microsoft.com/office/powerpoint/2010/main" val="255917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Esercizio 2: gestione preventivi</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97195"/>
          </a:xfrm>
        </p:spPr>
        <p:txBody>
          <a:bodyPr>
            <a:normAutofit fontScale="92500" lnSpcReduction="20000"/>
          </a:bodyPr>
          <a:lstStyle/>
          <a:p>
            <a:pPr marL="0" indent="0">
              <a:lnSpc>
                <a:spcPct val="110000"/>
              </a:lnSpc>
              <a:buNone/>
            </a:pPr>
            <a:r>
              <a:rPr lang="it-IT" sz="1800" b="0" i="0" u="none" strike="noStrike" baseline="0" dirty="0">
                <a:solidFill>
                  <a:srgbClr val="000000"/>
                </a:solidFill>
                <a:latin typeface="Arial" panose="020B0604020202020204" pitchFamily="34" charset="0"/>
              </a:rPr>
              <a:t>Un’applicazione web consente la gestione di richieste di preventivi per prodotti personalizzati. L’applicazione supporta registrazione e login di clienti e impiegati mediante una pagina pubblica con opportune form. La registrazione controlla l’unicità dello username. Un preventivo è associato a un prodotto, al cliente che l’ha richiesto e all’impiegato che l’ha gestito. Il preventivo comprende una o più opzioni per il prodotto a cui è associato, che devono essere tra quelle disponibili per il prodotto. Un prodotto ha un codice, un’immagine e un nome. Un’opzione ha un codice, un tipo (“normale”, “in offerta”) e un nome. Un preventivo ha un prezzo, definito dall’impiegato. Quando l’utente (cliente o impiegato) accede all’applicazione, appare una LOGIN PAGE, mediante la quale l’utente si autentica con username e password. Quando un cliente fa login, accede a una pagina HOME PAGE CLIENTE che contiene una form per creare un preventivo e l’elenco dei preventivi creati dal cliente. Selezionando uno dei preventivi il cliente ne visualizza i dettagli. Mediante la form di creazione di un preventivo l’utente per prima cosa sceglie il prodotto; scelto il prodotto, la form mostra le opzioni di quel prodotto. L’utente sceglie le opzioni (almeno una) e conferma l’invio del preventivo mediante il bottone INVIA PREVENTIVO. Quando un impiegato effettua il login, accede a una pagina HOME PAGE IMPIEGATO che contiene l’elenco dei preventivi gestiti da lui in precedenza e quello dei preventivi non ancora associati a nessun impiegato. Quando l’impiegato seleziona un elemento dall’elenco dei preventivi non ancora associati a nessuno, compare una pagina PREZZA PREVENTIVO che mostra i dati del cliente (username) e del preventivo e una form per inserire il prezzo del preventivo. Quando l’impiegato inserisce il prezzo e invia i dati con il bottone INVIA PREZZO, compare di nuovo la pagina HOME PAGE IMPIEGATO con gli elenchi dei preventivi aggiornati. Il prezzo definito dall’impiegato risulta visibile al cliente quando questi accede all’elenco dei propri preventivi e visualizza i dettagli del preventivo. La pagina PREZZA PREVENTIVO contiene anche un collegamento per tornare alla HOME PAGE IMPIEGATO. L’applicazione consente il logout dell’utente. </a:t>
            </a:r>
            <a:endParaRPr lang="it-IT" dirty="0"/>
          </a:p>
        </p:txBody>
      </p:sp>
    </p:spTree>
    <p:extLst>
      <p:ext uri="{BB962C8B-B14F-4D97-AF65-F5344CB8AC3E}">
        <p14:creationId xmlns:p14="http://schemas.microsoft.com/office/powerpoint/2010/main" val="3168788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r>
              <a:rPr lang="it-IT" sz="3600" dirty="0"/>
              <a:t>Data requirements analysis</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fontScale="85000" lnSpcReduction="10000"/>
          </a:bodyPr>
          <a:lstStyle/>
          <a:p>
            <a:pPr marL="0" indent="0">
              <a:lnSpc>
                <a:spcPct val="110000"/>
              </a:lnSpc>
              <a:buNone/>
            </a:pPr>
            <a:r>
              <a:rPr lang="it-IT" sz="1800" b="0" i="0" u="none" strike="noStrike" baseline="0" dirty="0">
                <a:solidFill>
                  <a:srgbClr val="000000"/>
                </a:solidFill>
                <a:latin typeface="Arial" panose="020B0604020202020204" pitchFamily="34" charset="0"/>
              </a:rPr>
              <a:t>Un’applicazione web consente la gestione di richieste di preventivi per prodotti personalizzati. L’applicazione supporta registrazione e login di clienti e impiegati mediante una pagina pubblica con opportune form. La registrazione controlla l’unicità dello username. </a:t>
            </a:r>
            <a:r>
              <a:rPr lang="it-IT" sz="1800" b="0" i="0" u="none" strike="noStrike" baseline="0" dirty="0">
                <a:solidFill>
                  <a:srgbClr val="0070C0"/>
                </a:solidFill>
                <a:latin typeface="Arial" panose="020B0604020202020204" pitchFamily="34" charset="0"/>
              </a:rPr>
              <a:t>Un preventivo è associato a un prodotto</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rgbClr val="0070C0"/>
                </a:solidFill>
                <a:latin typeface="Arial" panose="020B0604020202020204" pitchFamily="34" charset="0"/>
              </a:rPr>
              <a:t>al cliente che l’ha richiesto e all’impiegato che l’ha gestito</a:t>
            </a:r>
            <a:r>
              <a:rPr lang="it-IT" sz="1800" b="0" i="0" u="none" strike="noStrike" baseline="0" dirty="0">
                <a:solidFill>
                  <a:srgbClr val="000000"/>
                </a:solidFill>
                <a:latin typeface="Arial" panose="020B0604020202020204" pitchFamily="34" charset="0"/>
              </a:rPr>
              <a:t>. Il </a:t>
            </a:r>
            <a:r>
              <a:rPr lang="it-IT" sz="1800" b="0" i="0" u="none" strike="noStrike" baseline="0" dirty="0">
                <a:solidFill>
                  <a:srgbClr val="FF0000"/>
                </a:solidFill>
                <a:latin typeface="Arial" panose="020B0604020202020204" pitchFamily="34" charset="0"/>
              </a:rPr>
              <a:t>preventivo</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rgbClr val="0070C0"/>
                </a:solidFill>
                <a:latin typeface="Arial" panose="020B0604020202020204" pitchFamily="34" charset="0"/>
              </a:rPr>
              <a:t>comprende una o più opzioni </a:t>
            </a:r>
            <a:r>
              <a:rPr lang="it-IT" sz="1800" b="0" i="0" u="none" strike="noStrike" baseline="0" dirty="0">
                <a:solidFill>
                  <a:srgbClr val="000000"/>
                </a:solidFill>
                <a:latin typeface="Arial" panose="020B0604020202020204" pitchFamily="34" charset="0"/>
              </a:rPr>
              <a:t>per il prodotto a cui è associato, che devono essere tra quelle disponibili per il prodotto. Un </a:t>
            </a:r>
            <a:r>
              <a:rPr lang="it-IT" sz="1800" b="0" i="0" u="none" strike="noStrike" baseline="0" dirty="0">
                <a:solidFill>
                  <a:srgbClr val="FF0000"/>
                </a:solidFill>
                <a:latin typeface="Arial" panose="020B0604020202020204" pitchFamily="34" charset="0"/>
              </a:rPr>
              <a:t>prodotto</a:t>
            </a:r>
            <a:r>
              <a:rPr lang="it-IT" sz="1800" b="0" i="0" u="none" strike="noStrike" baseline="0" dirty="0">
                <a:solidFill>
                  <a:srgbClr val="000000"/>
                </a:solidFill>
                <a:latin typeface="Arial" panose="020B0604020202020204" pitchFamily="34" charset="0"/>
              </a:rPr>
              <a:t> ha un </a:t>
            </a:r>
            <a:r>
              <a:rPr lang="it-IT" sz="1800" b="0" i="0" u="none" strike="noStrike" baseline="0" dirty="0">
                <a:solidFill>
                  <a:srgbClr val="00B050"/>
                </a:solidFill>
                <a:latin typeface="Arial" panose="020B0604020202020204" pitchFamily="34" charset="0"/>
              </a:rPr>
              <a:t>codice</a:t>
            </a:r>
            <a:r>
              <a:rPr lang="it-IT" sz="1800" b="0" i="0" u="none" strike="noStrike" baseline="0" dirty="0">
                <a:solidFill>
                  <a:srgbClr val="000000"/>
                </a:solidFill>
                <a:latin typeface="Arial" panose="020B0604020202020204" pitchFamily="34" charset="0"/>
              </a:rPr>
              <a:t>, </a:t>
            </a:r>
            <a:r>
              <a:rPr lang="it-IT" sz="1800" b="0" i="0" u="none" strike="noStrike" baseline="0" dirty="0">
                <a:latin typeface="Arial" panose="020B0604020202020204" pitchFamily="34" charset="0"/>
              </a:rPr>
              <a:t>un’</a:t>
            </a:r>
            <a:r>
              <a:rPr lang="it-IT" sz="1800" b="0" i="0" u="none" strike="noStrike" baseline="0" dirty="0">
                <a:solidFill>
                  <a:srgbClr val="00B050"/>
                </a:solidFill>
                <a:latin typeface="Arial" panose="020B0604020202020204" pitchFamily="34" charset="0"/>
              </a:rPr>
              <a:t>immagine</a:t>
            </a:r>
            <a:r>
              <a:rPr lang="it-IT" sz="1800" b="0" i="0" u="none" strike="noStrike" baseline="0" dirty="0">
                <a:solidFill>
                  <a:srgbClr val="000000"/>
                </a:solidFill>
                <a:latin typeface="Arial" panose="020B0604020202020204" pitchFamily="34" charset="0"/>
              </a:rPr>
              <a:t> e un </a:t>
            </a:r>
            <a:r>
              <a:rPr lang="it-IT" sz="1800" b="0" i="0" u="none" strike="noStrike" baseline="0" dirty="0">
                <a:solidFill>
                  <a:srgbClr val="00B050"/>
                </a:solidFill>
                <a:latin typeface="Arial" panose="020B0604020202020204" pitchFamily="34" charset="0"/>
              </a:rPr>
              <a:t>nome</a:t>
            </a:r>
            <a:r>
              <a:rPr lang="it-IT" sz="1800" b="0" i="0" u="none" strike="noStrike" baseline="0" dirty="0">
                <a:solidFill>
                  <a:srgbClr val="000000"/>
                </a:solidFill>
                <a:latin typeface="Arial" panose="020B0604020202020204" pitchFamily="34" charset="0"/>
              </a:rPr>
              <a:t>. </a:t>
            </a:r>
            <a:r>
              <a:rPr lang="it-IT" sz="1800" b="0" i="0" u="none" strike="noStrike" baseline="0" dirty="0">
                <a:latin typeface="Arial" panose="020B0604020202020204" pitchFamily="34" charset="0"/>
              </a:rPr>
              <a:t>Un’</a:t>
            </a:r>
            <a:r>
              <a:rPr lang="it-IT" sz="1800" b="0" i="0" u="none" strike="noStrike" baseline="0" dirty="0">
                <a:solidFill>
                  <a:srgbClr val="FF0000"/>
                </a:solidFill>
                <a:latin typeface="Arial" panose="020B0604020202020204" pitchFamily="34" charset="0"/>
              </a:rPr>
              <a:t>opzione</a:t>
            </a:r>
            <a:r>
              <a:rPr lang="it-IT" sz="1800" b="0" i="0" u="none" strike="noStrike" baseline="0" dirty="0">
                <a:solidFill>
                  <a:srgbClr val="000000"/>
                </a:solidFill>
                <a:latin typeface="Arial" panose="020B0604020202020204" pitchFamily="34" charset="0"/>
              </a:rPr>
              <a:t> ha un </a:t>
            </a:r>
            <a:r>
              <a:rPr lang="it-IT" sz="1800" b="0" i="0" u="none" strike="noStrike" baseline="0" dirty="0">
                <a:solidFill>
                  <a:srgbClr val="00B050"/>
                </a:solidFill>
                <a:latin typeface="Arial" panose="020B0604020202020204" pitchFamily="34" charset="0"/>
              </a:rPr>
              <a:t>codice</a:t>
            </a:r>
            <a:r>
              <a:rPr lang="it-IT" sz="1800" b="0" i="0" u="none" strike="noStrike" baseline="0" dirty="0">
                <a:solidFill>
                  <a:srgbClr val="000000"/>
                </a:solidFill>
                <a:latin typeface="Arial" panose="020B0604020202020204" pitchFamily="34" charset="0"/>
              </a:rPr>
              <a:t>, un </a:t>
            </a:r>
            <a:r>
              <a:rPr lang="it-IT" sz="1800" b="0" i="0" u="none" strike="noStrike" baseline="0" dirty="0">
                <a:solidFill>
                  <a:srgbClr val="00B050"/>
                </a:solidFill>
                <a:latin typeface="Arial" panose="020B0604020202020204" pitchFamily="34" charset="0"/>
              </a:rPr>
              <a:t>tipo</a:t>
            </a:r>
            <a:r>
              <a:rPr lang="it-IT" sz="1800" b="0" i="0" u="none" strike="noStrike" baseline="0" dirty="0">
                <a:solidFill>
                  <a:srgbClr val="000000"/>
                </a:solidFill>
                <a:latin typeface="Arial" panose="020B0604020202020204" pitchFamily="34" charset="0"/>
              </a:rPr>
              <a:t> (“normale”, “in offerta”) e un </a:t>
            </a:r>
            <a:r>
              <a:rPr lang="it-IT" sz="1800" b="0" i="0" u="none" strike="noStrike" baseline="0" dirty="0">
                <a:solidFill>
                  <a:srgbClr val="00B050"/>
                </a:solidFill>
                <a:latin typeface="Arial" panose="020B0604020202020204" pitchFamily="34" charset="0"/>
              </a:rPr>
              <a:t>nome</a:t>
            </a:r>
            <a:r>
              <a:rPr lang="it-IT" sz="1800" b="0" i="0" u="none" strike="noStrike" baseline="0" dirty="0">
                <a:solidFill>
                  <a:srgbClr val="000000"/>
                </a:solidFill>
                <a:latin typeface="Arial" panose="020B0604020202020204" pitchFamily="34" charset="0"/>
              </a:rPr>
              <a:t>. Un preventivo ha un </a:t>
            </a:r>
            <a:r>
              <a:rPr lang="it-IT" sz="1800" b="0" i="0" u="none" strike="noStrike" baseline="0" dirty="0">
                <a:solidFill>
                  <a:srgbClr val="00B050"/>
                </a:solidFill>
                <a:latin typeface="Arial" panose="020B0604020202020204" pitchFamily="34" charset="0"/>
              </a:rPr>
              <a:t>prezzo</a:t>
            </a:r>
            <a:r>
              <a:rPr lang="it-IT" sz="1800" b="0" i="0" u="none" strike="noStrike" baseline="0" dirty="0">
                <a:solidFill>
                  <a:srgbClr val="000000"/>
                </a:solidFill>
                <a:latin typeface="Arial" panose="020B0604020202020204" pitchFamily="34" charset="0"/>
              </a:rPr>
              <a:t>, definito dall’impiegato. Quando l’utente (cliente o impiegato) accede all’applicazione, appare una LOGIN PAGE, mediante la quale l’utente si autentica con </a:t>
            </a:r>
            <a:r>
              <a:rPr lang="it-IT" sz="1800" b="0" i="0" u="none" strike="noStrike" baseline="0" dirty="0">
                <a:solidFill>
                  <a:srgbClr val="00B050"/>
                </a:solidFill>
                <a:latin typeface="Arial" panose="020B0604020202020204" pitchFamily="34" charset="0"/>
              </a:rPr>
              <a:t>username</a:t>
            </a:r>
            <a:r>
              <a:rPr lang="it-IT" sz="1800" b="0" i="0" u="none" strike="noStrike" baseline="0" dirty="0">
                <a:solidFill>
                  <a:srgbClr val="000000"/>
                </a:solidFill>
                <a:latin typeface="Arial" panose="020B0604020202020204" pitchFamily="34" charset="0"/>
              </a:rPr>
              <a:t> e </a:t>
            </a:r>
            <a:r>
              <a:rPr lang="it-IT" sz="1800" b="0" i="0" u="none" strike="noStrike" baseline="0" dirty="0">
                <a:solidFill>
                  <a:srgbClr val="00B050"/>
                </a:solidFill>
                <a:latin typeface="Arial" panose="020B0604020202020204" pitchFamily="34" charset="0"/>
              </a:rPr>
              <a:t>password</a:t>
            </a:r>
            <a:r>
              <a:rPr lang="it-IT" sz="1800" b="0" i="0" u="none" strike="noStrike" baseline="0" dirty="0">
                <a:solidFill>
                  <a:srgbClr val="000000"/>
                </a:solidFill>
                <a:latin typeface="Arial" panose="020B0604020202020204" pitchFamily="34" charset="0"/>
              </a:rPr>
              <a:t>. Quando un </a:t>
            </a:r>
            <a:r>
              <a:rPr lang="it-IT" sz="1800" b="0" i="0" u="none" strike="noStrike" baseline="0" dirty="0">
                <a:solidFill>
                  <a:srgbClr val="FF0000"/>
                </a:solidFill>
                <a:latin typeface="Arial" panose="020B0604020202020204" pitchFamily="34" charset="0"/>
              </a:rPr>
              <a:t>cliente</a:t>
            </a:r>
            <a:r>
              <a:rPr lang="it-IT" sz="1800" b="0" i="0" u="none" strike="noStrike" baseline="0" dirty="0">
                <a:solidFill>
                  <a:srgbClr val="000000"/>
                </a:solidFill>
                <a:latin typeface="Arial" panose="020B0604020202020204" pitchFamily="34" charset="0"/>
              </a:rPr>
              <a:t> fa login, accede a una pagina HOME PAGE CLIENTE che contiene una form per creare un preventivo e l’elenco dei preventivi creati dal cliente. Selezionando uno dei preventivi il cliente ne visualizza i dettagli. Mediante la form di creazione di un preventivo l’utente per prima cosa sceglie il prodotto; scelto il prodotto, la form mostra le opzioni di quel prodotto. L’utente sceglie le opzioni (almeno una) e conferma l’invio del preventivo mediante il bottone INVIA PREVENTIVO. Quando un </a:t>
            </a:r>
            <a:r>
              <a:rPr lang="it-IT" sz="1800" b="0" i="0" u="none" strike="noStrike" baseline="0" dirty="0">
                <a:solidFill>
                  <a:srgbClr val="FF0000"/>
                </a:solidFill>
                <a:latin typeface="Arial" panose="020B0604020202020204" pitchFamily="34" charset="0"/>
              </a:rPr>
              <a:t>impiegato</a:t>
            </a:r>
            <a:r>
              <a:rPr lang="it-IT" sz="1800" b="0" i="0" u="none" strike="noStrike" baseline="0" dirty="0">
                <a:solidFill>
                  <a:srgbClr val="000000"/>
                </a:solidFill>
                <a:latin typeface="Arial" panose="020B0604020202020204" pitchFamily="34" charset="0"/>
              </a:rPr>
              <a:t> effettua il login, accede a una pagina HOME PAGE IMPIEGATO che contiene l’elenco dei preventivi gestiti da lui in precedenza e quello dei preventivi non ancora associati a nessun impiegato. Quando l’impiegato seleziona un elemento dall’elenco dei preventivi non ancora associati a nessuno, compare una pagina PREZZA PREVENTIVO che mostra i dati del cliente (username) e del preventivo e una form per inserire il prezzo del preventivo. Quando l’impiegato inserisce il prezzo e invia i dati con il bottone INVIA PREZZO, compare di nuovo la pagina HOME PAGE IMPIEGATO con gli elenchi dei preventivi aggiornati. Il prezzo definito dall’impiegato risulta visibile al cliente quando questi accede all’elenco dei propri preventivi e visualizza i dettagli del preventivo. La pagina PREZZA PREVENTIVO contiene anche un collegamento per tornare alla HOME PAGE IMPIEGATO. L’applicazione consente il logout dell’utente. </a:t>
            </a:r>
          </a:p>
          <a:p>
            <a:pPr marL="0" indent="0">
              <a:lnSpc>
                <a:spcPct val="110000"/>
              </a:lnSpc>
              <a:buNone/>
            </a:pPr>
            <a:r>
              <a:rPr lang="it-IT" sz="1800" dirty="0">
                <a:solidFill>
                  <a:srgbClr val="FF0000"/>
                </a:solidFill>
                <a:latin typeface="Arial" panose="020B0604020202020204" pitchFamily="34" charset="0"/>
              </a:rPr>
              <a:t>Entites</a:t>
            </a:r>
            <a:r>
              <a:rPr lang="it-IT" sz="1800" dirty="0">
                <a:solidFill>
                  <a:srgbClr val="000000"/>
                </a:solidFill>
                <a:latin typeface="Arial" panose="020B0604020202020204" pitchFamily="34" charset="0"/>
              </a:rPr>
              <a:t>, </a:t>
            </a:r>
            <a:r>
              <a:rPr lang="it-IT" sz="1800" dirty="0">
                <a:solidFill>
                  <a:srgbClr val="00B050"/>
                </a:solidFill>
                <a:latin typeface="Arial" panose="020B0604020202020204" pitchFamily="34" charset="0"/>
              </a:rPr>
              <a:t>attributes</a:t>
            </a:r>
            <a:r>
              <a:rPr lang="it-IT" sz="1800" dirty="0">
                <a:solidFill>
                  <a:srgbClr val="000000"/>
                </a:solidFill>
                <a:latin typeface="Arial" panose="020B0604020202020204" pitchFamily="34" charset="0"/>
              </a:rPr>
              <a:t>, </a:t>
            </a:r>
            <a:r>
              <a:rPr lang="it-IT" sz="1800" dirty="0">
                <a:solidFill>
                  <a:srgbClr val="0070C0"/>
                </a:solidFill>
                <a:latin typeface="Arial" panose="020B0604020202020204" pitchFamily="34" charset="0"/>
              </a:rPr>
              <a:t>relationships</a:t>
            </a:r>
          </a:p>
          <a:p>
            <a:pPr marL="0" indent="0">
              <a:lnSpc>
                <a:spcPct val="110000"/>
              </a:lnSpc>
              <a:buNone/>
            </a:pPr>
            <a:endParaRPr lang="it-IT" dirty="0"/>
          </a:p>
        </p:txBody>
      </p:sp>
    </p:spTree>
    <p:extLst>
      <p:ext uri="{BB962C8B-B14F-4D97-AF65-F5344CB8AC3E}">
        <p14:creationId xmlns:p14="http://schemas.microsoft.com/office/powerpoint/2010/main" val="3799823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Database design</a:t>
            </a:r>
          </a:p>
        </p:txBody>
      </p:sp>
      <p:sp>
        <p:nvSpPr>
          <p:cNvPr id="4" name="Rettangolo 3">
            <a:extLst>
              <a:ext uri="{FF2B5EF4-FFF2-40B4-BE49-F238E27FC236}">
                <a16:creationId xmlns:a16="http://schemas.microsoft.com/office/drawing/2014/main" id="{CABE9F5D-16F1-FA2D-D832-1F440B0229C3}"/>
              </a:ext>
            </a:extLst>
          </p:cNvPr>
          <p:cNvSpPr/>
          <p:nvPr/>
        </p:nvSpPr>
        <p:spPr>
          <a:xfrm>
            <a:off x="9608963" y="2168262"/>
            <a:ext cx="1043796"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Client</a:t>
            </a:r>
          </a:p>
        </p:txBody>
      </p:sp>
      <p:sp>
        <p:nvSpPr>
          <p:cNvPr id="11" name="CasellaDiTesto 10">
            <a:extLst>
              <a:ext uri="{FF2B5EF4-FFF2-40B4-BE49-F238E27FC236}">
                <a16:creationId xmlns:a16="http://schemas.microsoft.com/office/drawing/2014/main" id="{8AF9D55D-9D6F-0772-41C5-C470A5D97D31}"/>
              </a:ext>
            </a:extLst>
          </p:cNvPr>
          <p:cNvSpPr txBox="1"/>
          <p:nvPr/>
        </p:nvSpPr>
        <p:spPr>
          <a:xfrm>
            <a:off x="10130861" y="1577123"/>
            <a:ext cx="749920" cy="246221"/>
          </a:xfrm>
          <a:prstGeom prst="rect">
            <a:avLst/>
          </a:prstGeom>
          <a:noFill/>
        </p:spPr>
        <p:txBody>
          <a:bodyPr wrap="square" rtlCol="0">
            <a:spAutoFit/>
          </a:bodyPr>
          <a:lstStyle/>
          <a:p>
            <a:r>
              <a:rPr lang="it-IT" sz="1000" dirty="0"/>
              <a:t>Password</a:t>
            </a:r>
          </a:p>
        </p:txBody>
      </p:sp>
      <p:cxnSp>
        <p:nvCxnSpPr>
          <p:cNvPr id="15" name="Connettore diritto 14">
            <a:extLst>
              <a:ext uri="{FF2B5EF4-FFF2-40B4-BE49-F238E27FC236}">
                <a16:creationId xmlns:a16="http://schemas.microsoft.com/office/drawing/2014/main" id="{C39DAB4D-EEBF-59E6-24BA-10C31AB2A9A3}"/>
              </a:ext>
            </a:extLst>
          </p:cNvPr>
          <p:cNvCxnSpPr>
            <a:cxnSpLocks/>
            <a:stCxn id="4" idx="1"/>
            <a:endCxn id="16" idx="3"/>
          </p:cNvCxnSpPr>
          <p:nvPr/>
        </p:nvCxnSpPr>
        <p:spPr>
          <a:xfrm flipH="1" flipV="1">
            <a:off x="8509088" y="2425909"/>
            <a:ext cx="1099875" cy="5459"/>
          </a:xfrm>
          <a:prstGeom prst="line">
            <a:avLst/>
          </a:prstGeom>
        </p:spPr>
        <p:style>
          <a:lnRef idx="1">
            <a:schemeClr val="accent1"/>
          </a:lnRef>
          <a:fillRef idx="0">
            <a:schemeClr val="accent1"/>
          </a:fillRef>
          <a:effectRef idx="0">
            <a:schemeClr val="accent1"/>
          </a:effectRef>
          <a:fontRef idx="minor">
            <a:schemeClr val="tx1"/>
          </a:fontRef>
        </p:style>
      </p:cxnSp>
      <p:sp>
        <p:nvSpPr>
          <p:cNvPr id="16" name="Rombo 15">
            <a:extLst>
              <a:ext uri="{FF2B5EF4-FFF2-40B4-BE49-F238E27FC236}">
                <a16:creationId xmlns:a16="http://schemas.microsoft.com/office/drawing/2014/main" id="{3B899CFC-7226-779E-D8BB-E4E77AEA4811}"/>
              </a:ext>
            </a:extLst>
          </p:cNvPr>
          <p:cNvSpPr/>
          <p:nvPr/>
        </p:nvSpPr>
        <p:spPr>
          <a:xfrm>
            <a:off x="8064829" y="2225854"/>
            <a:ext cx="444259"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18" name="Connettore diritto 17">
            <a:extLst>
              <a:ext uri="{FF2B5EF4-FFF2-40B4-BE49-F238E27FC236}">
                <a16:creationId xmlns:a16="http://schemas.microsoft.com/office/drawing/2014/main" id="{2C7D08FF-AC72-7C18-1585-91DCC2B78C19}"/>
              </a:ext>
            </a:extLst>
          </p:cNvPr>
          <p:cNvCxnSpPr>
            <a:cxnSpLocks/>
            <a:stCxn id="16" idx="1"/>
            <a:endCxn id="21" idx="3"/>
          </p:cNvCxnSpPr>
          <p:nvPr/>
        </p:nvCxnSpPr>
        <p:spPr>
          <a:xfrm flipH="1" flipV="1">
            <a:off x="7094162" y="2412976"/>
            <a:ext cx="970667" cy="12933"/>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ttangolo 20">
            <a:extLst>
              <a:ext uri="{FF2B5EF4-FFF2-40B4-BE49-F238E27FC236}">
                <a16:creationId xmlns:a16="http://schemas.microsoft.com/office/drawing/2014/main" id="{6AE70AAB-03B6-D77D-B000-BE49CF5EF836}"/>
              </a:ext>
            </a:extLst>
          </p:cNvPr>
          <p:cNvSpPr/>
          <p:nvPr/>
        </p:nvSpPr>
        <p:spPr>
          <a:xfrm>
            <a:off x="5908028" y="2149870"/>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Preventive</a:t>
            </a:r>
          </a:p>
        </p:txBody>
      </p:sp>
      <p:sp>
        <p:nvSpPr>
          <p:cNvPr id="22" name="CasellaDiTesto 21">
            <a:extLst>
              <a:ext uri="{FF2B5EF4-FFF2-40B4-BE49-F238E27FC236}">
                <a16:creationId xmlns:a16="http://schemas.microsoft.com/office/drawing/2014/main" id="{8353605C-3744-6C19-3324-B45B07606E24}"/>
              </a:ext>
            </a:extLst>
          </p:cNvPr>
          <p:cNvSpPr txBox="1"/>
          <p:nvPr/>
        </p:nvSpPr>
        <p:spPr>
          <a:xfrm>
            <a:off x="6847323" y="2963580"/>
            <a:ext cx="367703" cy="246221"/>
          </a:xfrm>
          <a:prstGeom prst="rect">
            <a:avLst/>
          </a:prstGeom>
          <a:noFill/>
        </p:spPr>
        <p:txBody>
          <a:bodyPr wrap="square" rtlCol="0">
            <a:spAutoFit/>
          </a:bodyPr>
          <a:lstStyle/>
          <a:p>
            <a:r>
              <a:rPr lang="it-IT" sz="1000" dirty="0"/>
              <a:t>ID</a:t>
            </a:r>
          </a:p>
        </p:txBody>
      </p:sp>
      <p:sp>
        <p:nvSpPr>
          <p:cNvPr id="23" name="CasellaDiTesto 22">
            <a:extLst>
              <a:ext uri="{FF2B5EF4-FFF2-40B4-BE49-F238E27FC236}">
                <a16:creationId xmlns:a16="http://schemas.microsoft.com/office/drawing/2014/main" id="{8F6E1840-E078-C637-F2AD-FD7C671340DA}"/>
              </a:ext>
            </a:extLst>
          </p:cNvPr>
          <p:cNvSpPr txBox="1"/>
          <p:nvPr/>
        </p:nvSpPr>
        <p:spPr>
          <a:xfrm>
            <a:off x="9225086" y="2404637"/>
            <a:ext cx="448573" cy="261610"/>
          </a:xfrm>
          <a:prstGeom prst="rect">
            <a:avLst/>
          </a:prstGeom>
          <a:noFill/>
        </p:spPr>
        <p:txBody>
          <a:bodyPr wrap="square" rtlCol="0">
            <a:spAutoFit/>
          </a:bodyPr>
          <a:lstStyle/>
          <a:p>
            <a:r>
              <a:rPr lang="it-IT" sz="1100" dirty="0"/>
              <a:t>0:N</a:t>
            </a:r>
          </a:p>
        </p:txBody>
      </p:sp>
      <p:sp>
        <p:nvSpPr>
          <p:cNvPr id="24" name="CasellaDiTesto 23">
            <a:extLst>
              <a:ext uri="{FF2B5EF4-FFF2-40B4-BE49-F238E27FC236}">
                <a16:creationId xmlns:a16="http://schemas.microsoft.com/office/drawing/2014/main" id="{48798CFB-FA1C-B225-F651-40368FF4E137}"/>
              </a:ext>
            </a:extLst>
          </p:cNvPr>
          <p:cNvSpPr txBox="1"/>
          <p:nvPr/>
        </p:nvSpPr>
        <p:spPr>
          <a:xfrm>
            <a:off x="7081364" y="2383033"/>
            <a:ext cx="448573" cy="261610"/>
          </a:xfrm>
          <a:prstGeom prst="rect">
            <a:avLst/>
          </a:prstGeom>
          <a:noFill/>
        </p:spPr>
        <p:txBody>
          <a:bodyPr wrap="square" rtlCol="0">
            <a:spAutoFit/>
          </a:bodyPr>
          <a:lstStyle/>
          <a:p>
            <a:r>
              <a:rPr lang="it-IT" sz="1100" dirty="0"/>
              <a:t>1:1</a:t>
            </a:r>
          </a:p>
        </p:txBody>
      </p:sp>
      <p:sp>
        <p:nvSpPr>
          <p:cNvPr id="26" name="Rombo 25">
            <a:extLst>
              <a:ext uri="{FF2B5EF4-FFF2-40B4-BE49-F238E27FC236}">
                <a16:creationId xmlns:a16="http://schemas.microsoft.com/office/drawing/2014/main" id="{35EB66DF-4220-E598-543D-7895A641D17D}"/>
              </a:ext>
            </a:extLst>
          </p:cNvPr>
          <p:cNvSpPr/>
          <p:nvPr/>
        </p:nvSpPr>
        <p:spPr>
          <a:xfrm>
            <a:off x="6278888" y="3476857"/>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27" name="Connettore diritto 26">
            <a:extLst>
              <a:ext uri="{FF2B5EF4-FFF2-40B4-BE49-F238E27FC236}">
                <a16:creationId xmlns:a16="http://schemas.microsoft.com/office/drawing/2014/main" id="{2856E84C-0360-74FE-7FDA-5303299BD924}"/>
              </a:ext>
            </a:extLst>
          </p:cNvPr>
          <p:cNvCxnSpPr>
            <a:cxnSpLocks/>
            <a:stCxn id="26" idx="0"/>
          </p:cNvCxnSpPr>
          <p:nvPr/>
        </p:nvCxnSpPr>
        <p:spPr>
          <a:xfrm flipV="1">
            <a:off x="6503175" y="2662896"/>
            <a:ext cx="844" cy="8139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2A842C57-F235-8709-DD26-27C16D7A0DAF}"/>
              </a:ext>
            </a:extLst>
          </p:cNvPr>
          <p:cNvCxnSpPr>
            <a:cxnSpLocks/>
          </p:cNvCxnSpPr>
          <p:nvPr/>
        </p:nvCxnSpPr>
        <p:spPr>
          <a:xfrm flipH="1" flipV="1">
            <a:off x="6501094" y="3878730"/>
            <a:ext cx="1" cy="955885"/>
          </a:xfrm>
          <a:prstGeom prst="line">
            <a:avLst/>
          </a:prstGeom>
        </p:spPr>
        <p:style>
          <a:lnRef idx="1">
            <a:schemeClr val="accent1"/>
          </a:lnRef>
          <a:fillRef idx="0">
            <a:schemeClr val="accent1"/>
          </a:fillRef>
          <a:effectRef idx="0">
            <a:schemeClr val="accent1"/>
          </a:effectRef>
          <a:fontRef idx="minor">
            <a:schemeClr val="tx1"/>
          </a:fontRef>
        </p:style>
      </p:cxnSp>
      <p:sp>
        <p:nvSpPr>
          <p:cNvPr id="31" name="Rettangolo 30">
            <a:extLst>
              <a:ext uri="{FF2B5EF4-FFF2-40B4-BE49-F238E27FC236}">
                <a16:creationId xmlns:a16="http://schemas.microsoft.com/office/drawing/2014/main" id="{63346071-DE20-743B-1233-DA9A6827E759}"/>
              </a:ext>
            </a:extLst>
          </p:cNvPr>
          <p:cNvSpPr/>
          <p:nvPr/>
        </p:nvSpPr>
        <p:spPr>
          <a:xfrm>
            <a:off x="5908028" y="4749504"/>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Employee</a:t>
            </a:r>
          </a:p>
        </p:txBody>
      </p:sp>
      <p:sp>
        <p:nvSpPr>
          <p:cNvPr id="32" name="CasellaDiTesto 31">
            <a:extLst>
              <a:ext uri="{FF2B5EF4-FFF2-40B4-BE49-F238E27FC236}">
                <a16:creationId xmlns:a16="http://schemas.microsoft.com/office/drawing/2014/main" id="{1E34FAA9-CF20-63A5-55E0-825CA60E228B}"/>
              </a:ext>
            </a:extLst>
          </p:cNvPr>
          <p:cNvSpPr txBox="1"/>
          <p:nvPr/>
        </p:nvSpPr>
        <p:spPr>
          <a:xfrm>
            <a:off x="7521310" y="4789777"/>
            <a:ext cx="1423358" cy="246221"/>
          </a:xfrm>
          <a:prstGeom prst="rect">
            <a:avLst/>
          </a:prstGeom>
          <a:noFill/>
        </p:spPr>
        <p:txBody>
          <a:bodyPr wrap="square" rtlCol="0">
            <a:spAutoFit/>
          </a:bodyPr>
          <a:lstStyle/>
          <a:p>
            <a:r>
              <a:rPr lang="it-IT" sz="1000" dirty="0"/>
              <a:t>Username</a:t>
            </a:r>
          </a:p>
        </p:txBody>
      </p:sp>
      <p:sp>
        <p:nvSpPr>
          <p:cNvPr id="33" name="CasellaDiTesto 32">
            <a:extLst>
              <a:ext uri="{FF2B5EF4-FFF2-40B4-BE49-F238E27FC236}">
                <a16:creationId xmlns:a16="http://schemas.microsoft.com/office/drawing/2014/main" id="{08A27EA7-A8BD-D4C2-96D1-919289AC861E}"/>
              </a:ext>
            </a:extLst>
          </p:cNvPr>
          <p:cNvSpPr txBox="1"/>
          <p:nvPr/>
        </p:nvSpPr>
        <p:spPr>
          <a:xfrm>
            <a:off x="6463139" y="4498071"/>
            <a:ext cx="448573" cy="261610"/>
          </a:xfrm>
          <a:prstGeom prst="rect">
            <a:avLst/>
          </a:prstGeom>
          <a:noFill/>
        </p:spPr>
        <p:txBody>
          <a:bodyPr wrap="square" rtlCol="0">
            <a:spAutoFit/>
          </a:bodyPr>
          <a:lstStyle/>
          <a:p>
            <a:r>
              <a:rPr lang="it-IT" sz="1100" dirty="0"/>
              <a:t>0:N</a:t>
            </a:r>
          </a:p>
        </p:txBody>
      </p:sp>
      <p:sp>
        <p:nvSpPr>
          <p:cNvPr id="34" name="CasellaDiTesto 33">
            <a:extLst>
              <a:ext uri="{FF2B5EF4-FFF2-40B4-BE49-F238E27FC236}">
                <a16:creationId xmlns:a16="http://schemas.microsoft.com/office/drawing/2014/main" id="{2C675495-C647-19A8-82B2-F4FD72BFB905}"/>
              </a:ext>
            </a:extLst>
          </p:cNvPr>
          <p:cNvSpPr txBox="1"/>
          <p:nvPr/>
        </p:nvSpPr>
        <p:spPr>
          <a:xfrm>
            <a:off x="6439557" y="2655187"/>
            <a:ext cx="448573" cy="261610"/>
          </a:xfrm>
          <a:prstGeom prst="rect">
            <a:avLst/>
          </a:prstGeom>
          <a:noFill/>
        </p:spPr>
        <p:txBody>
          <a:bodyPr wrap="square" rtlCol="0">
            <a:spAutoFit/>
          </a:bodyPr>
          <a:lstStyle/>
          <a:p>
            <a:r>
              <a:rPr lang="it-IT" sz="1100" dirty="0"/>
              <a:t>0:1</a:t>
            </a:r>
          </a:p>
        </p:txBody>
      </p:sp>
      <p:sp>
        <p:nvSpPr>
          <p:cNvPr id="35" name="Rettangolo 34">
            <a:extLst>
              <a:ext uri="{FF2B5EF4-FFF2-40B4-BE49-F238E27FC236}">
                <a16:creationId xmlns:a16="http://schemas.microsoft.com/office/drawing/2014/main" id="{87CE5EDD-3FB8-3FF2-FDF9-914C84A409DB}"/>
              </a:ext>
            </a:extLst>
          </p:cNvPr>
          <p:cNvSpPr/>
          <p:nvPr/>
        </p:nvSpPr>
        <p:spPr>
          <a:xfrm>
            <a:off x="3072966" y="2152823"/>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Product</a:t>
            </a:r>
          </a:p>
        </p:txBody>
      </p:sp>
      <p:sp>
        <p:nvSpPr>
          <p:cNvPr id="37" name="Rombo 36">
            <a:extLst>
              <a:ext uri="{FF2B5EF4-FFF2-40B4-BE49-F238E27FC236}">
                <a16:creationId xmlns:a16="http://schemas.microsoft.com/office/drawing/2014/main" id="{EC092688-A768-AC9B-0B81-5EC230390081}"/>
              </a:ext>
            </a:extLst>
          </p:cNvPr>
          <p:cNvSpPr/>
          <p:nvPr/>
        </p:nvSpPr>
        <p:spPr>
          <a:xfrm>
            <a:off x="4848384" y="2223144"/>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39" name="Connettore diritto 38">
            <a:extLst>
              <a:ext uri="{FF2B5EF4-FFF2-40B4-BE49-F238E27FC236}">
                <a16:creationId xmlns:a16="http://schemas.microsoft.com/office/drawing/2014/main" id="{3AA10062-BB2F-748A-036E-08C51031AEA8}"/>
              </a:ext>
            </a:extLst>
          </p:cNvPr>
          <p:cNvCxnSpPr>
            <a:cxnSpLocks/>
            <a:stCxn id="21" idx="1"/>
            <a:endCxn id="37" idx="3"/>
          </p:cNvCxnSpPr>
          <p:nvPr/>
        </p:nvCxnSpPr>
        <p:spPr>
          <a:xfrm flipH="1">
            <a:off x="5296957" y="2412976"/>
            <a:ext cx="611071" cy="102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FEEFE223-5745-F788-ED78-199CEF4C205F}"/>
              </a:ext>
            </a:extLst>
          </p:cNvPr>
          <p:cNvCxnSpPr>
            <a:cxnSpLocks/>
            <a:stCxn id="37" idx="1"/>
            <a:endCxn id="35" idx="3"/>
          </p:cNvCxnSpPr>
          <p:nvPr/>
        </p:nvCxnSpPr>
        <p:spPr>
          <a:xfrm flipH="1" flipV="1">
            <a:off x="4259100" y="2415929"/>
            <a:ext cx="589284" cy="7270"/>
          </a:xfrm>
          <a:prstGeom prst="line">
            <a:avLst/>
          </a:prstGeom>
        </p:spPr>
        <p:style>
          <a:lnRef idx="1">
            <a:schemeClr val="accent1"/>
          </a:lnRef>
          <a:fillRef idx="0">
            <a:schemeClr val="accent1"/>
          </a:fillRef>
          <a:effectRef idx="0">
            <a:schemeClr val="accent1"/>
          </a:effectRef>
          <a:fontRef idx="minor">
            <a:schemeClr val="tx1"/>
          </a:fontRef>
        </p:style>
      </p:cxnSp>
      <p:sp>
        <p:nvSpPr>
          <p:cNvPr id="54" name="CasellaDiTesto 53">
            <a:extLst>
              <a:ext uri="{FF2B5EF4-FFF2-40B4-BE49-F238E27FC236}">
                <a16:creationId xmlns:a16="http://schemas.microsoft.com/office/drawing/2014/main" id="{24DC049A-D528-0949-7910-D136361E601C}"/>
              </a:ext>
            </a:extLst>
          </p:cNvPr>
          <p:cNvSpPr txBox="1"/>
          <p:nvPr/>
        </p:nvSpPr>
        <p:spPr>
          <a:xfrm>
            <a:off x="3101023" y="1548778"/>
            <a:ext cx="522898" cy="246221"/>
          </a:xfrm>
          <a:prstGeom prst="rect">
            <a:avLst/>
          </a:prstGeom>
          <a:noFill/>
        </p:spPr>
        <p:txBody>
          <a:bodyPr wrap="square" rtlCol="0">
            <a:spAutoFit/>
          </a:bodyPr>
          <a:lstStyle/>
          <a:p>
            <a:r>
              <a:rPr lang="it-IT" sz="1000" dirty="0"/>
              <a:t>Code</a:t>
            </a:r>
          </a:p>
        </p:txBody>
      </p:sp>
      <p:sp>
        <p:nvSpPr>
          <p:cNvPr id="55" name="CasellaDiTesto 54">
            <a:extLst>
              <a:ext uri="{FF2B5EF4-FFF2-40B4-BE49-F238E27FC236}">
                <a16:creationId xmlns:a16="http://schemas.microsoft.com/office/drawing/2014/main" id="{12F30307-FE6D-7A8F-80B7-48F4226F25AF}"/>
              </a:ext>
            </a:extLst>
          </p:cNvPr>
          <p:cNvSpPr txBox="1"/>
          <p:nvPr/>
        </p:nvSpPr>
        <p:spPr>
          <a:xfrm>
            <a:off x="4234492" y="2205899"/>
            <a:ext cx="448573" cy="261610"/>
          </a:xfrm>
          <a:prstGeom prst="rect">
            <a:avLst/>
          </a:prstGeom>
          <a:noFill/>
        </p:spPr>
        <p:txBody>
          <a:bodyPr wrap="square" rtlCol="0">
            <a:spAutoFit/>
          </a:bodyPr>
          <a:lstStyle/>
          <a:p>
            <a:r>
              <a:rPr lang="it-IT" sz="1100" dirty="0"/>
              <a:t>0:N</a:t>
            </a:r>
          </a:p>
        </p:txBody>
      </p:sp>
      <p:sp>
        <p:nvSpPr>
          <p:cNvPr id="56" name="CasellaDiTesto 55">
            <a:extLst>
              <a:ext uri="{FF2B5EF4-FFF2-40B4-BE49-F238E27FC236}">
                <a16:creationId xmlns:a16="http://schemas.microsoft.com/office/drawing/2014/main" id="{96EADEB6-72D9-7A2E-191F-318A5F53E5E9}"/>
              </a:ext>
            </a:extLst>
          </p:cNvPr>
          <p:cNvSpPr txBox="1"/>
          <p:nvPr/>
        </p:nvSpPr>
        <p:spPr>
          <a:xfrm>
            <a:off x="5594017" y="2166439"/>
            <a:ext cx="448573" cy="261610"/>
          </a:xfrm>
          <a:prstGeom prst="rect">
            <a:avLst/>
          </a:prstGeom>
          <a:noFill/>
        </p:spPr>
        <p:txBody>
          <a:bodyPr wrap="square" rtlCol="0">
            <a:spAutoFit/>
          </a:bodyPr>
          <a:lstStyle/>
          <a:p>
            <a:r>
              <a:rPr lang="it-IT" sz="1100" dirty="0"/>
              <a:t>1:1</a:t>
            </a:r>
          </a:p>
        </p:txBody>
      </p:sp>
      <p:sp>
        <p:nvSpPr>
          <p:cNvPr id="69" name="Rettangolo 68">
            <a:extLst>
              <a:ext uri="{FF2B5EF4-FFF2-40B4-BE49-F238E27FC236}">
                <a16:creationId xmlns:a16="http://schemas.microsoft.com/office/drawing/2014/main" id="{B2B0CB26-5E34-2D81-4ED8-FA9E36C75618}"/>
              </a:ext>
            </a:extLst>
          </p:cNvPr>
          <p:cNvSpPr/>
          <p:nvPr/>
        </p:nvSpPr>
        <p:spPr>
          <a:xfrm>
            <a:off x="336433" y="2156603"/>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Option</a:t>
            </a:r>
          </a:p>
        </p:txBody>
      </p:sp>
      <p:sp>
        <p:nvSpPr>
          <p:cNvPr id="82" name="Rombo 81">
            <a:extLst>
              <a:ext uri="{FF2B5EF4-FFF2-40B4-BE49-F238E27FC236}">
                <a16:creationId xmlns:a16="http://schemas.microsoft.com/office/drawing/2014/main" id="{01B23CA7-DF81-375A-C180-8DA55DC12CEE}"/>
              </a:ext>
            </a:extLst>
          </p:cNvPr>
          <p:cNvSpPr/>
          <p:nvPr/>
        </p:nvSpPr>
        <p:spPr>
          <a:xfrm>
            <a:off x="2022992" y="2223144"/>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84" name="Connettore diritto 83">
            <a:extLst>
              <a:ext uri="{FF2B5EF4-FFF2-40B4-BE49-F238E27FC236}">
                <a16:creationId xmlns:a16="http://schemas.microsoft.com/office/drawing/2014/main" id="{D30DCD23-78C2-5AA8-08FD-643C1C0E65D5}"/>
              </a:ext>
            </a:extLst>
          </p:cNvPr>
          <p:cNvCxnSpPr>
            <a:cxnSpLocks/>
            <a:stCxn id="35" idx="1"/>
            <a:endCxn id="82" idx="3"/>
          </p:cNvCxnSpPr>
          <p:nvPr/>
        </p:nvCxnSpPr>
        <p:spPr>
          <a:xfrm flipH="1">
            <a:off x="2471565" y="2415929"/>
            <a:ext cx="601401" cy="7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Connettore diritto 87">
            <a:extLst>
              <a:ext uri="{FF2B5EF4-FFF2-40B4-BE49-F238E27FC236}">
                <a16:creationId xmlns:a16="http://schemas.microsoft.com/office/drawing/2014/main" id="{CE36C017-767A-8B6D-B793-122DA3CEFD51}"/>
              </a:ext>
            </a:extLst>
          </p:cNvPr>
          <p:cNvCxnSpPr>
            <a:cxnSpLocks/>
            <a:stCxn id="82" idx="1"/>
            <a:endCxn id="69" idx="3"/>
          </p:cNvCxnSpPr>
          <p:nvPr/>
        </p:nvCxnSpPr>
        <p:spPr>
          <a:xfrm flipH="1" flipV="1">
            <a:off x="1522567" y="2419709"/>
            <a:ext cx="500425" cy="3490"/>
          </a:xfrm>
          <a:prstGeom prst="line">
            <a:avLst/>
          </a:prstGeom>
        </p:spPr>
        <p:style>
          <a:lnRef idx="1">
            <a:schemeClr val="accent1"/>
          </a:lnRef>
          <a:fillRef idx="0">
            <a:schemeClr val="accent1"/>
          </a:fillRef>
          <a:effectRef idx="0">
            <a:schemeClr val="accent1"/>
          </a:effectRef>
          <a:fontRef idx="minor">
            <a:schemeClr val="tx1"/>
          </a:fontRef>
        </p:style>
      </p:cxnSp>
      <p:sp>
        <p:nvSpPr>
          <p:cNvPr id="95" name="CasellaDiTesto 94">
            <a:extLst>
              <a:ext uri="{FF2B5EF4-FFF2-40B4-BE49-F238E27FC236}">
                <a16:creationId xmlns:a16="http://schemas.microsoft.com/office/drawing/2014/main" id="{961895FB-AA10-5A8A-DA7F-9C2BC1CB1BE0}"/>
              </a:ext>
            </a:extLst>
          </p:cNvPr>
          <p:cNvSpPr txBox="1"/>
          <p:nvPr/>
        </p:nvSpPr>
        <p:spPr>
          <a:xfrm>
            <a:off x="3377606" y="3224060"/>
            <a:ext cx="390706" cy="261610"/>
          </a:xfrm>
          <a:prstGeom prst="rect">
            <a:avLst/>
          </a:prstGeom>
          <a:noFill/>
        </p:spPr>
        <p:txBody>
          <a:bodyPr wrap="square" rtlCol="0">
            <a:spAutoFit/>
          </a:bodyPr>
          <a:lstStyle/>
          <a:p>
            <a:r>
              <a:rPr lang="it-IT" sz="1100" dirty="0"/>
              <a:t>has</a:t>
            </a:r>
          </a:p>
        </p:txBody>
      </p:sp>
      <p:sp>
        <p:nvSpPr>
          <p:cNvPr id="96" name="CasellaDiTesto 95">
            <a:extLst>
              <a:ext uri="{FF2B5EF4-FFF2-40B4-BE49-F238E27FC236}">
                <a16:creationId xmlns:a16="http://schemas.microsoft.com/office/drawing/2014/main" id="{A0F75A08-1609-5DFF-018A-1BF6391B1349}"/>
              </a:ext>
            </a:extLst>
          </p:cNvPr>
          <p:cNvSpPr txBox="1"/>
          <p:nvPr/>
        </p:nvSpPr>
        <p:spPr>
          <a:xfrm>
            <a:off x="2076634" y="1950773"/>
            <a:ext cx="390706" cy="261610"/>
          </a:xfrm>
          <a:prstGeom prst="rect">
            <a:avLst/>
          </a:prstGeom>
          <a:noFill/>
        </p:spPr>
        <p:txBody>
          <a:bodyPr wrap="square" rtlCol="0">
            <a:spAutoFit/>
          </a:bodyPr>
          <a:lstStyle/>
          <a:p>
            <a:r>
              <a:rPr lang="it-IT" sz="1100" dirty="0"/>
              <a:t>has</a:t>
            </a:r>
          </a:p>
        </p:txBody>
      </p:sp>
      <p:sp>
        <p:nvSpPr>
          <p:cNvPr id="97" name="CasellaDiTesto 96">
            <a:extLst>
              <a:ext uri="{FF2B5EF4-FFF2-40B4-BE49-F238E27FC236}">
                <a16:creationId xmlns:a16="http://schemas.microsoft.com/office/drawing/2014/main" id="{9CC7AA2A-44A7-2B8B-EE70-3C025B1DAD09}"/>
              </a:ext>
            </a:extLst>
          </p:cNvPr>
          <p:cNvSpPr txBox="1"/>
          <p:nvPr/>
        </p:nvSpPr>
        <p:spPr>
          <a:xfrm>
            <a:off x="7136587" y="3538594"/>
            <a:ext cx="528831" cy="261610"/>
          </a:xfrm>
          <a:prstGeom prst="rect">
            <a:avLst/>
          </a:prstGeom>
          <a:noFill/>
        </p:spPr>
        <p:txBody>
          <a:bodyPr wrap="square" rtlCol="0">
            <a:spAutoFit/>
          </a:bodyPr>
          <a:lstStyle/>
          <a:p>
            <a:r>
              <a:rPr lang="it-IT" sz="1100" dirty="0"/>
              <a:t>Price</a:t>
            </a:r>
          </a:p>
        </p:txBody>
      </p:sp>
      <p:sp>
        <p:nvSpPr>
          <p:cNvPr id="114" name="Rombo 113">
            <a:extLst>
              <a:ext uri="{FF2B5EF4-FFF2-40B4-BE49-F238E27FC236}">
                <a16:creationId xmlns:a16="http://schemas.microsoft.com/office/drawing/2014/main" id="{BE9F82DE-68E7-EDA9-3510-BF5DE29883E6}"/>
              </a:ext>
            </a:extLst>
          </p:cNvPr>
          <p:cNvSpPr/>
          <p:nvPr/>
        </p:nvSpPr>
        <p:spPr>
          <a:xfrm>
            <a:off x="3319739" y="3478620"/>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138" name="Connettore diritto 137">
            <a:extLst>
              <a:ext uri="{FF2B5EF4-FFF2-40B4-BE49-F238E27FC236}">
                <a16:creationId xmlns:a16="http://schemas.microsoft.com/office/drawing/2014/main" id="{EE3092A1-5A93-35EF-EC30-2140B95BB876}"/>
              </a:ext>
            </a:extLst>
          </p:cNvPr>
          <p:cNvCxnSpPr>
            <a:cxnSpLocks/>
          </p:cNvCxnSpPr>
          <p:nvPr/>
        </p:nvCxnSpPr>
        <p:spPr>
          <a:xfrm>
            <a:off x="5992487" y="2687519"/>
            <a:ext cx="0" cy="979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ttore diritto 142">
            <a:extLst>
              <a:ext uri="{FF2B5EF4-FFF2-40B4-BE49-F238E27FC236}">
                <a16:creationId xmlns:a16="http://schemas.microsoft.com/office/drawing/2014/main" id="{7C20467A-9F72-853D-A8D6-DE4CB394914A}"/>
              </a:ext>
            </a:extLst>
          </p:cNvPr>
          <p:cNvCxnSpPr>
            <a:cxnSpLocks/>
            <a:endCxn id="114" idx="3"/>
          </p:cNvCxnSpPr>
          <p:nvPr/>
        </p:nvCxnSpPr>
        <p:spPr>
          <a:xfrm flipH="1" flipV="1">
            <a:off x="3768312" y="3678675"/>
            <a:ext cx="2224175" cy="7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ttore diritto 145">
            <a:extLst>
              <a:ext uri="{FF2B5EF4-FFF2-40B4-BE49-F238E27FC236}">
                <a16:creationId xmlns:a16="http://schemas.microsoft.com/office/drawing/2014/main" id="{F66D6C58-DED7-9BDA-DADD-E2D543B4E576}"/>
              </a:ext>
            </a:extLst>
          </p:cNvPr>
          <p:cNvCxnSpPr>
            <a:stCxn id="114" idx="1"/>
          </p:cNvCxnSpPr>
          <p:nvPr/>
        </p:nvCxnSpPr>
        <p:spPr>
          <a:xfrm flipH="1" flipV="1">
            <a:off x="929500" y="3667237"/>
            <a:ext cx="2390239" cy="1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Connettore diritto 147">
            <a:extLst>
              <a:ext uri="{FF2B5EF4-FFF2-40B4-BE49-F238E27FC236}">
                <a16:creationId xmlns:a16="http://schemas.microsoft.com/office/drawing/2014/main" id="{C84E5F1A-3A2B-3442-1A37-A5ED87CA9747}"/>
              </a:ext>
            </a:extLst>
          </p:cNvPr>
          <p:cNvCxnSpPr>
            <a:cxnSpLocks/>
            <a:endCxn id="69" idx="2"/>
          </p:cNvCxnSpPr>
          <p:nvPr/>
        </p:nvCxnSpPr>
        <p:spPr>
          <a:xfrm flipV="1">
            <a:off x="929500" y="2682814"/>
            <a:ext cx="0" cy="9958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ttore diritto 37">
            <a:extLst>
              <a:ext uri="{FF2B5EF4-FFF2-40B4-BE49-F238E27FC236}">
                <a16:creationId xmlns:a16="http://schemas.microsoft.com/office/drawing/2014/main" id="{C1207B21-1C6F-571C-8C8C-BB50D1F3CE0C}"/>
              </a:ext>
            </a:extLst>
          </p:cNvPr>
          <p:cNvCxnSpPr>
            <a:cxnSpLocks/>
          </p:cNvCxnSpPr>
          <p:nvPr/>
        </p:nvCxnSpPr>
        <p:spPr>
          <a:xfrm flipV="1">
            <a:off x="10415532" y="1833734"/>
            <a:ext cx="0" cy="317552"/>
          </a:xfrm>
          <a:prstGeom prst="line">
            <a:avLst/>
          </a:prstGeom>
        </p:spPr>
        <p:style>
          <a:lnRef idx="1">
            <a:schemeClr val="accent1"/>
          </a:lnRef>
          <a:fillRef idx="0">
            <a:schemeClr val="accent1"/>
          </a:fillRef>
          <a:effectRef idx="0">
            <a:schemeClr val="accent1"/>
          </a:effectRef>
          <a:fontRef idx="minor">
            <a:schemeClr val="tx1"/>
          </a:fontRef>
        </p:style>
      </p:cxnSp>
      <p:sp>
        <p:nvSpPr>
          <p:cNvPr id="41" name="Ovale 40">
            <a:extLst>
              <a:ext uri="{FF2B5EF4-FFF2-40B4-BE49-F238E27FC236}">
                <a16:creationId xmlns:a16="http://schemas.microsoft.com/office/drawing/2014/main" id="{618D42C5-67AC-9A81-7F24-84FD410C45D2}"/>
              </a:ext>
            </a:extLst>
          </p:cNvPr>
          <p:cNvSpPr/>
          <p:nvPr/>
        </p:nvSpPr>
        <p:spPr>
          <a:xfrm>
            <a:off x="10361665" y="1779147"/>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59" name="Connettore diritto 58">
            <a:extLst>
              <a:ext uri="{FF2B5EF4-FFF2-40B4-BE49-F238E27FC236}">
                <a16:creationId xmlns:a16="http://schemas.microsoft.com/office/drawing/2014/main" id="{29E42D3C-9464-74B7-471B-ADF0D6118686}"/>
              </a:ext>
            </a:extLst>
          </p:cNvPr>
          <p:cNvCxnSpPr>
            <a:cxnSpLocks/>
          </p:cNvCxnSpPr>
          <p:nvPr/>
        </p:nvCxnSpPr>
        <p:spPr>
          <a:xfrm flipV="1">
            <a:off x="9843312" y="1894831"/>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60" name="Ovale 59">
            <a:extLst>
              <a:ext uri="{FF2B5EF4-FFF2-40B4-BE49-F238E27FC236}">
                <a16:creationId xmlns:a16="http://schemas.microsoft.com/office/drawing/2014/main" id="{7286C774-0FD7-75CC-C113-E3066A437D99}"/>
              </a:ext>
            </a:extLst>
          </p:cNvPr>
          <p:cNvSpPr/>
          <p:nvPr/>
        </p:nvSpPr>
        <p:spPr>
          <a:xfrm>
            <a:off x="9789445" y="1779147"/>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62" name="CasellaDiTesto 61">
            <a:extLst>
              <a:ext uri="{FF2B5EF4-FFF2-40B4-BE49-F238E27FC236}">
                <a16:creationId xmlns:a16="http://schemas.microsoft.com/office/drawing/2014/main" id="{23ABDE9B-DEA2-F9C3-F1BD-DC883402A052}"/>
              </a:ext>
            </a:extLst>
          </p:cNvPr>
          <p:cNvSpPr txBox="1"/>
          <p:nvPr/>
        </p:nvSpPr>
        <p:spPr>
          <a:xfrm>
            <a:off x="9481005" y="1577124"/>
            <a:ext cx="749923" cy="246221"/>
          </a:xfrm>
          <a:prstGeom prst="rect">
            <a:avLst/>
          </a:prstGeom>
          <a:noFill/>
        </p:spPr>
        <p:txBody>
          <a:bodyPr wrap="square" rtlCol="0">
            <a:spAutoFit/>
          </a:bodyPr>
          <a:lstStyle/>
          <a:p>
            <a:r>
              <a:rPr lang="it-IT" sz="1000" dirty="0"/>
              <a:t>Username</a:t>
            </a:r>
          </a:p>
        </p:txBody>
      </p:sp>
      <p:cxnSp>
        <p:nvCxnSpPr>
          <p:cNvPr id="64" name="Connettore diritto 63">
            <a:extLst>
              <a:ext uri="{FF2B5EF4-FFF2-40B4-BE49-F238E27FC236}">
                <a16:creationId xmlns:a16="http://schemas.microsoft.com/office/drawing/2014/main" id="{B4F9D79B-3641-D41F-F07A-583F7882F141}"/>
              </a:ext>
            </a:extLst>
          </p:cNvPr>
          <p:cNvCxnSpPr>
            <a:cxnSpLocks/>
          </p:cNvCxnSpPr>
          <p:nvPr/>
        </p:nvCxnSpPr>
        <p:spPr>
          <a:xfrm>
            <a:off x="7094162" y="4928049"/>
            <a:ext cx="3213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15FDD5F7-C172-EAF3-6D28-30009F92CA67}"/>
              </a:ext>
            </a:extLst>
          </p:cNvPr>
          <p:cNvCxnSpPr>
            <a:cxnSpLocks/>
          </p:cNvCxnSpPr>
          <p:nvPr/>
        </p:nvCxnSpPr>
        <p:spPr>
          <a:xfrm>
            <a:off x="7088740" y="5134337"/>
            <a:ext cx="321338" cy="0"/>
          </a:xfrm>
          <a:prstGeom prst="line">
            <a:avLst/>
          </a:prstGeom>
        </p:spPr>
        <p:style>
          <a:lnRef idx="1">
            <a:schemeClr val="accent1"/>
          </a:lnRef>
          <a:fillRef idx="0">
            <a:schemeClr val="accent1"/>
          </a:fillRef>
          <a:effectRef idx="0">
            <a:schemeClr val="accent1"/>
          </a:effectRef>
          <a:fontRef idx="minor">
            <a:schemeClr val="tx1"/>
          </a:fontRef>
        </p:style>
      </p:cxnSp>
      <p:sp>
        <p:nvSpPr>
          <p:cNvPr id="68" name="Ovale 67">
            <a:extLst>
              <a:ext uri="{FF2B5EF4-FFF2-40B4-BE49-F238E27FC236}">
                <a16:creationId xmlns:a16="http://schemas.microsoft.com/office/drawing/2014/main" id="{15CD7BCC-AF05-F09E-A249-039CE5ACF5BD}"/>
              </a:ext>
            </a:extLst>
          </p:cNvPr>
          <p:cNvSpPr/>
          <p:nvPr/>
        </p:nvSpPr>
        <p:spPr>
          <a:xfrm>
            <a:off x="7413577" y="4858302"/>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70" name="Ovale 69">
            <a:extLst>
              <a:ext uri="{FF2B5EF4-FFF2-40B4-BE49-F238E27FC236}">
                <a16:creationId xmlns:a16="http://schemas.microsoft.com/office/drawing/2014/main" id="{F191BA04-6111-36DB-2457-82323C6848A2}"/>
              </a:ext>
            </a:extLst>
          </p:cNvPr>
          <p:cNvSpPr/>
          <p:nvPr/>
        </p:nvSpPr>
        <p:spPr>
          <a:xfrm>
            <a:off x="7413577" y="5091433"/>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71" name="CasellaDiTesto 70">
            <a:extLst>
              <a:ext uri="{FF2B5EF4-FFF2-40B4-BE49-F238E27FC236}">
                <a16:creationId xmlns:a16="http://schemas.microsoft.com/office/drawing/2014/main" id="{E143DDC0-1DF5-8D5F-CBD7-10BF1AECA746}"/>
              </a:ext>
            </a:extLst>
          </p:cNvPr>
          <p:cNvSpPr txBox="1"/>
          <p:nvPr/>
        </p:nvSpPr>
        <p:spPr>
          <a:xfrm>
            <a:off x="7524809" y="5029494"/>
            <a:ext cx="1423358" cy="246221"/>
          </a:xfrm>
          <a:prstGeom prst="rect">
            <a:avLst/>
          </a:prstGeom>
          <a:noFill/>
        </p:spPr>
        <p:txBody>
          <a:bodyPr wrap="square" rtlCol="0">
            <a:spAutoFit/>
          </a:bodyPr>
          <a:lstStyle/>
          <a:p>
            <a:r>
              <a:rPr lang="it-IT" sz="1000" dirty="0"/>
              <a:t>Password</a:t>
            </a:r>
          </a:p>
        </p:txBody>
      </p:sp>
      <p:cxnSp>
        <p:nvCxnSpPr>
          <p:cNvPr id="72" name="Connettore diritto 71">
            <a:extLst>
              <a:ext uri="{FF2B5EF4-FFF2-40B4-BE49-F238E27FC236}">
                <a16:creationId xmlns:a16="http://schemas.microsoft.com/office/drawing/2014/main" id="{62733AA4-84AB-5044-41AB-66A3F08BA1CD}"/>
              </a:ext>
            </a:extLst>
          </p:cNvPr>
          <p:cNvCxnSpPr>
            <a:cxnSpLocks/>
          </p:cNvCxnSpPr>
          <p:nvPr/>
        </p:nvCxnSpPr>
        <p:spPr>
          <a:xfrm>
            <a:off x="6727461" y="3676912"/>
            <a:ext cx="321338" cy="0"/>
          </a:xfrm>
          <a:prstGeom prst="line">
            <a:avLst/>
          </a:prstGeom>
        </p:spPr>
        <p:style>
          <a:lnRef idx="1">
            <a:schemeClr val="accent1"/>
          </a:lnRef>
          <a:fillRef idx="0">
            <a:schemeClr val="accent1"/>
          </a:fillRef>
          <a:effectRef idx="0">
            <a:schemeClr val="accent1"/>
          </a:effectRef>
          <a:fontRef idx="minor">
            <a:schemeClr val="tx1"/>
          </a:fontRef>
        </p:style>
      </p:cxnSp>
      <p:sp>
        <p:nvSpPr>
          <p:cNvPr id="73" name="Ovale 72">
            <a:extLst>
              <a:ext uri="{FF2B5EF4-FFF2-40B4-BE49-F238E27FC236}">
                <a16:creationId xmlns:a16="http://schemas.microsoft.com/office/drawing/2014/main" id="{FD822C31-654F-CF77-9358-E396ABA297DB}"/>
              </a:ext>
            </a:extLst>
          </p:cNvPr>
          <p:cNvSpPr/>
          <p:nvPr/>
        </p:nvSpPr>
        <p:spPr>
          <a:xfrm>
            <a:off x="7051494" y="3622325"/>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74" name="Connettore diritto 73">
            <a:extLst>
              <a:ext uri="{FF2B5EF4-FFF2-40B4-BE49-F238E27FC236}">
                <a16:creationId xmlns:a16="http://schemas.microsoft.com/office/drawing/2014/main" id="{9365CBD8-86B2-6026-344F-630B33D66AAC}"/>
              </a:ext>
            </a:extLst>
          </p:cNvPr>
          <p:cNvCxnSpPr>
            <a:cxnSpLocks/>
          </p:cNvCxnSpPr>
          <p:nvPr/>
        </p:nvCxnSpPr>
        <p:spPr>
          <a:xfrm flipV="1">
            <a:off x="6979850" y="2668830"/>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Connettore diritto 74">
            <a:extLst>
              <a:ext uri="{FF2B5EF4-FFF2-40B4-BE49-F238E27FC236}">
                <a16:creationId xmlns:a16="http://schemas.microsoft.com/office/drawing/2014/main" id="{0D9F0D30-42C5-40B5-5130-99F5492C23BD}"/>
              </a:ext>
            </a:extLst>
          </p:cNvPr>
          <p:cNvCxnSpPr>
            <a:cxnSpLocks/>
          </p:cNvCxnSpPr>
          <p:nvPr/>
        </p:nvCxnSpPr>
        <p:spPr>
          <a:xfrm flipV="1">
            <a:off x="6758954" y="1894831"/>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77" name="Ovale 76">
            <a:extLst>
              <a:ext uri="{FF2B5EF4-FFF2-40B4-BE49-F238E27FC236}">
                <a16:creationId xmlns:a16="http://schemas.microsoft.com/office/drawing/2014/main" id="{A2F5BEAD-BA6F-B65B-0A3C-5D6DDEA8243A}"/>
              </a:ext>
            </a:extLst>
          </p:cNvPr>
          <p:cNvSpPr/>
          <p:nvPr/>
        </p:nvSpPr>
        <p:spPr>
          <a:xfrm>
            <a:off x="6923442" y="2892613"/>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83" name="Ovale 82">
            <a:extLst>
              <a:ext uri="{FF2B5EF4-FFF2-40B4-BE49-F238E27FC236}">
                <a16:creationId xmlns:a16="http://schemas.microsoft.com/office/drawing/2014/main" id="{12FF5078-32CE-9290-C20C-9AF7B6E86F31}"/>
              </a:ext>
            </a:extLst>
          </p:cNvPr>
          <p:cNvSpPr/>
          <p:nvPr/>
        </p:nvSpPr>
        <p:spPr>
          <a:xfrm>
            <a:off x="4012394" y="1774880"/>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86" name="Connettore diritto 85">
            <a:extLst>
              <a:ext uri="{FF2B5EF4-FFF2-40B4-BE49-F238E27FC236}">
                <a16:creationId xmlns:a16="http://schemas.microsoft.com/office/drawing/2014/main" id="{EB837CBD-F44A-FA52-1AA3-333EA90666C7}"/>
              </a:ext>
            </a:extLst>
          </p:cNvPr>
          <p:cNvCxnSpPr>
            <a:cxnSpLocks/>
          </p:cNvCxnSpPr>
          <p:nvPr/>
        </p:nvCxnSpPr>
        <p:spPr>
          <a:xfrm flipV="1">
            <a:off x="3319739" y="1878752"/>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Connettore diritto 86">
            <a:extLst>
              <a:ext uri="{FF2B5EF4-FFF2-40B4-BE49-F238E27FC236}">
                <a16:creationId xmlns:a16="http://schemas.microsoft.com/office/drawing/2014/main" id="{2ACBCF71-6DF3-8C48-820A-FDF968434032}"/>
              </a:ext>
            </a:extLst>
          </p:cNvPr>
          <p:cNvCxnSpPr>
            <a:cxnSpLocks/>
          </p:cNvCxnSpPr>
          <p:nvPr/>
        </p:nvCxnSpPr>
        <p:spPr>
          <a:xfrm flipV="1">
            <a:off x="3667230" y="1884053"/>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Connettore diritto 88">
            <a:extLst>
              <a:ext uri="{FF2B5EF4-FFF2-40B4-BE49-F238E27FC236}">
                <a16:creationId xmlns:a16="http://schemas.microsoft.com/office/drawing/2014/main" id="{02071C13-130D-2D1A-0C13-4BC352811B60}"/>
              </a:ext>
            </a:extLst>
          </p:cNvPr>
          <p:cNvCxnSpPr>
            <a:cxnSpLocks/>
          </p:cNvCxnSpPr>
          <p:nvPr/>
        </p:nvCxnSpPr>
        <p:spPr>
          <a:xfrm flipV="1">
            <a:off x="4070389" y="1884053"/>
            <a:ext cx="3129" cy="259886"/>
          </a:xfrm>
          <a:prstGeom prst="line">
            <a:avLst/>
          </a:prstGeom>
        </p:spPr>
        <p:style>
          <a:lnRef idx="1">
            <a:schemeClr val="accent1"/>
          </a:lnRef>
          <a:fillRef idx="0">
            <a:schemeClr val="accent1"/>
          </a:fillRef>
          <a:effectRef idx="0">
            <a:schemeClr val="accent1"/>
          </a:effectRef>
          <a:fontRef idx="minor">
            <a:schemeClr val="tx1"/>
          </a:fontRef>
        </p:style>
      </p:cxnSp>
      <p:sp>
        <p:nvSpPr>
          <p:cNvPr id="90" name="Ovale 89">
            <a:extLst>
              <a:ext uri="{FF2B5EF4-FFF2-40B4-BE49-F238E27FC236}">
                <a16:creationId xmlns:a16="http://schemas.microsoft.com/office/drawing/2014/main" id="{D5D1106A-4115-E560-D8B7-B6FAB173F474}"/>
              </a:ext>
            </a:extLst>
          </p:cNvPr>
          <p:cNvSpPr/>
          <p:nvPr/>
        </p:nvSpPr>
        <p:spPr>
          <a:xfrm>
            <a:off x="3266871" y="1774880"/>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91" name="Ovale 90">
            <a:extLst>
              <a:ext uri="{FF2B5EF4-FFF2-40B4-BE49-F238E27FC236}">
                <a16:creationId xmlns:a16="http://schemas.microsoft.com/office/drawing/2014/main" id="{45C6A9D7-8B49-DE8A-BD1F-75D0E95C3618}"/>
              </a:ext>
            </a:extLst>
          </p:cNvPr>
          <p:cNvSpPr/>
          <p:nvPr/>
        </p:nvSpPr>
        <p:spPr>
          <a:xfrm>
            <a:off x="3610762" y="1775926"/>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92" name="CasellaDiTesto 91">
            <a:extLst>
              <a:ext uri="{FF2B5EF4-FFF2-40B4-BE49-F238E27FC236}">
                <a16:creationId xmlns:a16="http://schemas.microsoft.com/office/drawing/2014/main" id="{49DAB6C5-27C2-142C-66AC-B712D2304A95}"/>
              </a:ext>
            </a:extLst>
          </p:cNvPr>
          <p:cNvSpPr txBox="1"/>
          <p:nvPr/>
        </p:nvSpPr>
        <p:spPr>
          <a:xfrm>
            <a:off x="3449517" y="1545942"/>
            <a:ext cx="522898" cy="246221"/>
          </a:xfrm>
          <a:prstGeom prst="rect">
            <a:avLst/>
          </a:prstGeom>
          <a:noFill/>
        </p:spPr>
        <p:txBody>
          <a:bodyPr wrap="square" rtlCol="0">
            <a:spAutoFit/>
          </a:bodyPr>
          <a:lstStyle/>
          <a:p>
            <a:r>
              <a:rPr lang="it-IT" sz="1000" dirty="0"/>
              <a:t>Name</a:t>
            </a:r>
          </a:p>
        </p:txBody>
      </p:sp>
      <p:sp>
        <p:nvSpPr>
          <p:cNvPr id="93" name="CasellaDiTesto 92">
            <a:extLst>
              <a:ext uri="{FF2B5EF4-FFF2-40B4-BE49-F238E27FC236}">
                <a16:creationId xmlns:a16="http://schemas.microsoft.com/office/drawing/2014/main" id="{5E94DFC5-613E-0416-3A26-6FE7501845C8}"/>
              </a:ext>
            </a:extLst>
          </p:cNvPr>
          <p:cNvSpPr txBox="1"/>
          <p:nvPr/>
        </p:nvSpPr>
        <p:spPr>
          <a:xfrm>
            <a:off x="3810929" y="1553278"/>
            <a:ext cx="645461" cy="246221"/>
          </a:xfrm>
          <a:prstGeom prst="rect">
            <a:avLst/>
          </a:prstGeom>
          <a:noFill/>
        </p:spPr>
        <p:txBody>
          <a:bodyPr wrap="square" rtlCol="0">
            <a:spAutoFit/>
          </a:bodyPr>
          <a:lstStyle/>
          <a:p>
            <a:r>
              <a:rPr lang="it-IT" sz="1000" dirty="0"/>
              <a:t>ImgPath</a:t>
            </a:r>
          </a:p>
        </p:txBody>
      </p:sp>
      <p:cxnSp>
        <p:nvCxnSpPr>
          <p:cNvPr id="100" name="Connettore diritto 99">
            <a:extLst>
              <a:ext uri="{FF2B5EF4-FFF2-40B4-BE49-F238E27FC236}">
                <a16:creationId xmlns:a16="http://schemas.microsoft.com/office/drawing/2014/main" id="{A3985835-0934-5DF9-1390-BA19CC4F9304}"/>
              </a:ext>
            </a:extLst>
          </p:cNvPr>
          <p:cNvCxnSpPr>
            <a:cxnSpLocks/>
          </p:cNvCxnSpPr>
          <p:nvPr/>
        </p:nvCxnSpPr>
        <p:spPr>
          <a:xfrm flipV="1">
            <a:off x="625422" y="1871406"/>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Connettore diritto 100">
            <a:extLst>
              <a:ext uri="{FF2B5EF4-FFF2-40B4-BE49-F238E27FC236}">
                <a16:creationId xmlns:a16="http://schemas.microsoft.com/office/drawing/2014/main" id="{9A218FB2-4C69-A73C-7045-8ACF0F6116FD}"/>
              </a:ext>
            </a:extLst>
          </p:cNvPr>
          <p:cNvCxnSpPr>
            <a:cxnSpLocks/>
          </p:cNvCxnSpPr>
          <p:nvPr/>
        </p:nvCxnSpPr>
        <p:spPr>
          <a:xfrm flipV="1">
            <a:off x="1235022" y="1891992"/>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102" name="Ovale 101">
            <a:extLst>
              <a:ext uri="{FF2B5EF4-FFF2-40B4-BE49-F238E27FC236}">
                <a16:creationId xmlns:a16="http://schemas.microsoft.com/office/drawing/2014/main" id="{AC0AC7C7-77E3-5960-AB86-C876CF6B1AF1}"/>
              </a:ext>
            </a:extLst>
          </p:cNvPr>
          <p:cNvSpPr/>
          <p:nvPr/>
        </p:nvSpPr>
        <p:spPr>
          <a:xfrm>
            <a:off x="571534" y="1774880"/>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3" name="Ovale 102">
            <a:extLst>
              <a:ext uri="{FF2B5EF4-FFF2-40B4-BE49-F238E27FC236}">
                <a16:creationId xmlns:a16="http://schemas.microsoft.com/office/drawing/2014/main" id="{9E1F22C7-DE97-A60A-4B61-9099C9FB49A7}"/>
              </a:ext>
            </a:extLst>
          </p:cNvPr>
          <p:cNvSpPr/>
          <p:nvPr/>
        </p:nvSpPr>
        <p:spPr>
          <a:xfrm>
            <a:off x="1181155" y="1779147"/>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4" name="CasellaDiTesto 103">
            <a:extLst>
              <a:ext uri="{FF2B5EF4-FFF2-40B4-BE49-F238E27FC236}">
                <a16:creationId xmlns:a16="http://schemas.microsoft.com/office/drawing/2014/main" id="{BC85E8D1-498E-DE62-209A-91EB3275C123}"/>
              </a:ext>
            </a:extLst>
          </p:cNvPr>
          <p:cNvSpPr txBox="1"/>
          <p:nvPr/>
        </p:nvSpPr>
        <p:spPr>
          <a:xfrm>
            <a:off x="1010875" y="1564577"/>
            <a:ext cx="522898" cy="246221"/>
          </a:xfrm>
          <a:prstGeom prst="rect">
            <a:avLst/>
          </a:prstGeom>
          <a:noFill/>
        </p:spPr>
        <p:txBody>
          <a:bodyPr wrap="square" rtlCol="0">
            <a:spAutoFit/>
          </a:bodyPr>
          <a:lstStyle/>
          <a:p>
            <a:r>
              <a:rPr lang="it-IT" sz="1000" dirty="0"/>
              <a:t>Type</a:t>
            </a:r>
          </a:p>
        </p:txBody>
      </p:sp>
      <p:sp>
        <p:nvSpPr>
          <p:cNvPr id="105" name="CasellaDiTesto 104">
            <a:extLst>
              <a:ext uri="{FF2B5EF4-FFF2-40B4-BE49-F238E27FC236}">
                <a16:creationId xmlns:a16="http://schemas.microsoft.com/office/drawing/2014/main" id="{EE68160F-9269-7802-EEED-A2848D870535}"/>
              </a:ext>
            </a:extLst>
          </p:cNvPr>
          <p:cNvSpPr txBox="1"/>
          <p:nvPr/>
        </p:nvSpPr>
        <p:spPr>
          <a:xfrm>
            <a:off x="380391" y="1573876"/>
            <a:ext cx="522898" cy="246221"/>
          </a:xfrm>
          <a:prstGeom prst="rect">
            <a:avLst/>
          </a:prstGeom>
          <a:noFill/>
        </p:spPr>
        <p:txBody>
          <a:bodyPr wrap="square" rtlCol="0">
            <a:spAutoFit/>
          </a:bodyPr>
          <a:lstStyle/>
          <a:p>
            <a:r>
              <a:rPr lang="it-IT" sz="1000" dirty="0"/>
              <a:t>Name</a:t>
            </a:r>
          </a:p>
        </p:txBody>
      </p:sp>
      <p:cxnSp>
        <p:nvCxnSpPr>
          <p:cNvPr id="106" name="Connettore diritto 105">
            <a:extLst>
              <a:ext uri="{FF2B5EF4-FFF2-40B4-BE49-F238E27FC236}">
                <a16:creationId xmlns:a16="http://schemas.microsoft.com/office/drawing/2014/main" id="{47ED7D31-3467-7603-942B-5242F6450ACB}"/>
              </a:ext>
            </a:extLst>
          </p:cNvPr>
          <p:cNvCxnSpPr>
            <a:cxnSpLocks/>
          </p:cNvCxnSpPr>
          <p:nvPr/>
        </p:nvCxnSpPr>
        <p:spPr>
          <a:xfrm flipV="1">
            <a:off x="1296084" y="2682814"/>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107" name="Ovale 106">
            <a:extLst>
              <a:ext uri="{FF2B5EF4-FFF2-40B4-BE49-F238E27FC236}">
                <a16:creationId xmlns:a16="http://schemas.microsoft.com/office/drawing/2014/main" id="{988F4ABA-3676-5476-2FA3-6F3298711BA5}"/>
              </a:ext>
            </a:extLst>
          </p:cNvPr>
          <p:cNvSpPr/>
          <p:nvPr/>
        </p:nvSpPr>
        <p:spPr>
          <a:xfrm>
            <a:off x="1242217" y="2947679"/>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9" name="CasellaDiTesto 108">
            <a:extLst>
              <a:ext uri="{FF2B5EF4-FFF2-40B4-BE49-F238E27FC236}">
                <a16:creationId xmlns:a16="http://schemas.microsoft.com/office/drawing/2014/main" id="{98CAC163-4B34-13FF-4A7D-BAA44826AB8B}"/>
              </a:ext>
            </a:extLst>
          </p:cNvPr>
          <p:cNvSpPr txBox="1"/>
          <p:nvPr/>
        </p:nvSpPr>
        <p:spPr>
          <a:xfrm>
            <a:off x="1049773" y="3019320"/>
            <a:ext cx="522898" cy="246221"/>
          </a:xfrm>
          <a:prstGeom prst="rect">
            <a:avLst/>
          </a:prstGeom>
          <a:noFill/>
        </p:spPr>
        <p:txBody>
          <a:bodyPr wrap="square" rtlCol="0">
            <a:spAutoFit/>
          </a:bodyPr>
          <a:lstStyle/>
          <a:p>
            <a:r>
              <a:rPr lang="it-IT" sz="1000" dirty="0"/>
              <a:t>Code</a:t>
            </a:r>
          </a:p>
        </p:txBody>
      </p:sp>
      <p:cxnSp>
        <p:nvCxnSpPr>
          <p:cNvPr id="110" name="Connettore diritto 109">
            <a:extLst>
              <a:ext uri="{FF2B5EF4-FFF2-40B4-BE49-F238E27FC236}">
                <a16:creationId xmlns:a16="http://schemas.microsoft.com/office/drawing/2014/main" id="{1F765B42-C682-78CF-C6B1-83FFDE436106}"/>
              </a:ext>
            </a:extLst>
          </p:cNvPr>
          <p:cNvCxnSpPr>
            <a:cxnSpLocks/>
          </p:cNvCxnSpPr>
          <p:nvPr/>
        </p:nvCxnSpPr>
        <p:spPr>
          <a:xfrm flipV="1">
            <a:off x="1706600" y="2337758"/>
            <a:ext cx="0" cy="481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ttore diritto 111">
            <a:extLst>
              <a:ext uri="{FF2B5EF4-FFF2-40B4-BE49-F238E27FC236}">
                <a16:creationId xmlns:a16="http://schemas.microsoft.com/office/drawing/2014/main" id="{40903B54-E296-E743-A5FA-D75AB1B0AD76}"/>
              </a:ext>
            </a:extLst>
          </p:cNvPr>
          <p:cNvCxnSpPr>
            <a:cxnSpLocks/>
          </p:cNvCxnSpPr>
          <p:nvPr/>
        </p:nvCxnSpPr>
        <p:spPr>
          <a:xfrm>
            <a:off x="1181155" y="2819080"/>
            <a:ext cx="525445" cy="0"/>
          </a:xfrm>
          <a:prstGeom prst="line">
            <a:avLst/>
          </a:prstGeom>
        </p:spPr>
        <p:style>
          <a:lnRef idx="1">
            <a:schemeClr val="accent1"/>
          </a:lnRef>
          <a:fillRef idx="0">
            <a:schemeClr val="accent1"/>
          </a:fillRef>
          <a:effectRef idx="0">
            <a:schemeClr val="accent1"/>
          </a:effectRef>
          <a:fontRef idx="minor">
            <a:schemeClr val="tx1"/>
          </a:fontRef>
        </p:style>
      </p:cxnSp>
      <p:sp>
        <p:nvSpPr>
          <p:cNvPr id="117" name="Ovale 116">
            <a:extLst>
              <a:ext uri="{FF2B5EF4-FFF2-40B4-BE49-F238E27FC236}">
                <a16:creationId xmlns:a16="http://schemas.microsoft.com/office/drawing/2014/main" id="{4193FCBB-84A6-36B1-4DA5-A7A600FA3DE0}"/>
              </a:ext>
            </a:extLst>
          </p:cNvPr>
          <p:cNvSpPr/>
          <p:nvPr/>
        </p:nvSpPr>
        <p:spPr>
          <a:xfrm>
            <a:off x="1096334" y="2763886"/>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18" name="CasellaDiTesto 117">
            <a:extLst>
              <a:ext uri="{FF2B5EF4-FFF2-40B4-BE49-F238E27FC236}">
                <a16:creationId xmlns:a16="http://schemas.microsoft.com/office/drawing/2014/main" id="{92AD730A-CAE3-ABBA-752D-9F7386E66362}"/>
              </a:ext>
            </a:extLst>
          </p:cNvPr>
          <p:cNvSpPr txBox="1"/>
          <p:nvPr/>
        </p:nvSpPr>
        <p:spPr>
          <a:xfrm>
            <a:off x="1478180" y="2157832"/>
            <a:ext cx="448573" cy="261610"/>
          </a:xfrm>
          <a:prstGeom prst="rect">
            <a:avLst/>
          </a:prstGeom>
          <a:noFill/>
        </p:spPr>
        <p:txBody>
          <a:bodyPr wrap="square" rtlCol="0">
            <a:spAutoFit/>
          </a:bodyPr>
          <a:lstStyle/>
          <a:p>
            <a:r>
              <a:rPr lang="it-IT" sz="1100" dirty="0"/>
              <a:t>1:1</a:t>
            </a:r>
          </a:p>
        </p:txBody>
      </p:sp>
      <p:sp>
        <p:nvSpPr>
          <p:cNvPr id="119" name="CasellaDiTesto 118">
            <a:extLst>
              <a:ext uri="{FF2B5EF4-FFF2-40B4-BE49-F238E27FC236}">
                <a16:creationId xmlns:a16="http://schemas.microsoft.com/office/drawing/2014/main" id="{0B460522-1527-3316-3378-471CFBA25FA9}"/>
              </a:ext>
            </a:extLst>
          </p:cNvPr>
          <p:cNvSpPr txBox="1"/>
          <p:nvPr/>
        </p:nvSpPr>
        <p:spPr>
          <a:xfrm>
            <a:off x="2727047" y="2155612"/>
            <a:ext cx="448573" cy="261610"/>
          </a:xfrm>
          <a:prstGeom prst="rect">
            <a:avLst/>
          </a:prstGeom>
          <a:noFill/>
        </p:spPr>
        <p:txBody>
          <a:bodyPr wrap="square" rtlCol="0">
            <a:spAutoFit/>
          </a:bodyPr>
          <a:lstStyle/>
          <a:p>
            <a:r>
              <a:rPr lang="it-IT" sz="1100" dirty="0"/>
              <a:t>1:N</a:t>
            </a:r>
          </a:p>
        </p:txBody>
      </p:sp>
      <p:sp>
        <p:nvSpPr>
          <p:cNvPr id="120" name="CasellaDiTesto 119">
            <a:extLst>
              <a:ext uri="{FF2B5EF4-FFF2-40B4-BE49-F238E27FC236}">
                <a16:creationId xmlns:a16="http://schemas.microsoft.com/office/drawing/2014/main" id="{20CEDDD5-9912-C64F-917B-3880F4AFE682}"/>
              </a:ext>
            </a:extLst>
          </p:cNvPr>
          <p:cNvSpPr txBox="1"/>
          <p:nvPr/>
        </p:nvSpPr>
        <p:spPr>
          <a:xfrm>
            <a:off x="555656" y="2681057"/>
            <a:ext cx="448573" cy="261610"/>
          </a:xfrm>
          <a:prstGeom prst="rect">
            <a:avLst/>
          </a:prstGeom>
          <a:noFill/>
        </p:spPr>
        <p:txBody>
          <a:bodyPr wrap="square" rtlCol="0">
            <a:spAutoFit/>
          </a:bodyPr>
          <a:lstStyle/>
          <a:p>
            <a:r>
              <a:rPr lang="it-IT" sz="1100" dirty="0"/>
              <a:t>0:N</a:t>
            </a:r>
          </a:p>
        </p:txBody>
      </p:sp>
      <p:sp>
        <p:nvSpPr>
          <p:cNvPr id="121" name="CasellaDiTesto 120">
            <a:extLst>
              <a:ext uri="{FF2B5EF4-FFF2-40B4-BE49-F238E27FC236}">
                <a16:creationId xmlns:a16="http://schemas.microsoft.com/office/drawing/2014/main" id="{B7362EE8-007B-BE65-D257-B98C75E2BACA}"/>
              </a:ext>
            </a:extLst>
          </p:cNvPr>
          <p:cNvSpPr txBox="1"/>
          <p:nvPr/>
        </p:nvSpPr>
        <p:spPr>
          <a:xfrm>
            <a:off x="5944035" y="2668830"/>
            <a:ext cx="448573" cy="261610"/>
          </a:xfrm>
          <a:prstGeom prst="rect">
            <a:avLst/>
          </a:prstGeom>
          <a:noFill/>
        </p:spPr>
        <p:txBody>
          <a:bodyPr wrap="square" rtlCol="0">
            <a:spAutoFit/>
          </a:bodyPr>
          <a:lstStyle/>
          <a:p>
            <a:r>
              <a:rPr lang="it-IT" sz="1100" dirty="0"/>
              <a:t>1:N</a:t>
            </a:r>
          </a:p>
        </p:txBody>
      </p:sp>
      <p:sp>
        <p:nvSpPr>
          <p:cNvPr id="122" name="CasellaDiTesto 121">
            <a:extLst>
              <a:ext uri="{FF2B5EF4-FFF2-40B4-BE49-F238E27FC236}">
                <a16:creationId xmlns:a16="http://schemas.microsoft.com/office/drawing/2014/main" id="{4102196C-2298-5DA1-F415-3093A4927DE8}"/>
              </a:ext>
            </a:extLst>
          </p:cNvPr>
          <p:cNvSpPr txBox="1"/>
          <p:nvPr/>
        </p:nvSpPr>
        <p:spPr>
          <a:xfrm>
            <a:off x="6516063" y="1526389"/>
            <a:ext cx="1030222" cy="246221"/>
          </a:xfrm>
          <a:prstGeom prst="rect">
            <a:avLst/>
          </a:prstGeom>
          <a:noFill/>
        </p:spPr>
        <p:txBody>
          <a:bodyPr wrap="square" rtlCol="0">
            <a:spAutoFit/>
          </a:bodyPr>
          <a:lstStyle/>
          <a:p>
            <a:r>
              <a:rPr lang="it-IT" sz="1000" dirty="0"/>
              <a:t>EmployeeCode*</a:t>
            </a:r>
          </a:p>
        </p:txBody>
      </p:sp>
      <p:sp>
        <p:nvSpPr>
          <p:cNvPr id="123" name="Ovale 122">
            <a:extLst>
              <a:ext uri="{FF2B5EF4-FFF2-40B4-BE49-F238E27FC236}">
                <a16:creationId xmlns:a16="http://schemas.microsoft.com/office/drawing/2014/main" id="{C96D16C7-ADB1-30CB-6FAC-450ECB26734B}"/>
              </a:ext>
            </a:extLst>
          </p:cNvPr>
          <p:cNvSpPr/>
          <p:nvPr/>
        </p:nvSpPr>
        <p:spPr>
          <a:xfrm>
            <a:off x="6710445" y="1803555"/>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94" name="CasellaDiTesto 93">
            <a:extLst>
              <a:ext uri="{FF2B5EF4-FFF2-40B4-BE49-F238E27FC236}">
                <a16:creationId xmlns:a16="http://schemas.microsoft.com/office/drawing/2014/main" id="{D142385A-855D-D4EB-04D2-310560C073D2}"/>
              </a:ext>
            </a:extLst>
          </p:cNvPr>
          <p:cNvSpPr txBox="1"/>
          <p:nvPr/>
        </p:nvSpPr>
        <p:spPr>
          <a:xfrm>
            <a:off x="6534734" y="3326508"/>
            <a:ext cx="809578" cy="261610"/>
          </a:xfrm>
          <a:prstGeom prst="rect">
            <a:avLst/>
          </a:prstGeom>
          <a:noFill/>
        </p:spPr>
        <p:txBody>
          <a:bodyPr wrap="square" rtlCol="0">
            <a:spAutoFit/>
          </a:bodyPr>
          <a:lstStyle/>
          <a:p>
            <a:r>
              <a:rPr lang="it-IT" sz="1100" dirty="0"/>
              <a:t>evaluates</a:t>
            </a:r>
          </a:p>
        </p:txBody>
      </p:sp>
      <p:sp>
        <p:nvSpPr>
          <p:cNvPr id="99" name="CasellaDiTesto 98">
            <a:extLst>
              <a:ext uri="{FF2B5EF4-FFF2-40B4-BE49-F238E27FC236}">
                <a16:creationId xmlns:a16="http://schemas.microsoft.com/office/drawing/2014/main" id="{E75A9B06-8D46-FD26-31B2-01BCD069312B}"/>
              </a:ext>
            </a:extLst>
          </p:cNvPr>
          <p:cNvSpPr txBox="1"/>
          <p:nvPr/>
        </p:nvSpPr>
        <p:spPr>
          <a:xfrm>
            <a:off x="4747265" y="2007671"/>
            <a:ext cx="726893" cy="261610"/>
          </a:xfrm>
          <a:prstGeom prst="rect">
            <a:avLst/>
          </a:prstGeom>
          <a:noFill/>
        </p:spPr>
        <p:txBody>
          <a:bodyPr wrap="square" rtlCol="0">
            <a:spAutoFit/>
          </a:bodyPr>
          <a:lstStyle/>
          <a:p>
            <a:r>
              <a:rPr lang="it-IT" sz="1100" dirty="0"/>
              <a:t>associate</a:t>
            </a:r>
          </a:p>
        </p:txBody>
      </p:sp>
      <p:cxnSp>
        <p:nvCxnSpPr>
          <p:cNvPr id="12" name="Connettore diritto 11">
            <a:extLst>
              <a:ext uri="{FF2B5EF4-FFF2-40B4-BE49-F238E27FC236}">
                <a16:creationId xmlns:a16="http://schemas.microsoft.com/office/drawing/2014/main" id="{CCE242CA-1B64-7671-457E-376D1411A2E0}"/>
              </a:ext>
            </a:extLst>
          </p:cNvPr>
          <p:cNvCxnSpPr>
            <a:cxnSpLocks/>
          </p:cNvCxnSpPr>
          <p:nvPr/>
        </p:nvCxnSpPr>
        <p:spPr>
          <a:xfrm>
            <a:off x="6863096" y="2787018"/>
            <a:ext cx="546982" cy="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ttore diritto 18">
            <a:extLst>
              <a:ext uri="{FF2B5EF4-FFF2-40B4-BE49-F238E27FC236}">
                <a16:creationId xmlns:a16="http://schemas.microsoft.com/office/drawing/2014/main" id="{1D14C1E6-AC50-7402-12D9-B581CE61816B}"/>
              </a:ext>
            </a:extLst>
          </p:cNvPr>
          <p:cNvCxnSpPr>
            <a:cxnSpLocks/>
          </p:cNvCxnSpPr>
          <p:nvPr/>
        </p:nvCxnSpPr>
        <p:spPr>
          <a:xfrm flipV="1">
            <a:off x="7410078" y="2286417"/>
            <a:ext cx="0" cy="505967"/>
          </a:xfrm>
          <a:prstGeom prst="line">
            <a:avLst/>
          </a:prstGeom>
        </p:spPr>
        <p:style>
          <a:lnRef idx="1">
            <a:schemeClr val="accent1"/>
          </a:lnRef>
          <a:fillRef idx="0">
            <a:schemeClr val="accent1"/>
          </a:fillRef>
          <a:effectRef idx="0">
            <a:schemeClr val="accent1"/>
          </a:effectRef>
          <a:fontRef idx="minor">
            <a:schemeClr val="tx1"/>
          </a:fontRef>
        </p:style>
      </p:cxnSp>
      <p:sp>
        <p:nvSpPr>
          <p:cNvPr id="108" name="Ovale 107">
            <a:extLst>
              <a:ext uri="{FF2B5EF4-FFF2-40B4-BE49-F238E27FC236}">
                <a16:creationId xmlns:a16="http://schemas.microsoft.com/office/drawing/2014/main" id="{62C6896D-0C2B-913C-7703-CBF3C84C527F}"/>
              </a:ext>
            </a:extLst>
          </p:cNvPr>
          <p:cNvSpPr/>
          <p:nvPr/>
        </p:nvSpPr>
        <p:spPr>
          <a:xfrm>
            <a:off x="6792258" y="2731406"/>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11" name="CasellaDiTesto 110">
            <a:extLst>
              <a:ext uri="{FF2B5EF4-FFF2-40B4-BE49-F238E27FC236}">
                <a16:creationId xmlns:a16="http://schemas.microsoft.com/office/drawing/2014/main" id="{5780969B-0187-E379-E47F-CF1722950D88}"/>
              </a:ext>
            </a:extLst>
          </p:cNvPr>
          <p:cNvSpPr txBox="1"/>
          <p:nvPr/>
        </p:nvSpPr>
        <p:spPr>
          <a:xfrm>
            <a:off x="8073899" y="1967834"/>
            <a:ext cx="454468" cy="261610"/>
          </a:xfrm>
          <a:prstGeom prst="rect">
            <a:avLst/>
          </a:prstGeom>
          <a:noFill/>
        </p:spPr>
        <p:txBody>
          <a:bodyPr wrap="square" rtlCol="0">
            <a:spAutoFit/>
          </a:bodyPr>
          <a:lstStyle/>
          <a:p>
            <a:r>
              <a:rPr lang="it-IT" sz="1100" dirty="0"/>
              <a:t>asks</a:t>
            </a:r>
          </a:p>
        </p:txBody>
      </p:sp>
    </p:spTree>
    <p:extLst>
      <p:ext uri="{BB962C8B-B14F-4D97-AF65-F5344CB8AC3E}">
        <p14:creationId xmlns:p14="http://schemas.microsoft.com/office/powerpoint/2010/main" val="2244780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Local database schema (1/3)</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08610"/>
            <a:ext cx="10515600" cy="5445760"/>
          </a:xfrm>
        </p:spPr>
        <p:txBody>
          <a:bodyPr>
            <a:normAutofit/>
          </a:bodyPr>
          <a:lstStyle/>
          <a:p>
            <a:pPr marL="0" indent="0">
              <a:spcBef>
                <a:spcPts val="360"/>
              </a:spcBef>
              <a:buSzPts val="1800"/>
              <a:buNone/>
            </a:pPr>
            <a:endParaRPr lang="en-US" sz="1600" dirty="0">
              <a:latin typeface="Courier New"/>
              <a:cs typeface="Courier New"/>
            </a:endParaRPr>
          </a:p>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CLIENT</a:t>
            </a:r>
            <a:r>
              <a:rPr lang="en-US" sz="1600" dirty="0">
                <a:latin typeface="Courier New"/>
                <a:cs typeface="Courier New"/>
              </a:rPr>
              <a:t>` (</a:t>
            </a:r>
          </a:p>
          <a:p>
            <a:pPr marL="0" indent="0">
              <a:spcBef>
                <a:spcPts val="360"/>
              </a:spcBef>
              <a:buSzPts val="1800"/>
              <a:buNone/>
            </a:pPr>
            <a:r>
              <a:rPr lang="en-US" sz="1600" dirty="0">
                <a:latin typeface="Courier New"/>
                <a:cs typeface="Courier New"/>
              </a:rPr>
              <a:t>  `Username` varchar(45) NOT NULL,</a:t>
            </a:r>
          </a:p>
          <a:p>
            <a:pPr marL="0" indent="0">
              <a:spcBef>
                <a:spcPts val="360"/>
              </a:spcBef>
              <a:buSzPts val="1800"/>
              <a:buNone/>
            </a:pPr>
            <a:r>
              <a:rPr lang="en-US" sz="1600" dirty="0">
                <a:latin typeface="Courier New"/>
                <a:cs typeface="Courier New"/>
              </a:rPr>
              <a:t>  `Password` varchar(45) NOT NULL,</a:t>
            </a:r>
          </a:p>
          <a:p>
            <a:pPr marL="0" indent="0">
              <a:spcBef>
                <a:spcPts val="360"/>
              </a:spcBef>
              <a:buSzPts val="1800"/>
              <a:buNone/>
            </a:pPr>
            <a:r>
              <a:rPr lang="en-US" sz="1600" dirty="0">
                <a:latin typeface="Courier New"/>
                <a:cs typeface="Courier New"/>
              </a:rPr>
              <a:t>  PRIMARY KEY (`Username`)</a:t>
            </a:r>
          </a:p>
          <a:p>
            <a:pPr marL="0" indent="0">
              <a:spcBef>
                <a:spcPts val="360"/>
              </a:spcBef>
              <a:buSzPts val="1800"/>
              <a:buNone/>
            </a:pPr>
            <a:r>
              <a:rPr lang="en-US" sz="1600" dirty="0">
                <a:latin typeface="Courier New"/>
                <a:cs typeface="Courier New"/>
              </a:rPr>
              <a:t>)</a:t>
            </a:r>
          </a:p>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EMPLOYEE</a:t>
            </a:r>
            <a:r>
              <a:rPr lang="en-US" sz="1600" dirty="0">
                <a:latin typeface="Courier New"/>
                <a:cs typeface="Courier New"/>
              </a:rPr>
              <a:t>` (</a:t>
            </a:r>
          </a:p>
          <a:p>
            <a:pPr marL="0" indent="0">
              <a:spcBef>
                <a:spcPts val="360"/>
              </a:spcBef>
              <a:buSzPts val="1800"/>
              <a:buNone/>
            </a:pPr>
            <a:r>
              <a:rPr lang="en-US" sz="1600" dirty="0">
                <a:latin typeface="Courier New"/>
                <a:cs typeface="Courier New"/>
              </a:rPr>
              <a:t>  `Username` varchar(45) NOT NULL,</a:t>
            </a:r>
          </a:p>
          <a:p>
            <a:pPr marL="0" indent="0">
              <a:spcBef>
                <a:spcPts val="360"/>
              </a:spcBef>
              <a:buSzPts val="1800"/>
              <a:buNone/>
            </a:pPr>
            <a:r>
              <a:rPr lang="en-US" sz="1600" dirty="0">
                <a:latin typeface="Courier New"/>
                <a:cs typeface="Courier New"/>
              </a:rPr>
              <a:t>  `Password` varchar(45) NOT NULL,</a:t>
            </a:r>
          </a:p>
          <a:p>
            <a:pPr marL="0" indent="0">
              <a:spcBef>
                <a:spcPts val="360"/>
              </a:spcBef>
              <a:buSzPts val="1800"/>
              <a:buNone/>
            </a:pPr>
            <a:r>
              <a:rPr lang="en-US" sz="1600" dirty="0">
                <a:latin typeface="Courier New"/>
                <a:cs typeface="Courier New"/>
              </a:rPr>
              <a:t>  PRIMARY KEY (`Username`)</a:t>
            </a:r>
          </a:p>
          <a:p>
            <a:pPr marL="0" indent="0">
              <a:spcBef>
                <a:spcPts val="360"/>
              </a:spcBef>
              <a:buSzPts val="1800"/>
              <a:buNone/>
            </a:pPr>
            <a:r>
              <a:rPr lang="en-US" sz="1600" dirty="0">
                <a:latin typeface="Courier New"/>
                <a:cs typeface="Courier New"/>
              </a:rPr>
              <a:t>)</a:t>
            </a:r>
          </a:p>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PRODUCT</a:t>
            </a:r>
            <a:r>
              <a:rPr lang="en-US" sz="1600" dirty="0">
                <a:latin typeface="Courier New"/>
                <a:cs typeface="Courier New"/>
              </a:rPr>
              <a:t>` (</a:t>
            </a:r>
          </a:p>
          <a:p>
            <a:pPr marL="0" indent="0">
              <a:spcBef>
                <a:spcPts val="360"/>
              </a:spcBef>
              <a:buSzPts val="1800"/>
              <a:buNone/>
            </a:pPr>
            <a:r>
              <a:rPr lang="en-US" sz="1600" dirty="0">
                <a:latin typeface="Courier New"/>
                <a:cs typeface="Courier New"/>
              </a:rPr>
              <a:t>  `Code` varchar(45) NOT NULL,</a:t>
            </a:r>
          </a:p>
          <a:p>
            <a:pPr marL="0" indent="0">
              <a:spcBef>
                <a:spcPts val="360"/>
              </a:spcBef>
              <a:buSzPts val="1800"/>
              <a:buNone/>
            </a:pPr>
            <a:r>
              <a:rPr lang="en-US" sz="1600" dirty="0">
                <a:latin typeface="Courier New"/>
                <a:cs typeface="Courier New"/>
              </a:rPr>
              <a:t>  `Name` varchar(45) NOT NULL,</a:t>
            </a:r>
          </a:p>
          <a:p>
            <a:pPr marL="0" indent="0">
              <a:spcBef>
                <a:spcPts val="360"/>
              </a:spcBef>
              <a:buSzPts val="1800"/>
              <a:buNone/>
            </a:pPr>
            <a:r>
              <a:rPr lang="en-US" sz="1600" dirty="0">
                <a:latin typeface="Courier New"/>
                <a:cs typeface="Courier New"/>
              </a:rPr>
              <a:t>  `ImgPath` varchar(255) NOT NULL,</a:t>
            </a:r>
          </a:p>
          <a:p>
            <a:pPr marL="0" indent="0">
              <a:spcBef>
                <a:spcPts val="360"/>
              </a:spcBef>
              <a:buSzPts val="1800"/>
              <a:buNone/>
            </a:pPr>
            <a:r>
              <a:rPr lang="en-US" sz="1600" dirty="0">
                <a:latin typeface="Courier New"/>
                <a:cs typeface="Courier New"/>
              </a:rPr>
              <a:t>  PRIMARY KEY (`Code`)</a:t>
            </a:r>
          </a:p>
          <a:p>
            <a:pPr marL="0" indent="0">
              <a:spcBef>
                <a:spcPts val="360"/>
              </a:spcBef>
              <a:buSzPts val="1800"/>
              <a:buNone/>
            </a:pPr>
            <a:r>
              <a:rPr lang="en-US" sz="1600" dirty="0">
                <a:latin typeface="Courier New"/>
                <a:cs typeface="Courier New"/>
              </a:rPr>
              <a:t>) </a:t>
            </a:r>
          </a:p>
          <a:p>
            <a:pPr marL="0" indent="0">
              <a:spcBef>
                <a:spcPts val="360"/>
              </a:spcBef>
              <a:buSzPts val="1800"/>
              <a:buNone/>
            </a:pPr>
            <a:endParaRPr lang="en-US" sz="1600" dirty="0">
              <a:latin typeface="Courier New"/>
              <a:cs typeface="Courier New"/>
            </a:endParaRPr>
          </a:p>
          <a:p>
            <a:pPr marL="0" indent="0">
              <a:spcBef>
                <a:spcPts val="360"/>
              </a:spcBef>
              <a:buSzPts val="1800"/>
              <a:buNone/>
            </a:pPr>
            <a:endParaRPr lang="en-US" sz="1600" dirty="0">
              <a:latin typeface="Courier New"/>
              <a:cs typeface="Courier New"/>
            </a:endParaRPr>
          </a:p>
        </p:txBody>
      </p:sp>
    </p:spTree>
    <p:extLst>
      <p:ext uri="{BB962C8B-B14F-4D97-AF65-F5344CB8AC3E}">
        <p14:creationId xmlns:p14="http://schemas.microsoft.com/office/powerpoint/2010/main" val="1275990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Local database schema (2/3)</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lnSpcReduction="10000"/>
          </a:bodyPr>
          <a:lstStyle/>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it-IT" sz="1600" dirty="0">
                <a:latin typeface="Courier New"/>
                <a:cs typeface="Courier New"/>
              </a:rPr>
              <a:t>CREATE TABLE `</a:t>
            </a:r>
            <a:r>
              <a:rPr lang="it-IT" sz="1600" b="1" dirty="0">
                <a:latin typeface="Courier New"/>
                <a:cs typeface="Courier New"/>
              </a:rPr>
              <a:t>OPTION</a:t>
            </a:r>
            <a:r>
              <a:rPr lang="it-IT" sz="1600" dirty="0">
                <a:latin typeface="Courier New"/>
                <a:cs typeface="Courier New"/>
              </a:rPr>
              <a:t>` (</a:t>
            </a:r>
          </a:p>
          <a:p>
            <a:pPr marL="0" indent="0">
              <a:spcBef>
                <a:spcPts val="360"/>
              </a:spcBef>
              <a:buSzPts val="1800"/>
              <a:buNone/>
            </a:pPr>
            <a:r>
              <a:rPr lang="it-IT" sz="1600" dirty="0">
                <a:latin typeface="Courier New"/>
                <a:cs typeface="Courier New"/>
              </a:rPr>
              <a:t>  `Code` varchar(45) NOT NULL,</a:t>
            </a:r>
          </a:p>
          <a:p>
            <a:pPr marL="0" indent="0">
              <a:spcBef>
                <a:spcPts val="360"/>
              </a:spcBef>
              <a:buSzPts val="1800"/>
              <a:buNone/>
            </a:pPr>
            <a:r>
              <a:rPr lang="it-IT" sz="1600" dirty="0">
                <a:latin typeface="Courier New"/>
                <a:cs typeface="Courier New"/>
              </a:rPr>
              <a:t>  `ProductCode` varchar(45) NOT NULL,</a:t>
            </a:r>
          </a:p>
          <a:p>
            <a:pPr marL="0" indent="0">
              <a:spcBef>
                <a:spcPts val="360"/>
              </a:spcBef>
              <a:buSzPts val="1800"/>
              <a:buNone/>
            </a:pPr>
            <a:r>
              <a:rPr lang="it-IT" sz="1600" dirty="0">
                <a:latin typeface="Courier New"/>
                <a:cs typeface="Courier New"/>
              </a:rPr>
              <a:t>  `Type` enum('Normale','In_Offerta') NOT NULL,</a:t>
            </a:r>
          </a:p>
          <a:p>
            <a:pPr marL="0" indent="0">
              <a:spcBef>
                <a:spcPts val="360"/>
              </a:spcBef>
              <a:buSzPts val="1800"/>
              <a:buNone/>
            </a:pPr>
            <a:r>
              <a:rPr lang="it-IT" sz="1600" dirty="0">
                <a:latin typeface="Courier New"/>
                <a:cs typeface="Courier New"/>
              </a:rPr>
              <a:t>  `Name` varchar(45) NOT NULL,</a:t>
            </a:r>
          </a:p>
          <a:p>
            <a:pPr marL="0" indent="0">
              <a:spcBef>
                <a:spcPts val="360"/>
              </a:spcBef>
              <a:buSzPts val="1800"/>
              <a:buNone/>
            </a:pPr>
            <a:r>
              <a:rPr lang="it-IT" sz="1600" dirty="0">
                <a:latin typeface="Courier New"/>
                <a:cs typeface="Courier New"/>
              </a:rPr>
              <a:t>  PRIMARY KEY (`Code`),</a:t>
            </a:r>
          </a:p>
          <a:p>
            <a:pPr marL="0" indent="0">
              <a:spcBef>
                <a:spcPts val="360"/>
              </a:spcBef>
              <a:buSzPts val="1800"/>
              <a:buNone/>
            </a:pPr>
            <a:r>
              <a:rPr lang="it-IT" sz="1600" dirty="0">
                <a:latin typeface="Courier New"/>
                <a:cs typeface="Courier New"/>
              </a:rPr>
              <a:t>  KEY `Code_idx` (`ProductCode`),</a:t>
            </a:r>
          </a:p>
          <a:p>
            <a:pPr marL="0" indent="0">
              <a:spcBef>
                <a:spcPts val="360"/>
              </a:spcBef>
              <a:buSzPts val="1800"/>
              <a:buNone/>
            </a:pPr>
            <a:r>
              <a:rPr lang="it-IT" sz="1600" dirty="0">
                <a:latin typeface="Courier New"/>
                <a:cs typeface="Courier New"/>
              </a:rPr>
              <a:t>  CONSTRAINT `ProductForeignKey` FOREIGN KEY (`ProductCode`) REFERENCES `PRODUCT` (`Code`)</a:t>
            </a:r>
          </a:p>
          <a:p>
            <a:pPr marL="0" indent="0">
              <a:spcBef>
                <a:spcPts val="360"/>
              </a:spcBef>
              <a:buSzPts val="1800"/>
              <a:buNone/>
            </a:pPr>
            <a:r>
              <a:rPr lang="it-IT" sz="1600" dirty="0">
                <a:latin typeface="Courier New"/>
                <a:cs typeface="Courier New"/>
              </a:rPr>
              <a:t>)</a:t>
            </a:r>
          </a:p>
          <a:p>
            <a:pPr marL="0" indent="0">
              <a:spcBef>
                <a:spcPts val="360"/>
              </a:spcBef>
              <a:buSzPts val="1800"/>
              <a:buNone/>
            </a:pPr>
            <a:endParaRPr lang="it-IT" sz="1600" dirty="0">
              <a:latin typeface="Courier New"/>
              <a:cs typeface="Courier New"/>
            </a:endParaRPr>
          </a:p>
          <a:p>
            <a:pPr marL="0" indent="0">
              <a:spcBef>
                <a:spcPts val="360"/>
              </a:spcBef>
              <a:buSzPts val="1800"/>
              <a:buNone/>
            </a:pPr>
            <a:r>
              <a:rPr lang="it-IT" sz="1600" dirty="0">
                <a:latin typeface="Courier New"/>
                <a:cs typeface="Courier New"/>
              </a:rPr>
              <a:t>CREATE TABLE `</a:t>
            </a:r>
            <a:r>
              <a:rPr lang="it-IT" sz="1600" b="1" dirty="0">
                <a:latin typeface="Courier New"/>
                <a:cs typeface="Courier New"/>
              </a:rPr>
              <a:t>OPTIONSINPREVENTIVE</a:t>
            </a:r>
            <a:r>
              <a:rPr lang="it-IT" sz="1600" dirty="0">
                <a:latin typeface="Courier New"/>
                <a:cs typeface="Courier New"/>
              </a:rPr>
              <a:t>` (</a:t>
            </a:r>
          </a:p>
          <a:p>
            <a:pPr marL="0" indent="0">
              <a:spcBef>
                <a:spcPts val="360"/>
              </a:spcBef>
              <a:buSzPts val="1800"/>
              <a:buNone/>
            </a:pPr>
            <a:r>
              <a:rPr lang="it-IT" sz="1600" dirty="0">
                <a:latin typeface="Courier New"/>
                <a:cs typeface="Courier New"/>
              </a:rPr>
              <a:t>  `IDPreventive` varchar(45) NOT NULL,</a:t>
            </a:r>
          </a:p>
          <a:p>
            <a:pPr marL="0" indent="0">
              <a:spcBef>
                <a:spcPts val="360"/>
              </a:spcBef>
              <a:buSzPts val="1800"/>
              <a:buNone/>
            </a:pPr>
            <a:r>
              <a:rPr lang="it-IT" sz="1600" dirty="0">
                <a:latin typeface="Courier New"/>
                <a:cs typeface="Courier New"/>
              </a:rPr>
              <a:t>  `OptionCode` varchar(45) NOT NULL,</a:t>
            </a:r>
          </a:p>
          <a:p>
            <a:pPr marL="0" indent="0">
              <a:spcBef>
                <a:spcPts val="360"/>
              </a:spcBef>
              <a:buSzPts val="1800"/>
              <a:buNone/>
            </a:pPr>
            <a:r>
              <a:rPr lang="it-IT" sz="1600" dirty="0">
                <a:latin typeface="Courier New"/>
                <a:cs typeface="Courier New"/>
              </a:rPr>
              <a:t>  PRIMARY KEY (`IDPreventive`,`OptionCode`),</a:t>
            </a:r>
          </a:p>
          <a:p>
            <a:pPr marL="0" indent="0">
              <a:spcBef>
                <a:spcPts val="360"/>
              </a:spcBef>
              <a:buSzPts val="1800"/>
              <a:buNone/>
            </a:pPr>
            <a:r>
              <a:rPr lang="it-IT" sz="1600" dirty="0">
                <a:latin typeface="Courier New"/>
                <a:cs typeface="Courier New"/>
              </a:rPr>
              <a:t>  KEY `OptionForeignKey_idx` (`OptionCode`),</a:t>
            </a:r>
          </a:p>
          <a:p>
            <a:pPr marL="0" indent="0">
              <a:spcBef>
                <a:spcPts val="360"/>
              </a:spcBef>
              <a:buSzPts val="1800"/>
              <a:buNone/>
            </a:pPr>
            <a:r>
              <a:rPr lang="it-IT" sz="1600" dirty="0">
                <a:latin typeface="Courier New"/>
                <a:cs typeface="Courier New"/>
              </a:rPr>
              <a:t>  CONSTRAINT `OptionForeignKey` FOREIGN KEY (`OptionCode`) REFERENCES `OPTION` (`Code`),</a:t>
            </a:r>
          </a:p>
          <a:p>
            <a:pPr marL="0" indent="0">
              <a:spcBef>
                <a:spcPts val="360"/>
              </a:spcBef>
              <a:buSzPts val="1800"/>
              <a:buNone/>
            </a:pPr>
            <a:r>
              <a:rPr lang="it-IT" sz="1600" dirty="0">
                <a:latin typeface="Courier New"/>
                <a:cs typeface="Courier New"/>
              </a:rPr>
              <a:t>  CONSTRAINT `PreventiveForeignKey` FOREIGN KEY (`IDPreventive`) REFERENCES `PREVENTIVE` (`ID`)</a:t>
            </a:r>
          </a:p>
          <a:p>
            <a:pPr marL="0" indent="0">
              <a:spcBef>
                <a:spcPts val="360"/>
              </a:spcBef>
              <a:buSzPts val="1800"/>
              <a:buNone/>
            </a:pPr>
            <a:r>
              <a:rPr lang="it-IT" sz="1600" dirty="0">
                <a:latin typeface="Courier New"/>
                <a:cs typeface="Courier New"/>
              </a:rPr>
              <a:t>) </a:t>
            </a:r>
          </a:p>
        </p:txBody>
      </p:sp>
    </p:spTree>
    <p:extLst>
      <p:ext uri="{BB962C8B-B14F-4D97-AF65-F5344CB8AC3E}">
        <p14:creationId xmlns:p14="http://schemas.microsoft.com/office/powerpoint/2010/main" val="3413637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Local database schema (3/3)</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a:bodyPr>
          <a:lstStyle/>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PREVENTIVE</a:t>
            </a:r>
            <a:r>
              <a:rPr lang="en-US" sz="1600" dirty="0">
                <a:latin typeface="Courier New"/>
                <a:cs typeface="Courier New"/>
              </a:rPr>
              <a:t>` (</a:t>
            </a:r>
          </a:p>
          <a:p>
            <a:pPr marL="0" indent="0">
              <a:spcBef>
                <a:spcPts val="360"/>
              </a:spcBef>
              <a:buSzPts val="1800"/>
              <a:buNone/>
            </a:pPr>
            <a:r>
              <a:rPr lang="en-US" sz="1600" dirty="0">
                <a:latin typeface="Courier New"/>
                <a:cs typeface="Courier New"/>
              </a:rPr>
              <a:t>  `ID` varchar(45) NOT NULL,</a:t>
            </a:r>
          </a:p>
          <a:p>
            <a:pPr marL="0" indent="0">
              <a:spcBef>
                <a:spcPts val="360"/>
              </a:spcBef>
              <a:buSzPts val="1800"/>
              <a:buNone/>
            </a:pPr>
            <a:r>
              <a:rPr lang="en-US" sz="1600" dirty="0">
                <a:latin typeface="Courier New"/>
                <a:cs typeface="Courier New"/>
              </a:rPr>
              <a:t>  `ClientUsername` varchar(45) NOT NULL,</a:t>
            </a:r>
          </a:p>
          <a:p>
            <a:pPr marL="0" indent="0">
              <a:spcBef>
                <a:spcPts val="360"/>
              </a:spcBef>
              <a:buSzPts val="1800"/>
              <a:buNone/>
            </a:pPr>
            <a:r>
              <a:rPr lang="en-US" sz="1600" dirty="0">
                <a:latin typeface="Courier New"/>
                <a:cs typeface="Courier New"/>
              </a:rPr>
              <a:t>  `ProductCode` varchar(45) NOT NULL,</a:t>
            </a:r>
          </a:p>
          <a:p>
            <a:pPr marL="0" indent="0">
              <a:spcBef>
                <a:spcPts val="360"/>
              </a:spcBef>
              <a:buSzPts val="1800"/>
              <a:buNone/>
            </a:pPr>
            <a:r>
              <a:rPr lang="en-US" sz="1600" dirty="0">
                <a:latin typeface="Courier New"/>
                <a:cs typeface="Courier New"/>
              </a:rPr>
              <a:t>  `EmployeeUsername` varchar(45) DEFAULT NULL,</a:t>
            </a:r>
          </a:p>
          <a:p>
            <a:pPr marL="0" indent="0">
              <a:spcBef>
                <a:spcPts val="360"/>
              </a:spcBef>
              <a:buSzPts val="1800"/>
              <a:buNone/>
            </a:pPr>
            <a:r>
              <a:rPr lang="en-US" sz="1600" dirty="0">
                <a:latin typeface="Courier New"/>
                <a:cs typeface="Courier New"/>
              </a:rPr>
              <a:t>  `Price` float DEFAULT '0’,</a:t>
            </a:r>
          </a:p>
          <a:p>
            <a:pPr marL="0" indent="0">
              <a:spcBef>
                <a:spcPts val="360"/>
              </a:spcBef>
              <a:buSzPts val="1800"/>
              <a:buNone/>
            </a:pPr>
            <a:r>
              <a:rPr lang="en-US" sz="1600" dirty="0">
                <a:latin typeface="Courier New"/>
                <a:cs typeface="Courier New"/>
              </a:rPr>
              <a:t>  PRIMARY KEY (`ID`),</a:t>
            </a:r>
          </a:p>
          <a:p>
            <a:pPr marL="0" indent="0">
              <a:spcBef>
                <a:spcPts val="360"/>
              </a:spcBef>
              <a:buSzPts val="1800"/>
              <a:buNone/>
            </a:pPr>
            <a:r>
              <a:rPr lang="en-US" sz="1600" dirty="0">
                <a:latin typeface="Courier New"/>
                <a:cs typeface="Courier New"/>
              </a:rPr>
              <a:t>  KEY `fk_PREVENTIVE_1_idx1` (`EmployeeUsername`),</a:t>
            </a:r>
          </a:p>
          <a:p>
            <a:pPr marL="0" indent="0">
              <a:spcBef>
                <a:spcPts val="360"/>
              </a:spcBef>
              <a:buSzPts val="1800"/>
              <a:buNone/>
            </a:pPr>
            <a:r>
              <a:rPr lang="en-US" sz="1600" dirty="0">
                <a:latin typeface="Courier New"/>
                <a:cs typeface="Courier New"/>
              </a:rPr>
              <a:t>  KEY `ClientForeignKey_idx` (`ClientUsername`),</a:t>
            </a:r>
          </a:p>
          <a:p>
            <a:pPr marL="0" indent="0">
              <a:spcBef>
                <a:spcPts val="360"/>
              </a:spcBef>
              <a:buSzPts val="1800"/>
              <a:buNone/>
            </a:pPr>
            <a:r>
              <a:rPr lang="en-US" sz="1600" dirty="0">
                <a:latin typeface="Courier New"/>
                <a:cs typeface="Courier New"/>
              </a:rPr>
              <a:t>  KEY `ProductForeignKey_idx` (`ProductCode`),</a:t>
            </a:r>
          </a:p>
          <a:p>
            <a:pPr marL="0" indent="0">
              <a:spcBef>
                <a:spcPts val="360"/>
              </a:spcBef>
              <a:buSzPts val="1800"/>
              <a:buNone/>
            </a:pPr>
            <a:r>
              <a:rPr lang="en-US" sz="1600" dirty="0">
                <a:latin typeface="Courier New"/>
                <a:cs typeface="Courier New"/>
              </a:rPr>
              <a:t>  CONSTRAINT `fk_PREVENTIVE_1` FOREIGN KEY (`ClientUsername`) REFERENCES `CLIENT` (`Username`),</a:t>
            </a:r>
          </a:p>
          <a:p>
            <a:pPr marL="0" indent="0">
              <a:spcBef>
                <a:spcPts val="360"/>
              </a:spcBef>
              <a:buSzPts val="1800"/>
              <a:buNone/>
            </a:pPr>
            <a:r>
              <a:rPr lang="en-US" sz="1600" dirty="0">
                <a:latin typeface="Courier New"/>
                <a:cs typeface="Courier New"/>
              </a:rPr>
              <a:t>  CONSTRAINT `fk_PREVENTIVE_2` FOREIGN KEY (`EmployeeUsername`) REFERENCES `EMPLOYEE` (`Username`),</a:t>
            </a:r>
          </a:p>
          <a:p>
            <a:pPr marL="0" indent="0">
              <a:spcBef>
                <a:spcPts val="360"/>
              </a:spcBef>
              <a:buSzPts val="1800"/>
              <a:buNone/>
            </a:pPr>
            <a:r>
              <a:rPr lang="en-US" sz="1600" dirty="0">
                <a:latin typeface="Courier New"/>
                <a:cs typeface="Courier New"/>
              </a:rPr>
              <a:t>  CONSTRAINT `fk_PREVENTIVE_3` FOREIGN KEY (`ProductCode`) REFERENCES `PRODUCT` (`Code`)</a:t>
            </a:r>
          </a:p>
          <a:p>
            <a:pPr marL="0" indent="0">
              <a:spcBef>
                <a:spcPts val="360"/>
              </a:spcBef>
              <a:buSzPts val="1800"/>
              <a:buNone/>
            </a:pPr>
            <a:r>
              <a:rPr lang="en-US" sz="1600" dirty="0">
                <a:latin typeface="Courier New"/>
                <a:cs typeface="Courier New"/>
              </a:rPr>
              <a:t>) </a:t>
            </a:r>
          </a:p>
        </p:txBody>
      </p:sp>
    </p:spTree>
    <p:extLst>
      <p:ext uri="{BB962C8B-B14F-4D97-AF65-F5344CB8AC3E}">
        <p14:creationId xmlns:p14="http://schemas.microsoft.com/office/powerpoint/2010/main" val="3814619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r>
              <a:rPr lang="it-IT" sz="3600" dirty="0"/>
              <a:t>Application requirements analysis</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fontScale="85000" lnSpcReduction="10000"/>
          </a:bodyPr>
          <a:lstStyle/>
          <a:p>
            <a:pPr marL="0" indent="0">
              <a:lnSpc>
                <a:spcPct val="110000"/>
              </a:lnSpc>
              <a:buNone/>
            </a:pPr>
            <a:r>
              <a:rPr lang="it-IT" sz="1800" b="0" i="0" u="none" strike="noStrike" baseline="0" dirty="0">
                <a:solidFill>
                  <a:srgbClr val="000000"/>
                </a:solidFill>
                <a:latin typeface="Arial" panose="020B0604020202020204" pitchFamily="34" charset="0"/>
              </a:rPr>
              <a:t>Un’applicazione web consente la gestione di richieste di preventivi per prodotti personalizzati. L’applicazione </a:t>
            </a:r>
            <a:r>
              <a:rPr lang="it-IT" sz="1800" b="0" i="0" u="none" strike="noStrike" baseline="0" dirty="0">
                <a:solidFill>
                  <a:srgbClr val="0070C0"/>
                </a:solidFill>
                <a:latin typeface="Arial" panose="020B0604020202020204" pitchFamily="34" charset="0"/>
              </a:rPr>
              <a:t>supporta</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chemeClr val="accent2">
                    <a:lumMod val="50000"/>
                  </a:schemeClr>
                </a:solidFill>
                <a:latin typeface="Arial" panose="020B0604020202020204" pitchFamily="34" charset="0"/>
              </a:rPr>
              <a:t>registrazione</a:t>
            </a:r>
            <a:r>
              <a:rPr lang="it-IT" sz="1800" b="0" i="0" u="none" strike="noStrike" baseline="0" dirty="0">
                <a:solidFill>
                  <a:srgbClr val="000000"/>
                </a:solidFill>
                <a:latin typeface="Arial" panose="020B0604020202020204" pitchFamily="34" charset="0"/>
              </a:rPr>
              <a:t> e </a:t>
            </a:r>
            <a:r>
              <a:rPr lang="it-IT" sz="1800" b="0" i="0" u="none" strike="noStrike" baseline="0" dirty="0">
                <a:solidFill>
                  <a:schemeClr val="accent2">
                    <a:lumMod val="50000"/>
                  </a:schemeClr>
                </a:solidFill>
                <a:latin typeface="Arial" panose="020B0604020202020204" pitchFamily="34" charset="0"/>
              </a:rPr>
              <a:t>login</a:t>
            </a:r>
            <a:r>
              <a:rPr lang="it-IT" sz="1800" b="0" i="0" u="none" strike="noStrike" baseline="0" dirty="0">
                <a:solidFill>
                  <a:srgbClr val="000000"/>
                </a:solidFill>
                <a:latin typeface="Arial" panose="020B0604020202020204" pitchFamily="34" charset="0"/>
              </a:rPr>
              <a:t> di clienti e impiegati mediante una </a:t>
            </a:r>
            <a:r>
              <a:rPr lang="it-IT" sz="1800" b="0" i="0" u="none" strike="noStrike" baseline="0" dirty="0">
                <a:latin typeface="Arial" panose="020B0604020202020204" pitchFamily="34" charset="0"/>
              </a:rPr>
              <a:t>pagina pubblica </a:t>
            </a:r>
            <a:r>
              <a:rPr lang="it-IT" sz="1800" b="0" i="0" u="none" strike="noStrike" baseline="0" dirty="0">
                <a:solidFill>
                  <a:srgbClr val="000000"/>
                </a:solidFill>
                <a:latin typeface="Arial" panose="020B0604020202020204" pitchFamily="34" charset="0"/>
              </a:rPr>
              <a:t>con opportune form. La registrazione </a:t>
            </a:r>
            <a:r>
              <a:rPr lang="it-IT" sz="1800" b="0" i="0" u="none" strike="noStrike" baseline="0" dirty="0">
                <a:solidFill>
                  <a:srgbClr val="0070C0"/>
                </a:solidFill>
                <a:latin typeface="Arial" panose="020B0604020202020204" pitchFamily="34" charset="0"/>
              </a:rPr>
              <a:t>controlla l’unicità dello username</a:t>
            </a:r>
            <a:r>
              <a:rPr lang="it-IT" sz="1800" b="0" i="0" u="none" strike="noStrike" baseline="0" dirty="0">
                <a:solidFill>
                  <a:srgbClr val="000000"/>
                </a:solidFill>
                <a:latin typeface="Arial" panose="020B0604020202020204" pitchFamily="34" charset="0"/>
              </a:rPr>
              <a:t>. Un preventivo è associato a un prodotto, al cliente che l’ha richiesto e all’impiegato che l’ha gestito. Il preventivo comprende una o più opzioni per il prodotto a cui è associato, che devono essere tra quelle disponibili per il prodotto. Un prodotto ha un codice, un’immagine e un nome. Un’opzione ha un codice, un tipo (“normale”, “in offerta”) e un nome. Un preventivo ha un prezzo, definito dall’impiegato. Quando l’utente (cliente o impiegato) accede all’applicazione, appare una </a:t>
            </a:r>
            <a:r>
              <a:rPr lang="it-IT" sz="1800" b="0" i="0" u="none" strike="noStrike" baseline="0" dirty="0">
                <a:solidFill>
                  <a:srgbClr val="FF0000"/>
                </a:solidFill>
                <a:latin typeface="Arial" panose="020B0604020202020204" pitchFamily="34" charset="0"/>
              </a:rPr>
              <a:t>LOGIN PAGE</a:t>
            </a:r>
            <a:r>
              <a:rPr lang="it-IT" sz="1800" b="0" i="0" u="none" strike="noStrike" baseline="0" dirty="0">
                <a:solidFill>
                  <a:srgbClr val="000000"/>
                </a:solidFill>
                <a:latin typeface="Arial" panose="020B0604020202020204" pitchFamily="34" charset="0"/>
              </a:rPr>
              <a:t>, mediante la quale l’utente si autentica con username e password. Quando un cliente fa login, accede a una pagina </a:t>
            </a:r>
            <a:r>
              <a:rPr lang="it-IT" sz="1800" b="0" i="0" u="none" strike="noStrike" baseline="0" dirty="0">
                <a:solidFill>
                  <a:srgbClr val="FF0000"/>
                </a:solidFill>
                <a:latin typeface="Arial" panose="020B0604020202020204" pitchFamily="34" charset="0"/>
              </a:rPr>
              <a:t>HOME PAGE CLIENTE </a:t>
            </a:r>
            <a:r>
              <a:rPr lang="it-IT" sz="1800" b="0" i="0" u="none" strike="noStrike" baseline="0" dirty="0">
                <a:solidFill>
                  <a:srgbClr val="000000"/>
                </a:solidFill>
                <a:latin typeface="Arial" panose="020B0604020202020204" pitchFamily="34" charset="0"/>
              </a:rPr>
              <a:t>che contiene </a:t>
            </a:r>
            <a:r>
              <a:rPr lang="it-IT" sz="1800" b="0" i="0" u="none" strike="noStrike" baseline="0" dirty="0">
                <a:solidFill>
                  <a:srgbClr val="00B050"/>
                </a:solidFill>
                <a:latin typeface="Arial" panose="020B0604020202020204" pitchFamily="34" charset="0"/>
              </a:rPr>
              <a:t>una form </a:t>
            </a:r>
            <a:r>
              <a:rPr lang="it-IT" sz="1800" b="0" i="0" u="none" strike="noStrike" baseline="0" dirty="0">
                <a:solidFill>
                  <a:srgbClr val="000000"/>
                </a:solidFill>
                <a:latin typeface="Arial" panose="020B0604020202020204" pitchFamily="34" charset="0"/>
              </a:rPr>
              <a:t>per </a:t>
            </a:r>
            <a:r>
              <a:rPr lang="it-IT" sz="1800" b="0" i="0" u="none" strike="noStrike" baseline="0" dirty="0">
                <a:solidFill>
                  <a:schemeClr val="accent2">
                    <a:lumMod val="50000"/>
                  </a:schemeClr>
                </a:solidFill>
                <a:latin typeface="Arial" panose="020B0604020202020204" pitchFamily="34" charset="0"/>
              </a:rPr>
              <a:t>creare un preventivo </a:t>
            </a:r>
            <a:r>
              <a:rPr lang="it-IT" sz="1800" b="0" i="0" u="none" strike="noStrike" baseline="0" dirty="0">
                <a:solidFill>
                  <a:srgbClr val="000000"/>
                </a:solidFill>
                <a:latin typeface="Arial" panose="020B0604020202020204" pitchFamily="34" charset="0"/>
              </a:rPr>
              <a:t>e </a:t>
            </a:r>
            <a:r>
              <a:rPr lang="it-IT" sz="1800" b="0" i="0" u="none" strike="noStrike" baseline="0" dirty="0">
                <a:solidFill>
                  <a:srgbClr val="00B050"/>
                </a:solidFill>
                <a:latin typeface="Arial" panose="020B0604020202020204" pitchFamily="34" charset="0"/>
              </a:rPr>
              <a:t>l’elenco dei preventivi creati dal cliente</a:t>
            </a:r>
            <a:r>
              <a:rPr lang="it-IT" sz="1800" b="0" i="0" u="none" strike="noStrike" baseline="0" dirty="0">
                <a:solidFill>
                  <a:srgbClr val="000000"/>
                </a:solidFill>
                <a:latin typeface="Arial" panose="020B0604020202020204" pitchFamily="34" charset="0"/>
              </a:rPr>
              <a:t>. Selezionando uno dei preventivi il cliente ne visualizza i </a:t>
            </a:r>
            <a:r>
              <a:rPr lang="it-IT" sz="1800" b="0" i="0" u="none" strike="noStrike" baseline="0" dirty="0">
                <a:solidFill>
                  <a:srgbClr val="00B050"/>
                </a:solidFill>
                <a:latin typeface="Arial" panose="020B0604020202020204" pitchFamily="34" charset="0"/>
              </a:rPr>
              <a:t>dettagli</a:t>
            </a:r>
            <a:r>
              <a:rPr lang="it-IT" sz="1800" b="0" i="0" u="none" strike="noStrike" baseline="0" dirty="0">
                <a:solidFill>
                  <a:srgbClr val="000000"/>
                </a:solidFill>
                <a:latin typeface="Arial" panose="020B0604020202020204" pitchFamily="34" charset="0"/>
              </a:rPr>
              <a:t>. Mediante la form di creazione di un preventivo l’utente per prima cosa </a:t>
            </a:r>
            <a:r>
              <a:rPr lang="it-IT" sz="1800" b="0" i="0" u="none" strike="noStrike" baseline="0" dirty="0">
                <a:solidFill>
                  <a:srgbClr val="0070C0"/>
                </a:solidFill>
                <a:latin typeface="Arial" panose="020B0604020202020204" pitchFamily="34" charset="0"/>
              </a:rPr>
              <a:t>sceglie il prodotto</a:t>
            </a:r>
            <a:r>
              <a:rPr lang="it-IT" sz="1800" b="0" i="0" u="none" strike="noStrike" baseline="0" dirty="0">
                <a:solidFill>
                  <a:srgbClr val="000000"/>
                </a:solidFill>
                <a:latin typeface="Arial" panose="020B0604020202020204" pitchFamily="34" charset="0"/>
              </a:rPr>
              <a:t>; scelto il prodotto, la form mostra le opzioni di quel prodotto. L’utente </a:t>
            </a:r>
            <a:r>
              <a:rPr lang="it-IT" sz="1800" b="0" i="0" u="none" strike="noStrike" baseline="0" dirty="0">
                <a:solidFill>
                  <a:srgbClr val="0070C0"/>
                </a:solidFill>
                <a:latin typeface="Arial" panose="020B0604020202020204" pitchFamily="34" charset="0"/>
              </a:rPr>
              <a:t>sceglie le opzioni</a:t>
            </a:r>
            <a:r>
              <a:rPr lang="it-IT" sz="1800" b="0" i="0" u="none" strike="noStrike" baseline="0" dirty="0">
                <a:solidFill>
                  <a:srgbClr val="000000"/>
                </a:solidFill>
                <a:latin typeface="Arial" panose="020B0604020202020204" pitchFamily="34" charset="0"/>
              </a:rPr>
              <a:t> (almeno una) e </a:t>
            </a:r>
            <a:r>
              <a:rPr lang="it-IT" sz="1800" b="0" i="0" u="none" strike="noStrike" baseline="0" dirty="0">
                <a:solidFill>
                  <a:srgbClr val="0070C0"/>
                </a:solidFill>
                <a:latin typeface="Arial" panose="020B0604020202020204" pitchFamily="34" charset="0"/>
              </a:rPr>
              <a:t>conferma l’invio del preventivo </a:t>
            </a:r>
            <a:r>
              <a:rPr lang="it-IT" sz="1800" b="0" i="0" u="none" strike="noStrike" baseline="0" dirty="0">
                <a:solidFill>
                  <a:srgbClr val="000000"/>
                </a:solidFill>
                <a:latin typeface="Arial" panose="020B0604020202020204" pitchFamily="34" charset="0"/>
              </a:rPr>
              <a:t>mediante il </a:t>
            </a:r>
            <a:r>
              <a:rPr lang="it-IT" sz="1800" b="0" i="0" u="none" strike="noStrike" baseline="0" dirty="0">
                <a:solidFill>
                  <a:srgbClr val="00B050"/>
                </a:solidFill>
                <a:latin typeface="Arial" panose="020B0604020202020204" pitchFamily="34" charset="0"/>
              </a:rPr>
              <a:t>bottone INVIA PREVENTIVO</a:t>
            </a:r>
            <a:r>
              <a:rPr lang="it-IT" sz="1800" b="0" i="0" u="none" strike="noStrike" baseline="0" dirty="0">
                <a:solidFill>
                  <a:srgbClr val="000000"/>
                </a:solidFill>
                <a:latin typeface="Arial" panose="020B0604020202020204" pitchFamily="34" charset="0"/>
              </a:rPr>
              <a:t>. Quando un impiegato effettua il login, accede a una pagina </a:t>
            </a:r>
            <a:r>
              <a:rPr lang="it-IT" sz="1800" b="0" i="0" u="none" strike="noStrike" baseline="0" dirty="0">
                <a:solidFill>
                  <a:srgbClr val="FF0000"/>
                </a:solidFill>
                <a:latin typeface="Arial" panose="020B0604020202020204" pitchFamily="34" charset="0"/>
              </a:rPr>
              <a:t>HOME PAGE IMPIEGATO </a:t>
            </a:r>
            <a:r>
              <a:rPr lang="it-IT" sz="1800" b="0" i="0" u="none" strike="noStrike" baseline="0" dirty="0">
                <a:solidFill>
                  <a:srgbClr val="000000"/>
                </a:solidFill>
                <a:latin typeface="Arial" panose="020B0604020202020204" pitchFamily="34" charset="0"/>
              </a:rPr>
              <a:t>che contiene </a:t>
            </a:r>
            <a:r>
              <a:rPr lang="it-IT" sz="1800" b="0" i="0" u="none" strike="noStrike" baseline="0" dirty="0">
                <a:solidFill>
                  <a:srgbClr val="00B050"/>
                </a:solidFill>
                <a:latin typeface="Arial" panose="020B0604020202020204" pitchFamily="34" charset="0"/>
              </a:rPr>
              <a:t>l’elenco dei preventivi gestiti</a:t>
            </a:r>
            <a:r>
              <a:rPr lang="it-IT" sz="1800" b="0" i="0" u="none" strike="noStrike" baseline="0" dirty="0">
                <a:solidFill>
                  <a:srgbClr val="000000"/>
                </a:solidFill>
                <a:latin typeface="Arial" panose="020B0604020202020204" pitchFamily="34" charset="0"/>
              </a:rPr>
              <a:t> da lui in precedenza e quello dei </a:t>
            </a:r>
            <a:r>
              <a:rPr lang="it-IT" sz="1800" b="0" i="0" u="none" strike="noStrike" baseline="0" dirty="0">
                <a:solidFill>
                  <a:srgbClr val="00B050"/>
                </a:solidFill>
                <a:latin typeface="Arial" panose="020B0604020202020204" pitchFamily="34" charset="0"/>
              </a:rPr>
              <a:t>preventivi non ancora associati </a:t>
            </a:r>
            <a:r>
              <a:rPr lang="it-IT" sz="1800" b="0" i="0" u="none" strike="noStrike" baseline="0" dirty="0">
                <a:solidFill>
                  <a:srgbClr val="000000"/>
                </a:solidFill>
                <a:latin typeface="Arial" panose="020B0604020202020204" pitchFamily="34" charset="0"/>
              </a:rPr>
              <a:t>a nessun impiegato. Quando l’impiegato </a:t>
            </a:r>
            <a:r>
              <a:rPr lang="it-IT" sz="1800" b="0" i="0" u="none" strike="noStrike" baseline="0" dirty="0">
                <a:solidFill>
                  <a:srgbClr val="0070C0"/>
                </a:solidFill>
                <a:latin typeface="Arial" panose="020B0604020202020204" pitchFamily="34" charset="0"/>
              </a:rPr>
              <a:t>seleziona un elemento </a:t>
            </a:r>
            <a:r>
              <a:rPr lang="it-IT" sz="1800" b="0" i="0" u="none" strike="noStrike" baseline="0" dirty="0">
                <a:solidFill>
                  <a:srgbClr val="000000"/>
                </a:solidFill>
                <a:latin typeface="Arial" panose="020B0604020202020204" pitchFamily="34" charset="0"/>
              </a:rPr>
              <a:t>dall’elenco dei preventivi non ancora associati a nessuno, compare una pagina </a:t>
            </a:r>
            <a:r>
              <a:rPr lang="it-IT" sz="1800" b="0" i="0" u="none" strike="noStrike" baseline="0" dirty="0">
                <a:solidFill>
                  <a:srgbClr val="FF0000"/>
                </a:solidFill>
                <a:latin typeface="Arial" panose="020B0604020202020204" pitchFamily="34" charset="0"/>
              </a:rPr>
              <a:t>PREZZA PREVENTIVO </a:t>
            </a:r>
            <a:r>
              <a:rPr lang="it-IT" sz="1800" b="0" i="0" u="none" strike="noStrike" baseline="0" dirty="0">
                <a:solidFill>
                  <a:srgbClr val="000000"/>
                </a:solidFill>
                <a:latin typeface="Arial" panose="020B0604020202020204" pitchFamily="34" charset="0"/>
              </a:rPr>
              <a:t>che mostra i </a:t>
            </a:r>
            <a:r>
              <a:rPr lang="it-IT" sz="1800" b="0" i="0" u="none" strike="noStrike" baseline="0" dirty="0">
                <a:solidFill>
                  <a:srgbClr val="00B050"/>
                </a:solidFill>
                <a:latin typeface="Arial" panose="020B0604020202020204" pitchFamily="34" charset="0"/>
              </a:rPr>
              <a:t>dati del cliente (username) e del preventivo </a:t>
            </a:r>
            <a:r>
              <a:rPr lang="it-IT" sz="1800" b="0" i="0" u="none" strike="noStrike" baseline="0" dirty="0">
                <a:solidFill>
                  <a:srgbClr val="000000"/>
                </a:solidFill>
                <a:latin typeface="Arial" panose="020B0604020202020204" pitchFamily="34" charset="0"/>
              </a:rPr>
              <a:t>e </a:t>
            </a:r>
            <a:r>
              <a:rPr lang="it-IT" sz="1800" b="0" i="0" u="none" strike="noStrike" baseline="0" dirty="0">
                <a:solidFill>
                  <a:srgbClr val="00B050"/>
                </a:solidFill>
                <a:latin typeface="Arial" panose="020B0604020202020204" pitchFamily="34" charset="0"/>
              </a:rPr>
              <a:t>una</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rgbClr val="00B050"/>
                </a:solidFill>
                <a:latin typeface="Arial" panose="020B0604020202020204" pitchFamily="34" charset="0"/>
              </a:rPr>
              <a:t>form</a:t>
            </a:r>
            <a:r>
              <a:rPr lang="it-IT" sz="1800" b="0" i="0" u="none" strike="noStrike" baseline="0" dirty="0">
                <a:solidFill>
                  <a:srgbClr val="000000"/>
                </a:solidFill>
                <a:latin typeface="Arial" panose="020B0604020202020204" pitchFamily="34" charset="0"/>
              </a:rPr>
              <a:t> per inserire il prezzo del preventivo. Quando l’impiegato inserisce il prezzo e </a:t>
            </a:r>
            <a:r>
              <a:rPr lang="it-IT" sz="1800" b="0" i="0" u="none" strike="noStrike" baseline="0" dirty="0">
                <a:solidFill>
                  <a:srgbClr val="0070C0"/>
                </a:solidFill>
                <a:latin typeface="Arial" panose="020B0604020202020204" pitchFamily="34" charset="0"/>
              </a:rPr>
              <a:t>invia i dati </a:t>
            </a:r>
            <a:r>
              <a:rPr lang="it-IT" sz="1800" b="0" i="0" u="none" strike="noStrike" baseline="0" dirty="0">
                <a:solidFill>
                  <a:srgbClr val="000000"/>
                </a:solidFill>
                <a:latin typeface="Arial" panose="020B0604020202020204" pitchFamily="34" charset="0"/>
              </a:rPr>
              <a:t>con il </a:t>
            </a:r>
            <a:r>
              <a:rPr lang="it-IT" sz="1800" b="0" i="0" u="none" strike="noStrike" baseline="0" dirty="0">
                <a:solidFill>
                  <a:srgbClr val="00B050"/>
                </a:solidFill>
                <a:latin typeface="Arial" panose="020B0604020202020204" pitchFamily="34" charset="0"/>
              </a:rPr>
              <a:t>bottone INVIA PREZZO</a:t>
            </a:r>
            <a:r>
              <a:rPr lang="it-IT" sz="1800" b="0" i="0" u="none" strike="noStrike" baseline="0" dirty="0">
                <a:solidFill>
                  <a:srgbClr val="000000"/>
                </a:solidFill>
                <a:latin typeface="Arial" panose="020B0604020202020204" pitchFamily="34" charset="0"/>
              </a:rPr>
              <a:t>, compare di nuovo la pagina HOME PAGE IMPIEGATO con </a:t>
            </a:r>
            <a:r>
              <a:rPr lang="it-IT" sz="1800" b="0" i="0" u="none" strike="noStrike" baseline="0" dirty="0">
                <a:solidFill>
                  <a:schemeClr val="accent2">
                    <a:lumMod val="50000"/>
                  </a:schemeClr>
                </a:solidFill>
                <a:latin typeface="Arial" panose="020B0604020202020204" pitchFamily="34" charset="0"/>
              </a:rPr>
              <a:t>gli elenchi dei preventivi aggiornati</a:t>
            </a:r>
            <a:r>
              <a:rPr lang="it-IT" sz="1800" b="0" i="0" u="none" strike="noStrike" baseline="0" dirty="0">
                <a:solidFill>
                  <a:srgbClr val="000000"/>
                </a:solidFill>
                <a:latin typeface="Arial" panose="020B0604020202020204" pitchFamily="34" charset="0"/>
              </a:rPr>
              <a:t>. Il prezzo definito dall’impiegato risulta visibile al cliente quando questi </a:t>
            </a:r>
            <a:r>
              <a:rPr lang="it-IT" sz="1800" b="0" i="0" u="none" strike="noStrike" baseline="0" dirty="0">
                <a:solidFill>
                  <a:srgbClr val="0070C0"/>
                </a:solidFill>
                <a:latin typeface="Arial" panose="020B0604020202020204" pitchFamily="34" charset="0"/>
              </a:rPr>
              <a:t>accede all’elenco dei propri preventivi </a:t>
            </a:r>
            <a:r>
              <a:rPr lang="it-IT" sz="1800" b="0" i="0" u="none" strike="noStrike" baseline="0" dirty="0">
                <a:solidFill>
                  <a:srgbClr val="000000"/>
                </a:solidFill>
                <a:latin typeface="Arial" panose="020B0604020202020204" pitchFamily="34" charset="0"/>
              </a:rPr>
              <a:t>e visualizza i dettagli del preventivo. La pagina PREZZA PREVENTIVO contiene anche un collegamento per tornare alla HOME PAGE IMPIEGATO. L’applicazione consente il logout dell’utente. </a:t>
            </a:r>
          </a:p>
          <a:p>
            <a:pPr marL="0" indent="0">
              <a:lnSpc>
                <a:spcPct val="110000"/>
              </a:lnSpc>
              <a:buNone/>
            </a:pPr>
            <a:r>
              <a:rPr lang="it-IT" sz="1800" dirty="0">
                <a:solidFill>
                  <a:srgbClr val="FF0000"/>
                </a:solidFill>
                <a:latin typeface="Arial" panose="020B0604020202020204" pitchFamily="34" charset="0"/>
              </a:rPr>
              <a:t>Pages(views)</a:t>
            </a:r>
            <a:r>
              <a:rPr lang="it-IT" sz="1800" dirty="0">
                <a:solidFill>
                  <a:srgbClr val="000000"/>
                </a:solidFill>
                <a:latin typeface="Arial" panose="020B0604020202020204" pitchFamily="34" charset="0"/>
              </a:rPr>
              <a:t>, </a:t>
            </a:r>
            <a:r>
              <a:rPr lang="it-IT" sz="1800" dirty="0">
                <a:solidFill>
                  <a:srgbClr val="00B050"/>
                </a:solidFill>
                <a:latin typeface="Arial" panose="020B0604020202020204" pitchFamily="34" charset="0"/>
              </a:rPr>
              <a:t>view components</a:t>
            </a:r>
            <a:r>
              <a:rPr lang="it-IT" sz="1800" dirty="0">
                <a:solidFill>
                  <a:srgbClr val="000000"/>
                </a:solidFill>
                <a:latin typeface="Arial" panose="020B0604020202020204" pitchFamily="34" charset="0"/>
              </a:rPr>
              <a:t>, </a:t>
            </a:r>
            <a:r>
              <a:rPr lang="it-IT" sz="1800" dirty="0">
                <a:solidFill>
                  <a:srgbClr val="0070C0"/>
                </a:solidFill>
                <a:latin typeface="Arial" panose="020B0604020202020204" pitchFamily="34" charset="0"/>
              </a:rPr>
              <a:t>events</a:t>
            </a:r>
            <a:r>
              <a:rPr lang="it-IT" sz="1800" dirty="0">
                <a:solidFill>
                  <a:srgbClr val="00B0F0"/>
                </a:solidFill>
                <a:latin typeface="Arial" panose="020B0604020202020204" pitchFamily="34" charset="0"/>
              </a:rPr>
              <a:t>, </a:t>
            </a:r>
            <a:r>
              <a:rPr lang="it-IT" sz="1800" dirty="0">
                <a:solidFill>
                  <a:schemeClr val="accent2">
                    <a:lumMod val="50000"/>
                  </a:schemeClr>
                </a:solidFill>
                <a:latin typeface="Arial" panose="020B0604020202020204" pitchFamily="34" charset="0"/>
              </a:rPr>
              <a:t>actions</a:t>
            </a:r>
          </a:p>
          <a:p>
            <a:pPr marL="0" indent="0">
              <a:lnSpc>
                <a:spcPct val="110000"/>
              </a:lnSpc>
              <a:buNone/>
            </a:pPr>
            <a:endParaRPr lang="it-IT" dirty="0"/>
          </a:p>
        </p:txBody>
      </p:sp>
    </p:spTree>
    <p:extLst>
      <p:ext uri="{BB962C8B-B14F-4D97-AF65-F5344CB8AC3E}">
        <p14:creationId xmlns:p14="http://schemas.microsoft.com/office/powerpoint/2010/main" val="2885373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0"/>
            <a:ext cx="10515600" cy="803275"/>
          </a:xfrm>
        </p:spPr>
        <p:txBody>
          <a:bodyPr>
            <a:normAutofit/>
          </a:bodyPr>
          <a:lstStyle/>
          <a:p>
            <a:pPr algn="ctr"/>
            <a:r>
              <a:rPr lang="it-IT" sz="3600" dirty="0"/>
              <a:t>Application design (all)</a:t>
            </a:r>
          </a:p>
        </p:txBody>
      </p:sp>
      <p:sp>
        <p:nvSpPr>
          <p:cNvPr id="4" name="Google Shape;197;p33">
            <a:extLst>
              <a:ext uri="{FF2B5EF4-FFF2-40B4-BE49-F238E27FC236}">
                <a16:creationId xmlns:a16="http://schemas.microsoft.com/office/drawing/2014/main" id="{48A09F23-04B1-59DC-15C1-CDFA7E3E436A}"/>
              </a:ext>
            </a:extLst>
          </p:cNvPr>
          <p:cNvSpPr/>
          <p:nvPr/>
        </p:nvSpPr>
        <p:spPr>
          <a:xfrm>
            <a:off x="315946" y="1609271"/>
            <a:ext cx="2717416" cy="4126123"/>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LOGIN PAGE</a:t>
            </a:r>
            <a:endParaRPr sz="1800" dirty="0">
              <a:solidFill>
                <a:schemeClr val="dk1"/>
              </a:solidFill>
              <a:latin typeface="Calibri"/>
              <a:ea typeface="Calibri"/>
              <a:cs typeface="Calibri"/>
              <a:sym typeface="Calibri"/>
            </a:endParaRPr>
          </a:p>
        </p:txBody>
      </p:sp>
      <p:sp>
        <p:nvSpPr>
          <p:cNvPr id="26" name="Google Shape;198;p33">
            <a:extLst>
              <a:ext uri="{FF2B5EF4-FFF2-40B4-BE49-F238E27FC236}">
                <a16:creationId xmlns:a16="http://schemas.microsoft.com/office/drawing/2014/main" id="{9BAE4DAB-C3F8-29EC-F670-294444F5BD99}"/>
              </a:ext>
            </a:extLst>
          </p:cNvPr>
          <p:cNvSpPr/>
          <p:nvPr/>
        </p:nvSpPr>
        <p:spPr>
          <a:xfrm>
            <a:off x="659854" y="2069287"/>
            <a:ext cx="1990172" cy="938128"/>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Login form</a:t>
            </a:r>
            <a:br>
              <a:rPr lang="es-419" sz="1800" dirty="0">
                <a:solidFill>
                  <a:schemeClr val="dk1"/>
                </a:solidFill>
                <a:latin typeface="Calibri"/>
                <a:ea typeface="Calibri"/>
                <a:cs typeface="Calibri"/>
                <a:sym typeface="Calibri"/>
              </a:rPr>
            </a:br>
            <a:r>
              <a:rPr lang="es-419" sz="1800" dirty="0">
                <a:solidFill>
                  <a:schemeClr val="dk1"/>
                </a:solidFill>
                <a:latin typeface="Calibri"/>
                <a:ea typeface="Calibri"/>
                <a:cs typeface="Calibri"/>
                <a:sym typeface="Calibri"/>
              </a:rPr>
              <a:t>[field: username</a:t>
            </a:r>
            <a:endParaRPr dirty="0"/>
          </a:p>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field: password]</a:t>
            </a:r>
            <a:endParaRPr sz="1800" dirty="0">
              <a:solidFill>
                <a:schemeClr val="dk1"/>
              </a:solidFill>
              <a:latin typeface="Calibri"/>
              <a:ea typeface="Calibri"/>
              <a:cs typeface="Calibri"/>
              <a:sym typeface="Calibri"/>
            </a:endParaRPr>
          </a:p>
        </p:txBody>
      </p:sp>
      <p:sp>
        <p:nvSpPr>
          <p:cNvPr id="28" name="Google Shape;200;p33">
            <a:extLst>
              <a:ext uri="{FF2B5EF4-FFF2-40B4-BE49-F238E27FC236}">
                <a16:creationId xmlns:a16="http://schemas.microsoft.com/office/drawing/2014/main" id="{6BDC3555-B42C-D6EB-FC62-E0D3C14611E0}"/>
              </a:ext>
            </a:extLst>
          </p:cNvPr>
          <p:cNvSpPr/>
          <p:nvPr/>
        </p:nvSpPr>
        <p:spPr>
          <a:xfrm>
            <a:off x="2505767" y="2352005"/>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29" name="Google Shape;210;p33">
            <a:extLst>
              <a:ext uri="{FF2B5EF4-FFF2-40B4-BE49-F238E27FC236}">
                <a16:creationId xmlns:a16="http://schemas.microsoft.com/office/drawing/2014/main" id="{EABE5E7E-438C-66D1-AB10-A7A4F1E0D1C4}"/>
              </a:ext>
            </a:extLst>
          </p:cNvPr>
          <p:cNvCxnSpPr>
            <a:cxnSpLocks/>
            <a:stCxn id="28" idx="6"/>
          </p:cNvCxnSpPr>
          <p:nvPr/>
        </p:nvCxnSpPr>
        <p:spPr>
          <a:xfrm>
            <a:off x="2793799" y="2460017"/>
            <a:ext cx="1096570" cy="316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1" name="Google Shape;204;p33">
            <a:extLst>
              <a:ext uri="{FF2B5EF4-FFF2-40B4-BE49-F238E27FC236}">
                <a16:creationId xmlns:a16="http://schemas.microsoft.com/office/drawing/2014/main" id="{21CD7A7B-483F-C123-61A3-41CE0C00C5F1}"/>
              </a:ext>
            </a:extLst>
          </p:cNvPr>
          <p:cNvSpPr txBox="1"/>
          <p:nvPr/>
        </p:nvSpPr>
        <p:spPr>
          <a:xfrm>
            <a:off x="3023574" y="2171180"/>
            <a:ext cx="718602" cy="2348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400" dirty="0">
                <a:solidFill>
                  <a:schemeClr val="dk1"/>
                </a:solidFill>
                <a:latin typeface="Calibri"/>
                <a:ea typeface="Calibri"/>
                <a:cs typeface="Calibri"/>
                <a:sym typeface="Calibri"/>
              </a:rPr>
              <a:t>submit</a:t>
            </a:r>
            <a:endParaRPr sz="1400" dirty="0">
              <a:solidFill>
                <a:schemeClr val="dk1"/>
              </a:solidFill>
              <a:latin typeface="Calibri"/>
              <a:ea typeface="Calibri"/>
              <a:cs typeface="Calibri"/>
              <a:sym typeface="Calibri"/>
            </a:endParaRPr>
          </a:p>
        </p:txBody>
      </p:sp>
      <p:sp>
        <p:nvSpPr>
          <p:cNvPr id="32" name="Google Shape;198;p33">
            <a:extLst>
              <a:ext uri="{FF2B5EF4-FFF2-40B4-BE49-F238E27FC236}">
                <a16:creationId xmlns:a16="http://schemas.microsoft.com/office/drawing/2014/main" id="{B9D7F3D4-4F40-FE37-2FF5-E0A34858BB8D}"/>
              </a:ext>
            </a:extLst>
          </p:cNvPr>
          <p:cNvSpPr/>
          <p:nvPr/>
        </p:nvSpPr>
        <p:spPr>
          <a:xfrm>
            <a:off x="663044" y="3226745"/>
            <a:ext cx="1990172" cy="2237684"/>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Registration form</a:t>
            </a:r>
            <a:br>
              <a:rPr lang="es-419" sz="1800" dirty="0">
                <a:solidFill>
                  <a:schemeClr val="dk1"/>
                </a:solidFill>
                <a:latin typeface="Calibri"/>
                <a:ea typeface="Calibri"/>
                <a:cs typeface="Calibri"/>
                <a:sym typeface="Calibri"/>
              </a:rPr>
            </a:br>
            <a:r>
              <a:rPr lang="es-419" sz="1800" dirty="0">
                <a:solidFill>
                  <a:schemeClr val="dk1"/>
                </a:solidFill>
                <a:latin typeface="Calibri"/>
                <a:ea typeface="Calibri"/>
                <a:cs typeface="Calibri"/>
                <a:sym typeface="Calibri"/>
              </a:rPr>
              <a:t>[field: username</a:t>
            </a:r>
            <a:endParaRPr dirty="0"/>
          </a:p>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field: desired password</a:t>
            </a:r>
            <a:endParaRPr lang="es-419" dirty="0">
              <a:solidFill>
                <a:schemeClr val="dk1"/>
              </a:solidFill>
              <a:latin typeface="Calibri"/>
              <a:ea typeface="Calibri"/>
              <a:cs typeface="Calibri"/>
              <a:sym typeface="Calibri"/>
            </a:endParaRPr>
          </a:p>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field: desired password again</a:t>
            </a:r>
            <a:endParaRPr lang="es-419" dirty="0">
              <a:solidFill>
                <a:schemeClr val="dk1"/>
              </a:solidFill>
              <a:latin typeface="Calibri"/>
              <a:ea typeface="Calibri"/>
              <a:cs typeface="Calibri"/>
              <a:sym typeface="Calibri"/>
            </a:endParaRPr>
          </a:p>
          <a:p>
            <a:pPr marL="0" marR="0" lvl="0" indent="0" algn="ctr" rtl="0">
              <a:spcBef>
                <a:spcPts val="0"/>
              </a:spcBef>
              <a:spcAft>
                <a:spcPts val="0"/>
              </a:spcAft>
              <a:buNone/>
            </a:pPr>
            <a:r>
              <a:rPr lang="es-419" dirty="0">
                <a:solidFill>
                  <a:schemeClr val="dk1"/>
                </a:solidFill>
                <a:latin typeface="Calibri"/>
                <a:ea typeface="Calibri"/>
                <a:cs typeface="Calibri"/>
                <a:sym typeface="Calibri"/>
              </a:rPr>
              <a:t>f</a:t>
            </a:r>
            <a:r>
              <a:rPr lang="es-419" sz="1800" dirty="0">
                <a:solidFill>
                  <a:schemeClr val="dk1"/>
                </a:solidFill>
                <a:latin typeface="Calibri"/>
                <a:ea typeface="Calibri"/>
                <a:cs typeface="Calibri"/>
                <a:sym typeface="Calibri"/>
              </a:rPr>
              <a:t>ield:role]</a:t>
            </a: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33" name="Google Shape;202;p33">
            <a:extLst>
              <a:ext uri="{FF2B5EF4-FFF2-40B4-BE49-F238E27FC236}">
                <a16:creationId xmlns:a16="http://schemas.microsoft.com/office/drawing/2014/main" id="{44CC7659-88D6-81C3-664D-8FC770667280}"/>
              </a:ext>
            </a:extLst>
          </p:cNvPr>
          <p:cNvSpPr/>
          <p:nvPr/>
        </p:nvSpPr>
        <p:spPr>
          <a:xfrm>
            <a:off x="3904460" y="2244982"/>
            <a:ext cx="1368152"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Check</a:t>
            </a:r>
            <a:br>
              <a:rPr lang="es-419" sz="1600" dirty="0">
                <a:solidFill>
                  <a:schemeClr val="dk1"/>
                </a:solidFill>
                <a:latin typeface="Calibri"/>
                <a:ea typeface="Calibri"/>
                <a:cs typeface="Calibri"/>
                <a:sym typeface="Calibri"/>
              </a:rPr>
            </a:br>
            <a:r>
              <a:rPr lang="es-419" sz="1600" dirty="0">
                <a:solidFill>
                  <a:schemeClr val="dk1"/>
                </a:solidFill>
                <a:latin typeface="Calibri"/>
                <a:ea typeface="Calibri"/>
                <a:cs typeface="Calibri"/>
                <a:sym typeface="Calibri"/>
              </a:rPr>
              <a:t>LogIn</a:t>
            </a:r>
            <a:endParaRPr sz="1600" dirty="0">
              <a:solidFill>
                <a:schemeClr val="dk1"/>
              </a:solidFill>
              <a:latin typeface="Calibri"/>
              <a:ea typeface="Calibri"/>
              <a:cs typeface="Calibri"/>
              <a:sym typeface="Calibri"/>
            </a:endParaRPr>
          </a:p>
        </p:txBody>
      </p:sp>
      <p:sp>
        <p:nvSpPr>
          <p:cNvPr id="34" name="Google Shape;202;p33">
            <a:extLst>
              <a:ext uri="{FF2B5EF4-FFF2-40B4-BE49-F238E27FC236}">
                <a16:creationId xmlns:a16="http://schemas.microsoft.com/office/drawing/2014/main" id="{C19669C9-1139-930C-14CA-570E8A8CBB93}"/>
              </a:ext>
            </a:extLst>
          </p:cNvPr>
          <p:cNvSpPr/>
          <p:nvPr/>
        </p:nvSpPr>
        <p:spPr>
          <a:xfrm>
            <a:off x="4190185" y="4451472"/>
            <a:ext cx="1553267"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Check</a:t>
            </a:r>
            <a:br>
              <a:rPr lang="es-419" sz="1600" dirty="0">
                <a:solidFill>
                  <a:schemeClr val="dk1"/>
                </a:solidFill>
                <a:latin typeface="Calibri"/>
                <a:ea typeface="Calibri"/>
                <a:cs typeface="Calibri"/>
                <a:sym typeface="Calibri"/>
              </a:rPr>
            </a:br>
            <a:r>
              <a:rPr lang="es-419" sz="1600" dirty="0">
                <a:solidFill>
                  <a:schemeClr val="dk1"/>
                </a:solidFill>
                <a:latin typeface="Calibri"/>
                <a:ea typeface="Calibri"/>
                <a:cs typeface="Calibri"/>
                <a:sym typeface="Calibri"/>
              </a:rPr>
              <a:t>Registration</a:t>
            </a:r>
            <a:endParaRPr sz="1600" dirty="0">
              <a:solidFill>
                <a:schemeClr val="dk1"/>
              </a:solidFill>
              <a:latin typeface="Calibri"/>
              <a:ea typeface="Calibri"/>
              <a:cs typeface="Calibri"/>
              <a:sym typeface="Calibri"/>
            </a:endParaRPr>
          </a:p>
        </p:txBody>
      </p:sp>
      <p:cxnSp>
        <p:nvCxnSpPr>
          <p:cNvPr id="37" name="Google Shape;210;p33">
            <a:extLst>
              <a:ext uri="{FF2B5EF4-FFF2-40B4-BE49-F238E27FC236}">
                <a16:creationId xmlns:a16="http://schemas.microsoft.com/office/drawing/2014/main" id="{A6584C22-C8CD-C135-898A-9B4762984FE8}"/>
              </a:ext>
            </a:extLst>
          </p:cNvPr>
          <p:cNvCxnSpPr>
            <a:cxnSpLocks/>
          </p:cNvCxnSpPr>
          <p:nvPr/>
        </p:nvCxnSpPr>
        <p:spPr>
          <a:xfrm>
            <a:off x="2793799" y="4696857"/>
            <a:ext cx="1454228"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8" name="Google Shape;200;p33">
            <a:extLst>
              <a:ext uri="{FF2B5EF4-FFF2-40B4-BE49-F238E27FC236}">
                <a16:creationId xmlns:a16="http://schemas.microsoft.com/office/drawing/2014/main" id="{C18A0A51-B88D-FA12-7DD2-9DE68823906E}"/>
              </a:ext>
            </a:extLst>
          </p:cNvPr>
          <p:cNvSpPr/>
          <p:nvPr/>
        </p:nvSpPr>
        <p:spPr>
          <a:xfrm>
            <a:off x="2542693" y="4588846"/>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9" name="Google Shape;204;p33">
            <a:extLst>
              <a:ext uri="{FF2B5EF4-FFF2-40B4-BE49-F238E27FC236}">
                <a16:creationId xmlns:a16="http://schemas.microsoft.com/office/drawing/2014/main" id="{C0131074-C816-6C9E-AC33-7D6B5839CBDE}"/>
              </a:ext>
            </a:extLst>
          </p:cNvPr>
          <p:cNvSpPr txBox="1"/>
          <p:nvPr/>
        </p:nvSpPr>
        <p:spPr>
          <a:xfrm>
            <a:off x="3029800" y="4373845"/>
            <a:ext cx="832200" cy="27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400" dirty="0">
                <a:solidFill>
                  <a:schemeClr val="dk1"/>
                </a:solidFill>
                <a:latin typeface="Calibri"/>
                <a:ea typeface="Calibri"/>
                <a:cs typeface="Calibri"/>
                <a:sym typeface="Calibri"/>
              </a:rPr>
              <a:t>submit</a:t>
            </a:r>
            <a:endParaRPr sz="1400" dirty="0">
              <a:solidFill>
                <a:schemeClr val="dk1"/>
              </a:solidFill>
              <a:latin typeface="Calibri"/>
              <a:ea typeface="Calibri"/>
              <a:cs typeface="Calibri"/>
              <a:sym typeface="Calibri"/>
            </a:endParaRPr>
          </a:p>
        </p:txBody>
      </p:sp>
      <p:sp>
        <p:nvSpPr>
          <p:cNvPr id="41" name="Google Shape;200;p33">
            <a:extLst>
              <a:ext uri="{FF2B5EF4-FFF2-40B4-BE49-F238E27FC236}">
                <a16:creationId xmlns:a16="http://schemas.microsoft.com/office/drawing/2014/main" id="{025FA95A-DA6C-C78A-AA8B-C9E1BBB264A9}"/>
              </a:ext>
            </a:extLst>
          </p:cNvPr>
          <p:cNvSpPr/>
          <p:nvPr/>
        </p:nvSpPr>
        <p:spPr>
          <a:xfrm>
            <a:off x="5563432" y="4577060"/>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42" name="Google Shape;200;p33">
            <a:extLst>
              <a:ext uri="{FF2B5EF4-FFF2-40B4-BE49-F238E27FC236}">
                <a16:creationId xmlns:a16="http://schemas.microsoft.com/office/drawing/2014/main" id="{2B1CE6E2-B9FC-BE40-9FAA-51875F4EE4C2}"/>
              </a:ext>
            </a:extLst>
          </p:cNvPr>
          <p:cNvSpPr/>
          <p:nvPr/>
        </p:nvSpPr>
        <p:spPr>
          <a:xfrm>
            <a:off x="5048193" y="2330044"/>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46" name="Rectangle 5">
            <a:extLst>
              <a:ext uri="{FF2B5EF4-FFF2-40B4-BE49-F238E27FC236}">
                <a16:creationId xmlns:a16="http://schemas.microsoft.com/office/drawing/2014/main" id="{4DEB5AC0-C99E-BA97-F980-CB2BEA2057EE}"/>
              </a:ext>
            </a:extLst>
          </p:cNvPr>
          <p:cNvSpPr/>
          <p:nvPr/>
        </p:nvSpPr>
        <p:spPr>
          <a:xfrm>
            <a:off x="9325154" y="1616951"/>
            <a:ext cx="2028646" cy="161145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r>
              <a:rPr lang="en-US" dirty="0">
                <a:latin typeface="Calibri"/>
                <a:cs typeface="Calibri"/>
              </a:rPr>
              <a:t>HomePage Client</a:t>
            </a:r>
          </a:p>
        </p:txBody>
      </p:sp>
      <p:sp>
        <p:nvSpPr>
          <p:cNvPr id="47" name="Rectangle 5">
            <a:extLst>
              <a:ext uri="{FF2B5EF4-FFF2-40B4-BE49-F238E27FC236}">
                <a16:creationId xmlns:a16="http://schemas.microsoft.com/office/drawing/2014/main" id="{4D1FE5F5-7AB4-BEA2-A98F-9D1D5193A3B0}"/>
              </a:ext>
            </a:extLst>
          </p:cNvPr>
          <p:cNvSpPr/>
          <p:nvPr/>
        </p:nvSpPr>
        <p:spPr>
          <a:xfrm>
            <a:off x="9325154" y="3940773"/>
            <a:ext cx="2028645" cy="1588759"/>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r>
              <a:rPr lang="en-US" dirty="0">
                <a:solidFill>
                  <a:schemeClr val="tx1"/>
                </a:solidFill>
                <a:latin typeface="Calibri"/>
                <a:cs typeface="Calibri"/>
              </a:rPr>
              <a:t>HomePage Employee</a:t>
            </a:r>
          </a:p>
        </p:txBody>
      </p:sp>
      <p:cxnSp>
        <p:nvCxnSpPr>
          <p:cNvPr id="77" name="Connettore a gomito 76">
            <a:extLst>
              <a:ext uri="{FF2B5EF4-FFF2-40B4-BE49-F238E27FC236}">
                <a16:creationId xmlns:a16="http://schemas.microsoft.com/office/drawing/2014/main" id="{2FA99D32-3EAD-F24C-1885-D20CFAA68563}"/>
              </a:ext>
            </a:extLst>
          </p:cNvPr>
          <p:cNvCxnSpPr>
            <a:cxnSpLocks/>
          </p:cNvCxnSpPr>
          <p:nvPr/>
        </p:nvCxnSpPr>
        <p:spPr>
          <a:xfrm rot="5400000" flipH="1" flipV="1">
            <a:off x="5354781" y="3126422"/>
            <a:ext cx="1819907" cy="1111188"/>
          </a:xfrm>
          <a:prstGeom prst="bentConnector3">
            <a:avLst>
              <a:gd name="adj1" fmla="val 5000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83" name="Connettore 2 82">
            <a:extLst>
              <a:ext uri="{FF2B5EF4-FFF2-40B4-BE49-F238E27FC236}">
                <a16:creationId xmlns:a16="http://schemas.microsoft.com/office/drawing/2014/main" id="{B8E2FC63-C593-7CAD-58D1-7A2988C36BCD}"/>
              </a:ext>
            </a:extLst>
          </p:cNvPr>
          <p:cNvCxnSpPr>
            <a:cxnSpLocks/>
            <a:stCxn id="42" idx="6"/>
          </p:cNvCxnSpPr>
          <p:nvPr/>
        </p:nvCxnSpPr>
        <p:spPr>
          <a:xfrm>
            <a:off x="5336225" y="2438056"/>
            <a:ext cx="1354842"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87" name="Connettore a gomito 86">
            <a:extLst>
              <a:ext uri="{FF2B5EF4-FFF2-40B4-BE49-F238E27FC236}">
                <a16:creationId xmlns:a16="http://schemas.microsoft.com/office/drawing/2014/main" id="{6C294FEE-52F0-079D-0663-792CCC378C29}"/>
              </a:ext>
            </a:extLst>
          </p:cNvPr>
          <p:cNvCxnSpPr>
            <a:cxnSpLocks/>
            <a:stCxn id="42" idx="4"/>
            <a:endCxn id="67" idx="0"/>
          </p:cNvCxnSpPr>
          <p:nvPr/>
        </p:nvCxnSpPr>
        <p:spPr>
          <a:xfrm rot="16200000" flipH="1">
            <a:off x="5287118" y="2451158"/>
            <a:ext cx="1893619" cy="2083437"/>
          </a:xfrm>
          <a:prstGeom prst="bentConnector3">
            <a:avLst>
              <a:gd name="adj1" fmla="val 5000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94" name="TextBox 2">
            <a:extLst>
              <a:ext uri="{FF2B5EF4-FFF2-40B4-BE49-F238E27FC236}">
                <a16:creationId xmlns:a16="http://schemas.microsoft.com/office/drawing/2014/main" id="{601476CA-101A-A213-DE00-0EC59CF9DA64}"/>
              </a:ext>
            </a:extLst>
          </p:cNvPr>
          <p:cNvSpPr txBox="1"/>
          <p:nvPr/>
        </p:nvSpPr>
        <p:spPr>
          <a:xfrm>
            <a:off x="5183172" y="2500385"/>
            <a:ext cx="1507895" cy="276999"/>
          </a:xfrm>
          <a:prstGeom prst="rect">
            <a:avLst/>
          </a:prstGeom>
          <a:noFill/>
        </p:spPr>
        <p:txBody>
          <a:bodyPr wrap="square" rtlCol="0">
            <a:spAutoFit/>
          </a:bodyPr>
          <a:lstStyle/>
          <a:p>
            <a:r>
              <a:rPr lang="en-US" sz="1200" dirty="0"/>
              <a:t>user</a:t>
            </a:r>
            <a:r>
              <a:rPr lang="en-US" sz="1200" dirty="0">
                <a:sym typeface="Wingdings" panose="05000000000000000000" pitchFamily="2" charset="2"/>
              </a:rPr>
              <a:t> session</a:t>
            </a:r>
          </a:p>
        </p:txBody>
      </p:sp>
      <p:sp>
        <p:nvSpPr>
          <p:cNvPr id="99" name="Google Shape;200;p33">
            <a:extLst>
              <a:ext uri="{FF2B5EF4-FFF2-40B4-BE49-F238E27FC236}">
                <a16:creationId xmlns:a16="http://schemas.microsoft.com/office/drawing/2014/main" id="{BFDD7098-4345-D957-8070-74D22E85A5DA}"/>
              </a:ext>
            </a:extLst>
          </p:cNvPr>
          <p:cNvSpPr/>
          <p:nvPr/>
        </p:nvSpPr>
        <p:spPr>
          <a:xfrm>
            <a:off x="4404295" y="4318001"/>
            <a:ext cx="288032" cy="2361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00" name="Google Shape;200;p33">
            <a:extLst>
              <a:ext uri="{FF2B5EF4-FFF2-40B4-BE49-F238E27FC236}">
                <a16:creationId xmlns:a16="http://schemas.microsoft.com/office/drawing/2014/main" id="{A501C4E0-1363-D75E-B315-FE702511471E}"/>
              </a:ext>
            </a:extLst>
          </p:cNvPr>
          <p:cNvSpPr/>
          <p:nvPr/>
        </p:nvSpPr>
        <p:spPr>
          <a:xfrm>
            <a:off x="4020884" y="2611929"/>
            <a:ext cx="288032" cy="230128"/>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102" name="Connettore a gomito 101">
            <a:extLst>
              <a:ext uri="{FF2B5EF4-FFF2-40B4-BE49-F238E27FC236}">
                <a16:creationId xmlns:a16="http://schemas.microsoft.com/office/drawing/2014/main" id="{856A1DF9-2266-55C7-99CF-EEE2C50E623F}"/>
              </a:ext>
            </a:extLst>
          </p:cNvPr>
          <p:cNvCxnSpPr>
            <a:cxnSpLocks/>
            <a:stCxn id="100" idx="4"/>
          </p:cNvCxnSpPr>
          <p:nvPr/>
        </p:nvCxnSpPr>
        <p:spPr>
          <a:xfrm rot="5400000">
            <a:off x="3498147" y="2454602"/>
            <a:ext cx="279299" cy="1054209"/>
          </a:xfrm>
          <a:prstGeom prst="bentConnector2">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107" name="Connettore a gomito 106">
            <a:extLst>
              <a:ext uri="{FF2B5EF4-FFF2-40B4-BE49-F238E27FC236}">
                <a16:creationId xmlns:a16="http://schemas.microsoft.com/office/drawing/2014/main" id="{9B654340-F4E6-84B7-E2C5-EA6DD300524A}"/>
              </a:ext>
            </a:extLst>
          </p:cNvPr>
          <p:cNvCxnSpPr>
            <a:cxnSpLocks/>
            <a:stCxn id="99" idx="0"/>
          </p:cNvCxnSpPr>
          <p:nvPr/>
        </p:nvCxnSpPr>
        <p:spPr>
          <a:xfrm rot="16200000" flipV="1">
            <a:off x="3648226" y="3417915"/>
            <a:ext cx="362551" cy="1437621"/>
          </a:xfrm>
          <a:prstGeom prst="bentConnector2">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108" name="TextBox 2">
            <a:extLst>
              <a:ext uri="{FF2B5EF4-FFF2-40B4-BE49-F238E27FC236}">
                <a16:creationId xmlns:a16="http://schemas.microsoft.com/office/drawing/2014/main" id="{BA5E4E60-9B62-2DED-FB27-9D8602482633}"/>
              </a:ext>
            </a:extLst>
          </p:cNvPr>
          <p:cNvSpPr txBox="1"/>
          <p:nvPr/>
        </p:nvSpPr>
        <p:spPr>
          <a:xfrm>
            <a:off x="3115709" y="3115513"/>
            <a:ext cx="1368151" cy="276999"/>
          </a:xfrm>
          <a:prstGeom prst="rect">
            <a:avLst/>
          </a:prstGeom>
          <a:noFill/>
        </p:spPr>
        <p:txBody>
          <a:bodyPr wrap="square" rtlCol="0">
            <a:spAutoFit/>
          </a:bodyPr>
          <a:lstStyle/>
          <a:p>
            <a:r>
              <a:rPr lang="en-US" sz="1200" dirty="0"/>
              <a:t>invalid credentials</a:t>
            </a:r>
          </a:p>
        </p:txBody>
      </p:sp>
      <p:sp>
        <p:nvSpPr>
          <p:cNvPr id="109" name="Google Shape;202;p33">
            <a:extLst>
              <a:ext uri="{FF2B5EF4-FFF2-40B4-BE49-F238E27FC236}">
                <a16:creationId xmlns:a16="http://schemas.microsoft.com/office/drawing/2014/main" id="{2483671A-C8DC-E32F-2BCD-F77BD0D5E205}"/>
              </a:ext>
            </a:extLst>
          </p:cNvPr>
          <p:cNvSpPr/>
          <p:nvPr/>
        </p:nvSpPr>
        <p:spPr>
          <a:xfrm>
            <a:off x="8664980" y="791483"/>
            <a:ext cx="1368152"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LogOut</a:t>
            </a:r>
            <a:endParaRPr sz="1800" dirty="0">
              <a:solidFill>
                <a:schemeClr val="dk1"/>
              </a:solidFill>
              <a:latin typeface="Calibri"/>
              <a:ea typeface="Calibri"/>
              <a:cs typeface="Calibri"/>
              <a:sym typeface="Calibri"/>
            </a:endParaRPr>
          </a:p>
        </p:txBody>
      </p:sp>
      <p:sp>
        <p:nvSpPr>
          <p:cNvPr id="110" name="Google Shape;200;p33">
            <a:extLst>
              <a:ext uri="{FF2B5EF4-FFF2-40B4-BE49-F238E27FC236}">
                <a16:creationId xmlns:a16="http://schemas.microsoft.com/office/drawing/2014/main" id="{F88C0BD5-F74C-BEC1-30BA-A832727FFE80}"/>
              </a:ext>
            </a:extLst>
          </p:cNvPr>
          <p:cNvSpPr/>
          <p:nvPr/>
        </p:nvSpPr>
        <p:spPr>
          <a:xfrm>
            <a:off x="10698231" y="1515647"/>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1" name="Google Shape;200;p33">
            <a:extLst>
              <a:ext uri="{FF2B5EF4-FFF2-40B4-BE49-F238E27FC236}">
                <a16:creationId xmlns:a16="http://schemas.microsoft.com/office/drawing/2014/main" id="{0C15D2E5-2F1C-A863-9860-CA78F3C02633}"/>
              </a:ext>
            </a:extLst>
          </p:cNvPr>
          <p:cNvSpPr/>
          <p:nvPr/>
        </p:nvSpPr>
        <p:spPr>
          <a:xfrm>
            <a:off x="11229525" y="4142876"/>
            <a:ext cx="288032" cy="230128"/>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115" name="Connettore a gomito 114">
            <a:extLst>
              <a:ext uri="{FF2B5EF4-FFF2-40B4-BE49-F238E27FC236}">
                <a16:creationId xmlns:a16="http://schemas.microsoft.com/office/drawing/2014/main" id="{66390369-344A-D19F-8001-40A19C4197CC}"/>
              </a:ext>
            </a:extLst>
          </p:cNvPr>
          <p:cNvCxnSpPr>
            <a:stCxn id="110" idx="0"/>
            <a:endCxn id="109" idx="2"/>
          </p:cNvCxnSpPr>
          <p:nvPr/>
        </p:nvCxnSpPr>
        <p:spPr>
          <a:xfrm rot="16200000" flipV="1">
            <a:off x="10167628" y="841027"/>
            <a:ext cx="478779" cy="870461"/>
          </a:xfrm>
          <a:prstGeom prst="bentConnector2">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119" name="Google Shape;200;p33">
            <a:extLst>
              <a:ext uri="{FF2B5EF4-FFF2-40B4-BE49-F238E27FC236}">
                <a16:creationId xmlns:a16="http://schemas.microsoft.com/office/drawing/2014/main" id="{C452297D-6D14-FE97-63B3-A1C065A99501}"/>
              </a:ext>
            </a:extLst>
          </p:cNvPr>
          <p:cNvSpPr/>
          <p:nvPr/>
        </p:nvSpPr>
        <p:spPr>
          <a:xfrm>
            <a:off x="8548777" y="902093"/>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122" name="Connettore a gomito 121">
            <a:extLst>
              <a:ext uri="{FF2B5EF4-FFF2-40B4-BE49-F238E27FC236}">
                <a16:creationId xmlns:a16="http://schemas.microsoft.com/office/drawing/2014/main" id="{A23333C7-A20A-EF88-EFE9-804C9E8865E1}"/>
              </a:ext>
            </a:extLst>
          </p:cNvPr>
          <p:cNvCxnSpPr>
            <a:cxnSpLocks/>
          </p:cNvCxnSpPr>
          <p:nvPr/>
        </p:nvCxnSpPr>
        <p:spPr>
          <a:xfrm rot="10800000" flipV="1">
            <a:off x="1621766" y="1001835"/>
            <a:ext cx="6995730" cy="442702"/>
          </a:xfrm>
          <a:prstGeom prst="bentConnector3">
            <a:avLst>
              <a:gd name="adj1" fmla="val 100064"/>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135" name="Connettore a gomito 134">
            <a:extLst>
              <a:ext uri="{FF2B5EF4-FFF2-40B4-BE49-F238E27FC236}">
                <a16:creationId xmlns:a16="http://schemas.microsoft.com/office/drawing/2014/main" id="{27EDDAC1-911A-0244-37F9-08A73515A9FD}"/>
              </a:ext>
            </a:extLst>
          </p:cNvPr>
          <p:cNvCxnSpPr>
            <a:stCxn id="111" idx="6"/>
          </p:cNvCxnSpPr>
          <p:nvPr/>
        </p:nvCxnSpPr>
        <p:spPr>
          <a:xfrm flipH="1" flipV="1">
            <a:off x="10093660" y="902093"/>
            <a:ext cx="1423897" cy="3355847"/>
          </a:xfrm>
          <a:prstGeom prst="bentConnector4">
            <a:avLst>
              <a:gd name="adj1" fmla="val -16055"/>
              <a:gd name="adj2" fmla="val 10004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137" name="TextBox 2">
            <a:extLst>
              <a:ext uri="{FF2B5EF4-FFF2-40B4-BE49-F238E27FC236}">
                <a16:creationId xmlns:a16="http://schemas.microsoft.com/office/drawing/2014/main" id="{2F1D90FB-ED91-1AE3-6934-6F91D72DEFB1}"/>
              </a:ext>
            </a:extLst>
          </p:cNvPr>
          <p:cNvSpPr txBox="1"/>
          <p:nvPr/>
        </p:nvSpPr>
        <p:spPr>
          <a:xfrm>
            <a:off x="3206294" y="3683479"/>
            <a:ext cx="1368151" cy="276999"/>
          </a:xfrm>
          <a:prstGeom prst="rect">
            <a:avLst/>
          </a:prstGeom>
          <a:noFill/>
        </p:spPr>
        <p:txBody>
          <a:bodyPr wrap="square" rtlCol="0">
            <a:spAutoFit/>
          </a:bodyPr>
          <a:lstStyle/>
          <a:p>
            <a:r>
              <a:rPr lang="en-US" sz="1200" dirty="0"/>
              <a:t>already registered</a:t>
            </a:r>
          </a:p>
        </p:txBody>
      </p:sp>
      <p:sp>
        <p:nvSpPr>
          <p:cNvPr id="59" name="Google Shape;202;p33">
            <a:extLst>
              <a:ext uri="{FF2B5EF4-FFF2-40B4-BE49-F238E27FC236}">
                <a16:creationId xmlns:a16="http://schemas.microsoft.com/office/drawing/2014/main" id="{29FF162F-539B-70C5-7DAA-6B6BE0EA0DAC}"/>
              </a:ext>
            </a:extLst>
          </p:cNvPr>
          <p:cNvSpPr/>
          <p:nvPr/>
        </p:nvSpPr>
        <p:spPr>
          <a:xfrm>
            <a:off x="6691067" y="2212061"/>
            <a:ext cx="1254960"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Get ClientHomePage</a:t>
            </a:r>
            <a:endParaRPr sz="1200" dirty="0">
              <a:solidFill>
                <a:schemeClr val="dk1"/>
              </a:solidFill>
              <a:latin typeface="Calibri"/>
              <a:ea typeface="Calibri"/>
              <a:cs typeface="Calibri"/>
              <a:sym typeface="Calibri"/>
            </a:endParaRPr>
          </a:p>
        </p:txBody>
      </p:sp>
      <p:cxnSp>
        <p:nvCxnSpPr>
          <p:cNvPr id="30" name="Connettore 2 29">
            <a:extLst>
              <a:ext uri="{FF2B5EF4-FFF2-40B4-BE49-F238E27FC236}">
                <a16:creationId xmlns:a16="http://schemas.microsoft.com/office/drawing/2014/main" id="{2507136D-59CA-5E2F-9A50-F17C1DAFCF8D}"/>
              </a:ext>
            </a:extLst>
          </p:cNvPr>
          <p:cNvCxnSpPr>
            <a:cxnSpLocks/>
          </p:cNvCxnSpPr>
          <p:nvPr/>
        </p:nvCxnSpPr>
        <p:spPr>
          <a:xfrm flipV="1">
            <a:off x="8012599" y="2457446"/>
            <a:ext cx="1207481" cy="2571"/>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67" name="Google Shape;202;p33">
            <a:extLst>
              <a:ext uri="{FF2B5EF4-FFF2-40B4-BE49-F238E27FC236}">
                <a16:creationId xmlns:a16="http://schemas.microsoft.com/office/drawing/2014/main" id="{984F5B60-4ED6-5021-8F48-B5BE821A5398}"/>
              </a:ext>
            </a:extLst>
          </p:cNvPr>
          <p:cNvSpPr/>
          <p:nvPr/>
        </p:nvSpPr>
        <p:spPr>
          <a:xfrm>
            <a:off x="6691067" y="4439687"/>
            <a:ext cx="1169157"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Get EmployeeHomePage</a:t>
            </a:r>
            <a:endParaRPr sz="1200" dirty="0">
              <a:solidFill>
                <a:schemeClr val="dk1"/>
              </a:solidFill>
              <a:latin typeface="Calibri"/>
              <a:ea typeface="Calibri"/>
              <a:cs typeface="Calibri"/>
              <a:sym typeface="Calibri"/>
            </a:endParaRPr>
          </a:p>
        </p:txBody>
      </p:sp>
      <p:cxnSp>
        <p:nvCxnSpPr>
          <p:cNvPr id="49" name="Connettore 2 48">
            <a:extLst>
              <a:ext uri="{FF2B5EF4-FFF2-40B4-BE49-F238E27FC236}">
                <a16:creationId xmlns:a16="http://schemas.microsoft.com/office/drawing/2014/main" id="{AC9CA020-3D64-CB3B-A93D-875B8810D190}"/>
              </a:ext>
            </a:extLst>
          </p:cNvPr>
          <p:cNvCxnSpPr>
            <a:cxnSpLocks/>
            <a:stCxn id="41" idx="6"/>
            <a:endCxn id="67" idx="5"/>
          </p:cNvCxnSpPr>
          <p:nvPr/>
        </p:nvCxnSpPr>
        <p:spPr>
          <a:xfrm>
            <a:off x="5851464" y="4685072"/>
            <a:ext cx="900949"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79" name="Connettore 2 78">
            <a:extLst>
              <a:ext uri="{FF2B5EF4-FFF2-40B4-BE49-F238E27FC236}">
                <a16:creationId xmlns:a16="http://schemas.microsoft.com/office/drawing/2014/main" id="{58E7E540-0033-4ED4-31DD-E936C4B4DC06}"/>
              </a:ext>
            </a:extLst>
          </p:cNvPr>
          <p:cNvCxnSpPr>
            <a:cxnSpLocks/>
          </p:cNvCxnSpPr>
          <p:nvPr/>
        </p:nvCxnSpPr>
        <p:spPr>
          <a:xfrm>
            <a:off x="7966990" y="4735152"/>
            <a:ext cx="125309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81" name="TextBox 2">
            <a:extLst>
              <a:ext uri="{FF2B5EF4-FFF2-40B4-BE49-F238E27FC236}">
                <a16:creationId xmlns:a16="http://schemas.microsoft.com/office/drawing/2014/main" id="{05719B57-E2D0-BA5A-EC25-918399F22592}"/>
              </a:ext>
            </a:extLst>
          </p:cNvPr>
          <p:cNvSpPr txBox="1"/>
          <p:nvPr/>
        </p:nvSpPr>
        <p:spPr>
          <a:xfrm>
            <a:off x="5690734" y="4369179"/>
            <a:ext cx="1120558" cy="276999"/>
          </a:xfrm>
          <a:prstGeom prst="rect">
            <a:avLst/>
          </a:prstGeom>
          <a:noFill/>
        </p:spPr>
        <p:txBody>
          <a:bodyPr wrap="square" rtlCol="0">
            <a:spAutoFit/>
          </a:bodyPr>
          <a:lstStyle/>
          <a:p>
            <a:r>
              <a:rPr lang="en-US" sz="1200" dirty="0"/>
              <a:t>user</a:t>
            </a:r>
            <a:r>
              <a:rPr lang="en-US" sz="1200" dirty="0">
                <a:sym typeface="Wingdings" panose="05000000000000000000" pitchFamily="2" charset="2"/>
              </a:rPr>
              <a:t> session</a:t>
            </a:r>
          </a:p>
        </p:txBody>
      </p:sp>
    </p:spTree>
    <p:extLst>
      <p:ext uri="{BB962C8B-B14F-4D97-AF65-F5344CB8AC3E}">
        <p14:creationId xmlns:p14="http://schemas.microsoft.com/office/powerpoint/2010/main" val="2172422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96D4395D-0C59-0174-7F22-0DDADF24CED6}"/>
              </a:ext>
            </a:extLst>
          </p:cNvPr>
          <p:cNvSpPr>
            <a:spLocks noGrp="1"/>
          </p:cNvSpPr>
          <p:nvPr>
            <p:ph type="title"/>
          </p:nvPr>
        </p:nvSpPr>
        <p:spPr>
          <a:xfrm>
            <a:off x="838200" y="0"/>
            <a:ext cx="10515600" cy="803275"/>
          </a:xfrm>
        </p:spPr>
        <p:txBody>
          <a:bodyPr>
            <a:normAutofit/>
          </a:bodyPr>
          <a:lstStyle/>
          <a:p>
            <a:pPr algn="ctr"/>
            <a:r>
              <a:rPr lang="it-IT" sz="3600" dirty="0"/>
              <a:t>Application design (client)</a:t>
            </a:r>
          </a:p>
        </p:txBody>
      </p:sp>
      <p:sp>
        <p:nvSpPr>
          <p:cNvPr id="5" name="Google Shape;197;p33">
            <a:extLst>
              <a:ext uri="{FF2B5EF4-FFF2-40B4-BE49-F238E27FC236}">
                <a16:creationId xmlns:a16="http://schemas.microsoft.com/office/drawing/2014/main" id="{DD9E13D2-F3EC-B8D6-B93A-7B2B90A8F543}"/>
              </a:ext>
            </a:extLst>
          </p:cNvPr>
          <p:cNvSpPr/>
          <p:nvPr/>
        </p:nvSpPr>
        <p:spPr>
          <a:xfrm>
            <a:off x="656900" y="1533865"/>
            <a:ext cx="3578216" cy="416108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HOME PAGE CLIENT</a:t>
            </a:r>
            <a:endParaRPr sz="1800" dirty="0">
              <a:solidFill>
                <a:schemeClr val="dk1"/>
              </a:solidFill>
              <a:latin typeface="Calibri"/>
              <a:ea typeface="Calibri"/>
              <a:cs typeface="Calibri"/>
              <a:sym typeface="Calibri"/>
            </a:endParaRPr>
          </a:p>
        </p:txBody>
      </p:sp>
      <p:sp>
        <p:nvSpPr>
          <p:cNvPr id="6" name="Google Shape;229;p34">
            <a:extLst>
              <a:ext uri="{FF2B5EF4-FFF2-40B4-BE49-F238E27FC236}">
                <a16:creationId xmlns:a16="http://schemas.microsoft.com/office/drawing/2014/main" id="{C37C98CC-E717-67D8-8E98-91A61F51C47C}"/>
              </a:ext>
            </a:extLst>
          </p:cNvPr>
          <p:cNvSpPr/>
          <p:nvPr/>
        </p:nvSpPr>
        <p:spPr>
          <a:xfrm>
            <a:off x="1183288" y="4300689"/>
            <a:ext cx="2522437" cy="1023446"/>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:List</a:t>
            </a:r>
            <a:endParaRPr lang="es-419" sz="1600" dirty="0"/>
          </a:p>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[databinding: preventive</a:t>
            </a:r>
          </a:p>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Condition:owner=clientID]</a:t>
            </a:r>
            <a:endParaRPr sz="1600" dirty="0">
              <a:solidFill>
                <a:schemeClr val="dk1"/>
              </a:solidFill>
              <a:latin typeface="Calibri"/>
              <a:ea typeface="Calibri"/>
              <a:cs typeface="Calibri"/>
              <a:sym typeface="Calibri"/>
            </a:endParaRPr>
          </a:p>
        </p:txBody>
      </p:sp>
      <p:sp>
        <p:nvSpPr>
          <p:cNvPr id="7" name="Google Shape;232;p34">
            <a:extLst>
              <a:ext uri="{FF2B5EF4-FFF2-40B4-BE49-F238E27FC236}">
                <a16:creationId xmlns:a16="http://schemas.microsoft.com/office/drawing/2014/main" id="{45646C1B-9A7A-4088-F90D-BBB15FC81A6B}"/>
              </a:ext>
            </a:extLst>
          </p:cNvPr>
          <p:cNvSpPr/>
          <p:nvPr/>
        </p:nvSpPr>
        <p:spPr>
          <a:xfrm>
            <a:off x="3561725" y="4436762"/>
            <a:ext cx="288000" cy="2160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8" name="Google Shape;233;p34">
            <a:extLst>
              <a:ext uri="{FF2B5EF4-FFF2-40B4-BE49-F238E27FC236}">
                <a16:creationId xmlns:a16="http://schemas.microsoft.com/office/drawing/2014/main" id="{E4C6A5A1-7EE8-AB8C-FF22-2AD0BB41C8FF}"/>
              </a:ext>
            </a:extLst>
          </p:cNvPr>
          <p:cNvCxnSpPr>
            <a:cxnSpLocks/>
          </p:cNvCxnSpPr>
          <p:nvPr/>
        </p:nvCxnSpPr>
        <p:spPr>
          <a:xfrm flipV="1">
            <a:off x="3811660" y="4300689"/>
            <a:ext cx="1731824" cy="252810"/>
          </a:xfrm>
          <a:prstGeom prst="bentConnector3">
            <a:avLst>
              <a:gd name="adj1" fmla="val 5000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9" name="Google Shape;234;p34">
            <a:extLst>
              <a:ext uri="{FF2B5EF4-FFF2-40B4-BE49-F238E27FC236}">
                <a16:creationId xmlns:a16="http://schemas.microsoft.com/office/drawing/2014/main" id="{F4B69D26-5A0B-A695-73FE-648AB6668011}"/>
              </a:ext>
            </a:extLst>
          </p:cNvPr>
          <p:cNvSpPr/>
          <p:nvPr/>
        </p:nvSpPr>
        <p:spPr>
          <a:xfrm>
            <a:off x="5543483" y="3996362"/>
            <a:ext cx="1797595" cy="725100"/>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400" dirty="0">
                <a:solidFill>
                  <a:schemeClr val="dk1"/>
                </a:solidFill>
                <a:latin typeface="Calibri"/>
                <a:ea typeface="Calibri"/>
                <a:cs typeface="Calibri"/>
                <a:sym typeface="Calibri"/>
              </a:rPr>
              <a:t>Get information about preventive</a:t>
            </a:r>
            <a:endParaRPr sz="1400" dirty="0">
              <a:solidFill>
                <a:schemeClr val="dk1"/>
              </a:solidFill>
              <a:latin typeface="Calibri"/>
              <a:ea typeface="Calibri"/>
              <a:cs typeface="Calibri"/>
              <a:sym typeface="Calibri"/>
            </a:endParaRPr>
          </a:p>
        </p:txBody>
      </p:sp>
      <p:sp>
        <p:nvSpPr>
          <p:cNvPr id="13" name="Google Shape;235;p34">
            <a:extLst>
              <a:ext uri="{FF2B5EF4-FFF2-40B4-BE49-F238E27FC236}">
                <a16:creationId xmlns:a16="http://schemas.microsoft.com/office/drawing/2014/main" id="{3FB0B7B3-8080-45F3-5A28-A750EAFE7F73}"/>
              </a:ext>
            </a:extLst>
          </p:cNvPr>
          <p:cNvSpPr/>
          <p:nvPr/>
        </p:nvSpPr>
        <p:spPr>
          <a:xfrm>
            <a:off x="8839160" y="3829827"/>
            <a:ext cx="3023028" cy="2731394"/>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PREVENTIVE INFO PAGE</a:t>
            </a:r>
            <a:endParaRPr sz="1800" dirty="0">
              <a:solidFill>
                <a:schemeClr val="dk1"/>
              </a:solidFill>
              <a:latin typeface="Calibri"/>
              <a:ea typeface="Calibri"/>
              <a:cs typeface="Calibri"/>
              <a:sym typeface="Calibri"/>
            </a:endParaRPr>
          </a:p>
        </p:txBody>
      </p:sp>
      <p:cxnSp>
        <p:nvCxnSpPr>
          <p:cNvPr id="14" name="Google Shape;238;p34">
            <a:extLst>
              <a:ext uri="{FF2B5EF4-FFF2-40B4-BE49-F238E27FC236}">
                <a16:creationId xmlns:a16="http://schemas.microsoft.com/office/drawing/2014/main" id="{84503667-0B8B-0B91-5D73-687E254FA396}"/>
              </a:ext>
            </a:extLst>
          </p:cNvPr>
          <p:cNvCxnSpPr>
            <a:cxnSpLocks/>
          </p:cNvCxnSpPr>
          <p:nvPr/>
        </p:nvCxnSpPr>
        <p:spPr>
          <a:xfrm>
            <a:off x="7418946" y="4436762"/>
            <a:ext cx="1259412" cy="613625"/>
          </a:xfrm>
          <a:prstGeom prst="bentConnector3">
            <a:avLst>
              <a:gd name="adj1" fmla="val 5000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19" name="Rounded Rectangle 24">
            <a:extLst>
              <a:ext uri="{FF2B5EF4-FFF2-40B4-BE49-F238E27FC236}">
                <a16:creationId xmlns:a16="http://schemas.microsoft.com/office/drawing/2014/main" id="{55CB786A-94C1-5CA8-2527-33E3A936CB92}"/>
              </a:ext>
            </a:extLst>
          </p:cNvPr>
          <p:cNvSpPr/>
          <p:nvPr/>
        </p:nvSpPr>
        <p:spPr>
          <a:xfrm>
            <a:off x="1315625" y="2498737"/>
            <a:ext cx="2303833" cy="1112405"/>
          </a:xfrm>
          <a:prstGeom prst="round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algn="ctr"/>
            <a:r>
              <a:rPr lang="en-US" sz="1600" dirty="0">
                <a:latin typeface="Calibri"/>
                <a:cs typeface="Calibri"/>
              </a:rPr>
              <a:t>Preventive creation form</a:t>
            </a:r>
          </a:p>
          <a:p>
            <a:pPr algn="ctr"/>
            <a:r>
              <a:rPr lang="en-US" sz="1600" dirty="0">
                <a:latin typeface="Calibri"/>
                <a:cs typeface="Calibri"/>
              </a:rPr>
              <a:t>[field:product]</a:t>
            </a:r>
          </a:p>
        </p:txBody>
      </p:sp>
      <p:sp>
        <p:nvSpPr>
          <p:cNvPr id="20" name="Google Shape;232;p34">
            <a:extLst>
              <a:ext uri="{FF2B5EF4-FFF2-40B4-BE49-F238E27FC236}">
                <a16:creationId xmlns:a16="http://schemas.microsoft.com/office/drawing/2014/main" id="{B5E5386D-7675-90B1-2C92-0D21B17DE286}"/>
              </a:ext>
            </a:extLst>
          </p:cNvPr>
          <p:cNvSpPr/>
          <p:nvPr/>
        </p:nvSpPr>
        <p:spPr>
          <a:xfrm>
            <a:off x="3495287" y="2661314"/>
            <a:ext cx="288000" cy="2160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21" name="Google Shape;233;p34">
            <a:extLst>
              <a:ext uri="{FF2B5EF4-FFF2-40B4-BE49-F238E27FC236}">
                <a16:creationId xmlns:a16="http://schemas.microsoft.com/office/drawing/2014/main" id="{401EFBF6-2877-1702-2808-36B04994D730}"/>
              </a:ext>
            </a:extLst>
          </p:cNvPr>
          <p:cNvCxnSpPr/>
          <p:nvPr/>
        </p:nvCxnSpPr>
        <p:spPr>
          <a:xfrm rot="10800000" flipH="1">
            <a:off x="3783287" y="2390267"/>
            <a:ext cx="1606500" cy="371700"/>
          </a:xfrm>
          <a:prstGeom prst="bentConnector3">
            <a:avLst>
              <a:gd name="adj1" fmla="val 48086"/>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22" name="Google Shape;234;p34">
            <a:extLst>
              <a:ext uri="{FF2B5EF4-FFF2-40B4-BE49-F238E27FC236}">
                <a16:creationId xmlns:a16="http://schemas.microsoft.com/office/drawing/2014/main" id="{C51E3ADB-B494-6B49-B00E-BDF4A1ED85C6}"/>
              </a:ext>
            </a:extLst>
          </p:cNvPr>
          <p:cNvSpPr/>
          <p:nvPr/>
        </p:nvSpPr>
        <p:spPr>
          <a:xfrm>
            <a:off x="5432264" y="2137684"/>
            <a:ext cx="1469288" cy="719268"/>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400" dirty="0">
                <a:solidFill>
                  <a:schemeClr val="dk1"/>
                </a:solidFill>
                <a:latin typeface="Calibri"/>
                <a:ea typeface="Calibri"/>
                <a:cs typeface="Calibri"/>
                <a:sym typeface="Calibri"/>
              </a:rPr>
              <a:t>Select options for product</a:t>
            </a:r>
            <a:endParaRPr sz="1400" dirty="0">
              <a:solidFill>
                <a:schemeClr val="dk1"/>
              </a:solidFill>
              <a:latin typeface="Calibri"/>
              <a:ea typeface="Calibri"/>
              <a:cs typeface="Calibri"/>
              <a:sym typeface="Calibri"/>
            </a:endParaRPr>
          </a:p>
        </p:txBody>
      </p:sp>
      <p:sp>
        <p:nvSpPr>
          <p:cNvPr id="26" name="Google Shape;235;p34">
            <a:extLst>
              <a:ext uri="{FF2B5EF4-FFF2-40B4-BE49-F238E27FC236}">
                <a16:creationId xmlns:a16="http://schemas.microsoft.com/office/drawing/2014/main" id="{F0F0D59D-DC58-4CD7-A0AF-D12BCCC09147}"/>
              </a:ext>
            </a:extLst>
          </p:cNvPr>
          <p:cNvSpPr/>
          <p:nvPr/>
        </p:nvSpPr>
        <p:spPr>
          <a:xfrm>
            <a:off x="8283972" y="1204102"/>
            <a:ext cx="3578216" cy="2224898"/>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SELECT OPTIONS FOR PREVENTIVE</a:t>
            </a:r>
            <a:endParaRPr sz="1800" dirty="0">
              <a:solidFill>
                <a:schemeClr val="dk1"/>
              </a:solidFill>
              <a:latin typeface="Calibri"/>
              <a:ea typeface="Calibri"/>
              <a:cs typeface="Calibri"/>
              <a:sym typeface="Calibri"/>
            </a:endParaRPr>
          </a:p>
        </p:txBody>
      </p:sp>
      <p:sp>
        <p:nvSpPr>
          <p:cNvPr id="27" name="Google Shape;249;p35">
            <a:extLst>
              <a:ext uri="{FF2B5EF4-FFF2-40B4-BE49-F238E27FC236}">
                <a16:creationId xmlns:a16="http://schemas.microsoft.com/office/drawing/2014/main" id="{1081E857-5BE1-234A-443B-243B5391AB94}"/>
              </a:ext>
            </a:extLst>
          </p:cNvPr>
          <p:cNvSpPr txBox="1"/>
          <p:nvPr/>
        </p:nvSpPr>
        <p:spPr>
          <a:xfrm>
            <a:off x="3431763" y="2203974"/>
            <a:ext cx="885267" cy="371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submit</a:t>
            </a:r>
            <a:endParaRPr sz="1800" dirty="0">
              <a:solidFill>
                <a:schemeClr val="dk1"/>
              </a:solidFill>
              <a:latin typeface="Calibri"/>
              <a:ea typeface="Calibri"/>
              <a:cs typeface="Calibri"/>
              <a:sym typeface="Calibri"/>
            </a:endParaRPr>
          </a:p>
        </p:txBody>
      </p:sp>
      <p:sp>
        <p:nvSpPr>
          <p:cNvPr id="28" name="Rounded Rectangle 24">
            <a:extLst>
              <a:ext uri="{FF2B5EF4-FFF2-40B4-BE49-F238E27FC236}">
                <a16:creationId xmlns:a16="http://schemas.microsoft.com/office/drawing/2014/main" id="{CC2975ED-5354-F5A9-455A-15D08CAE1046}"/>
              </a:ext>
            </a:extLst>
          </p:cNvPr>
          <p:cNvSpPr/>
          <p:nvPr/>
        </p:nvSpPr>
        <p:spPr>
          <a:xfrm>
            <a:off x="9176074" y="1773503"/>
            <a:ext cx="2303833" cy="1112405"/>
          </a:xfrm>
          <a:prstGeom prst="round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algn="ctr"/>
            <a:r>
              <a:rPr lang="en-US" sz="1600" dirty="0">
                <a:solidFill>
                  <a:schemeClr val="tx1"/>
                </a:solidFill>
                <a:latin typeface="Calibri"/>
                <a:cs typeface="Calibri"/>
              </a:rPr>
              <a:t>Select preventive’s options form</a:t>
            </a:r>
          </a:p>
          <a:p>
            <a:pPr algn="ctr"/>
            <a:r>
              <a:rPr lang="en-US" sz="1600" dirty="0">
                <a:solidFill>
                  <a:schemeClr val="tx1"/>
                </a:solidFill>
                <a:latin typeface="Calibri"/>
                <a:cs typeface="Calibri"/>
              </a:rPr>
              <a:t>[selectionfield:options]</a:t>
            </a:r>
          </a:p>
        </p:txBody>
      </p:sp>
      <p:cxnSp>
        <p:nvCxnSpPr>
          <p:cNvPr id="30" name="Connettore a gomito 29">
            <a:extLst>
              <a:ext uri="{FF2B5EF4-FFF2-40B4-BE49-F238E27FC236}">
                <a16:creationId xmlns:a16="http://schemas.microsoft.com/office/drawing/2014/main" id="{1929348D-01E0-A084-7EC9-B2A1C905DE4B}"/>
              </a:ext>
            </a:extLst>
          </p:cNvPr>
          <p:cNvCxnSpPr>
            <a:cxnSpLocks/>
          </p:cNvCxnSpPr>
          <p:nvPr/>
        </p:nvCxnSpPr>
        <p:spPr>
          <a:xfrm rot="10800000">
            <a:off x="6803952" y="1160574"/>
            <a:ext cx="2372122" cy="1043401"/>
          </a:xfrm>
          <a:prstGeom prst="bentConnector3">
            <a:avLst>
              <a:gd name="adj1" fmla="val 66365"/>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2" name="Google Shape;234;p34">
            <a:extLst>
              <a:ext uri="{FF2B5EF4-FFF2-40B4-BE49-F238E27FC236}">
                <a16:creationId xmlns:a16="http://schemas.microsoft.com/office/drawing/2014/main" id="{1CB163C5-792C-3767-09F2-961BF4AC4C38}"/>
              </a:ext>
            </a:extLst>
          </p:cNvPr>
          <p:cNvSpPr/>
          <p:nvPr/>
        </p:nvSpPr>
        <p:spPr>
          <a:xfrm>
            <a:off x="5432264" y="871044"/>
            <a:ext cx="1357248" cy="646556"/>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400" dirty="0">
                <a:solidFill>
                  <a:schemeClr val="dk1"/>
                </a:solidFill>
                <a:latin typeface="Calibri"/>
                <a:ea typeface="Calibri"/>
                <a:cs typeface="Calibri"/>
                <a:sym typeface="Calibri"/>
              </a:rPr>
              <a:t>Create preventive</a:t>
            </a:r>
            <a:endParaRPr sz="1400" dirty="0">
              <a:solidFill>
                <a:schemeClr val="dk1"/>
              </a:solidFill>
              <a:latin typeface="Calibri"/>
              <a:ea typeface="Calibri"/>
              <a:cs typeface="Calibri"/>
              <a:sym typeface="Calibri"/>
            </a:endParaRPr>
          </a:p>
        </p:txBody>
      </p:sp>
      <p:cxnSp>
        <p:nvCxnSpPr>
          <p:cNvPr id="34" name="Connettore a gomito 33">
            <a:extLst>
              <a:ext uri="{FF2B5EF4-FFF2-40B4-BE49-F238E27FC236}">
                <a16:creationId xmlns:a16="http://schemas.microsoft.com/office/drawing/2014/main" id="{12A25C80-8FAB-25F9-A09B-837CA92A9A33}"/>
              </a:ext>
            </a:extLst>
          </p:cNvPr>
          <p:cNvCxnSpPr>
            <a:cxnSpLocks/>
          </p:cNvCxnSpPr>
          <p:nvPr/>
        </p:nvCxnSpPr>
        <p:spPr>
          <a:xfrm rot="10800000" flipV="1">
            <a:off x="3105512" y="1107601"/>
            <a:ext cx="2312315" cy="315755"/>
          </a:xfrm>
          <a:prstGeom prst="bentConnector3">
            <a:avLst>
              <a:gd name="adj1" fmla="val 9999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 name="Google Shape;229;p34">
            <a:extLst>
              <a:ext uri="{FF2B5EF4-FFF2-40B4-BE49-F238E27FC236}">
                <a16:creationId xmlns:a16="http://schemas.microsoft.com/office/drawing/2014/main" id="{48C53A7F-726A-E9C6-709F-FB55D8B8394C}"/>
              </a:ext>
            </a:extLst>
          </p:cNvPr>
          <p:cNvSpPr/>
          <p:nvPr/>
        </p:nvSpPr>
        <p:spPr>
          <a:xfrm>
            <a:off x="9089808" y="4228158"/>
            <a:ext cx="2390099" cy="1023446"/>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dirty="0">
                <a:solidFill>
                  <a:schemeClr val="dk1"/>
                </a:solidFill>
                <a:latin typeface="Calibri"/>
                <a:ea typeface="Calibri"/>
                <a:cs typeface="Calibri"/>
                <a:sym typeface="Calibri"/>
              </a:rPr>
              <a:t>Preventive details[all attributes]</a:t>
            </a:r>
            <a:endParaRPr sz="1600" dirty="0">
              <a:solidFill>
                <a:schemeClr val="dk1"/>
              </a:solidFill>
              <a:latin typeface="Calibri"/>
              <a:ea typeface="Calibri"/>
              <a:cs typeface="Calibri"/>
              <a:sym typeface="Calibri"/>
            </a:endParaRPr>
          </a:p>
        </p:txBody>
      </p:sp>
      <p:sp>
        <p:nvSpPr>
          <p:cNvPr id="37" name="Google Shape;229;p34">
            <a:extLst>
              <a:ext uri="{FF2B5EF4-FFF2-40B4-BE49-F238E27FC236}">
                <a16:creationId xmlns:a16="http://schemas.microsoft.com/office/drawing/2014/main" id="{4BDCF65A-7163-573A-BFBF-5350CA8593B4}"/>
              </a:ext>
            </a:extLst>
          </p:cNvPr>
          <p:cNvSpPr/>
          <p:nvPr/>
        </p:nvSpPr>
        <p:spPr>
          <a:xfrm>
            <a:off x="9281731" y="5394689"/>
            <a:ext cx="2198176" cy="1023446"/>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:List</a:t>
            </a:r>
            <a:endParaRPr lang="es-419" sz="1600" dirty="0"/>
          </a:p>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[databinding: preventive’s options ]</a:t>
            </a:r>
            <a:endParaRPr sz="1600" dirty="0">
              <a:solidFill>
                <a:schemeClr val="dk1"/>
              </a:solidFill>
              <a:latin typeface="Calibri"/>
              <a:ea typeface="Calibri"/>
              <a:cs typeface="Calibri"/>
              <a:sym typeface="Calibri"/>
            </a:endParaRPr>
          </a:p>
        </p:txBody>
      </p:sp>
      <p:cxnSp>
        <p:nvCxnSpPr>
          <p:cNvPr id="16" name="Connettore 2 15">
            <a:extLst>
              <a:ext uri="{FF2B5EF4-FFF2-40B4-BE49-F238E27FC236}">
                <a16:creationId xmlns:a16="http://schemas.microsoft.com/office/drawing/2014/main" id="{E5F6C2B9-A334-E46F-11BC-ACCB5CF5C453}"/>
              </a:ext>
            </a:extLst>
          </p:cNvPr>
          <p:cNvCxnSpPr/>
          <p:nvPr/>
        </p:nvCxnSpPr>
        <p:spPr>
          <a:xfrm>
            <a:off x="7004649" y="2519573"/>
            <a:ext cx="1156315"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3" name="Google Shape;232;p34">
            <a:extLst>
              <a:ext uri="{FF2B5EF4-FFF2-40B4-BE49-F238E27FC236}">
                <a16:creationId xmlns:a16="http://schemas.microsoft.com/office/drawing/2014/main" id="{BC225BBF-73CF-F7F8-3E03-7B89DBE0CE77}"/>
              </a:ext>
            </a:extLst>
          </p:cNvPr>
          <p:cNvSpPr/>
          <p:nvPr/>
        </p:nvSpPr>
        <p:spPr>
          <a:xfrm>
            <a:off x="9046514" y="2079954"/>
            <a:ext cx="288000" cy="2160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5" name="Google Shape;249;p35">
            <a:extLst>
              <a:ext uri="{FF2B5EF4-FFF2-40B4-BE49-F238E27FC236}">
                <a16:creationId xmlns:a16="http://schemas.microsoft.com/office/drawing/2014/main" id="{65503662-23FD-5147-7DDA-6E69A7E0AFF5}"/>
              </a:ext>
            </a:extLst>
          </p:cNvPr>
          <p:cNvSpPr txBox="1"/>
          <p:nvPr/>
        </p:nvSpPr>
        <p:spPr>
          <a:xfrm>
            <a:off x="8273240" y="1842449"/>
            <a:ext cx="885267" cy="371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submit</a:t>
            </a:r>
            <a:endParaRPr sz="1800" dirty="0">
              <a:solidFill>
                <a:schemeClr val="dk1"/>
              </a:solidFill>
              <a:latin typeface="Calibri"/>
              <a:ea typeface="Calibri"/>
              <a:cs typeface="Calibri"/>
              <a:sym typeface="Calibri"/>
            </a:endParaRPr>
          </a:p>
        </p:txBody>
      </p:sp>
      <p:sp>
        <p:nvSpPr>
          <p:cNvPr id="38" name="Google Shape;249;p35">
            <a:extLst>
              <a:ext uri="{FF2B5EF4-FFF2-40B4-BE49-F238E27FC236}">
                <a16:creationId xmlns:a16="http://schemas.microsoft.com/office/drawing/2014/main" id="{3DD9C64A-5F90-423D-C6E4-C90EC7330DD9}"/>
              </a:ext>
            </a:extLst>
          </p:cNvPr>
          <p:cNvSpPr txBox="1"/>
          <p:nvPr/>
        </p:nvSpPr>
        <p:spPr>
          <a:xfrm>
            <a:off x="3477646" y="3905905"/>
            <a:ext cx="885267" cy="371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select</a:t>
            </a:r>
            <a:endParaRPr sz="1800" dirty="0">
              <a:solidFill>
                <a:schemeClr val="dk1"/>
              </a:solidFill>
              <a:latin typeface="Calibri"/>
              <a:ea typeface="Calibri"/>
              <a:cs typeface="Calibri"/>
              <a:sym typeface="Calibri"/>
            </a:endParaRPr>
          </a:p>
        </p:txBody>
      </p:sp>
      <p:sp>
        <p:nvSpPr>
          <p:cNvPr id="39" name="Google Shape;230;p34">
            <a:extLst>
              <a:ext uri="{FF2B5EF4-FFF2-40B4-BE49-F238E27FC236}">
                <a16:creationId xmlns:a16="http://schemas.microsoft.com/office/drawing/2014/main" id="{3A5E42CF-2F6D-907B-16A8-BAD7CA1DE791}"/>
              </a:ext>
            </a:extLst>
          </p:cNvPr>
          <p:cNvSpPr txBox="1"/>
          <p:nvPr/>
        </p:nvSpPr>
        <p:spPr>
          <a:xfrm>
            <a:off x="5320300" y="5639300"/>
            <a:ext cx="1698300" cy="341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rgbClr val="FF0000"/>
                </a:solidFill>
                <a:latin typeface="Calibri"/>
                <a:ea typeface="Calibri"/>
                <a:cs typeface="Calibri"/>
                <a:sym typeface="Calibri"/>
              </a:rPr>
              <a:t>Session.client.id</a:t>
            </a:r>
            <a:endParaRPr sz="1800" dirty="0">
              <a:solidFill>
                <a:srgbClr val="FF0000"/>
              </a:solidFill>
              <a:latin typeface="Calibri"/>
              <a:ea typeface="Calibri"/>
              <a:cs typeface="Calibri"/>
              <a:sym typeface="Calibri"/>
            </a:endParaRPr>
          </a:p>
        </p:txBody>
      </p:sp>
      <p:cxnSp>
        <p:nvCxnSpPr>
          <p:cNvPr id="40" name="Google Shape;231;p34">
            <a:extLst>
              <a:ext uri="{FF2B5EF4-FFF2-40B4-BE49-F238E27FC236}">
                <a16:creationId xmlns:a16="http://schemas.microsoft.com/office/drawing/2014/main" id="{F6FBD851-0BAF-2A9A-A710-A1840DB9E4B9}"/>
              </a:ext>
            </a:extLst>
          </p:cNvPr>
          <p:cNvCxnSpPr>
            <a:cxnSpLocks/>
          </p:cNvCxnSpPr>
          <p:nvPr/>
        </p:nvCxnSpPr>
        <p:spPr>
          <a:xfrm flipH="1" flipV="1">
            <a:off x="4339472" y="5375747"/>
            <a:ext cx="841961" cy="374652"/>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Tree>
    <p:extLst>
      <p:ext uri="{BB962C8B-B14F-4D97-AF65-F5344CB8AC3E}">
        <p14:creationId xmlns:p14="http://schemas.microsoft.com/office/powerpoint/2010/main" val="271056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96D4395D-0C59-0174-7F22-0DDADF24CED6}"/>
              </a:ext>
            </a:extLst>
          </p:cNvPr>
          <p:cNvSpPr>
            <a:spLocks noGrp="1"/>
          </p:cNvSpPr>
          <p:nvPr>
            <p:ph type="title"/>
          </p:nvPr>
        </p:nvSpPr>
        <p:spPr>
          <a:xfrm>
            <a:off x="838200" y="0"/>
            <a:ext cx="10515600" cy="803275"/>
          </a:xfrm>
        </p:spPr>
        <p:txBody>
          <a:bodyPr>
            <a:normAutofit/>
          </a:bodyPr>
          <a:lstStyle/>
          <a:p>
            <a:pPr algn="ctr"/>
            <a:r>
              <a:rPr lang="it-IT" sz="3600" dirty="0"/>
              <a:t>Application design (employee)</a:t>
            </a:r>
          </a:p>
        </p:txBody>
      </p:sp>
      <p:sp>
        <p:nvSpPr>
          <p:cNvPr id="5" name="Google Shape;197;p33">
            <a:extLst>
              <a:ext uri="{FF2B5EF4-FFF2-40B4-BE49-F238E27FC236}">
                <a16:creationId xmlns:a16="http://schemas.microsoft.com/office/drawing/2014/main" id="{DD9E13D2-F3EC-B8D6-B93A-7B2B90A8F543}"/>
              </a:ext>
            </a:extLst>
          </p:cNvPr>
          <p:cNvSpPr/>
          <p:nvPr/>
        </p:nvSpPr>
        <p:spPr>
          <a:xfrm>
            <a:off x="619889" y="1681707"/>
            <a:ext cx="3578216" cy="416108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r>
              <a:rPr lang="es-419" dirty="0">
                <a:solidFill>
                  <a:schemeClr val="dk1"/>
                </a:solidFill>
                <a:latin typeface="Calibri"/>
                <a:cs typeface="Calibri"/>
                <a:sym typeface="Calibri"/>
              </a:rPr>
              <a:t>HOME PAGE EMPLOYEE</a:t>
            </a:r>
            <a:endParaRPr dirty="0">
              <a:solidFill>
                <a:schemeClr val="dk1"/>
              </a:solidFill>
              <a:latin typeface="Calibri"/>
              <a:cs typeface="Calibri"/>
              <a:sym typeface="Calibri"/>
            </a:endParaRPr>
          </a:p>
        </p:txBody>
      </p:sp>
      <p:sp>
        <p:nvSpPr>
          <p:cNvPr id="6" name="Google Shape;229;p34">
            <a:extLst>
              <a:ext uri="{FF2B5EF4-FFF2-40B4-BE49-F238E27FC236}">
                <a16:creationId xmlns:a16="http://schemas.microsoft.com/office/drawing/2014/main" id="{C37C98CC-E717-67D8-8E98-91A61F51C47C}"/>
              </a:ext>
            </a:extLst>
          </p:cNvPr>
          <p:cNvSpPr/>
          <p:nvPr/>
        </p:nvSpPr>
        <p:spPr>
          <a:xfrm>
            <a:off x="1032089" y="4071926"/>
            <a:ext cx="2390099" cy="1343448"/>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algn="ctr"/>
            <a:r>
              <a:rPr lang="en-US" sz="1600" dirty="0">
                <a:solidFill>
                  <a:schemeClr val="tx1"/>
                </a:solidFill>
              </a:rPr>
              <a:t>:List</a:t>
            </a:r>
          </a:p>
          <a:p>
            <a:pPr algn="ctr"/>
            <a:r>
              <a:rPr lang="en-US" sz="1600" dirty="0">
                <a:solidFill>
                  <a:schemeClr val="tx1"/>
                </a:solidFill>
              </a:rPr>
              <a:t>[databinding:preventive</a:t>
            </a:r>
          </a:p>
          <a:p>
            <a:pPr algn="ctr"/>
            <a:r>
              <a:rPr lang="en-US" sz="1600" dirty="0">
                <a:solidFill>
                  <a:schemeClr val="tx1"/>
                </a:solidFill>
              </a:rPr>
              <a:t>Condition: owner=employeeID]</a:t>
            </a:r>
          </a:p>
          <a:p>
            <a:pPr marL="0" marR="0" lvl="0" indent="0" algn="ctr" rtl="0">
              <a:spcBef>
                <a:spcPts val="0"/>
              </a:spcBef>
              <a:spcAft>
                <a:spcPts val="0"/>
              </a:spcAft>
              <a:buNone/>
            </a:pPr>
            <a:endParaRPr sz="1600" dirty="0">
              <a:solidFill>
                <a:schemeClr val="dk1"/>
              </a:solidFill>
              <a:latin typeface="Calibri"/>
              <a:ea typeface="Calibri"/>
              <a:cs typeface="Calibri"/>
              <a:sym typeface="Calibri"/>
            </a:endParaRPr>
          </a:p>
        </p:txBody>
      </p:sp>
      <p:sp>
        <p:nvSpPr>
          <p:cNvPr id="7" name="Google Shape;232;p34">
            <a:extLst>
              <a:ext uri="{FF2B5EF4-FFF2-40B4-BE49-F238E27FC236}">
                <a16:creationId xmlns:a16="http://schemas.microsoft.com/office/drawing/2014/main" id="{45646C1B-9A7A-4088-F90D-BBB15FC81A6B}"/>
              </a:ext>
            </a:extLst>
          </p:cNvPr>
          <p:cNvSpPr/>
          <p:nvPr/>
        </p:nvSpPr>
        <p:spPr>
          <a:xfrm>
            <a:off x="3306710" y="4434054"/>
            <a:ext cx="288000" cy="2160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8" name="Google Shape;233;p34">
            <a:extLst>
              <a:ext uri="{FF2B5EF4-FFF2-40B4-BE49-F238E27FC236}">
                <a16:creationId xmlns:a16="http://schemas.microsoft.com/office/drawing/2014/main" id="{E4C6A5A1-7EE8-AB8C-FF22-2AD0BB41C8FF}"/>
              </a:ext>
            </a:extLst>
          </p:cNvPr>
          <p:cNvCxnSpPr>
            <a:cxnSpLocks/>
            <a:stCxn id="7" idx="6"/>
          </p:cNvCxnSpPr>
          <p:nvPr/>
        </p:nvCxnSpPr>
        <p:spPr>
          <a:xfrm flipV="1">
            <a:off x="3594710" y="4173062"/>
            <a:ext cx="1861515" cy="368992"/>
          </a:xfrm>
          <a:prstGeom prst="bentConnector3">
            <a:avLst>
              <a:gd name="adj1" fmla="val 5000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13" name="Google Shape;235;p34">
            <a:extLst>
              <a:ext uri="{FF2B5EF4-FFF2-40B4-BE49-F238E27FC236}">
                <a16:creationId xmlns:a16="http://schemas.microsoft.com/office/drawing/2014/main" id="{3FB0B7B3-8080-45F3-5A28-A750EAFE7F73}"/>
              </a:ext>
            </a:extLst>
          </p:cNvPr>
          <p:cNvSpPr/>
          <p:nvPr/>
        </p:nvSpPr>
        <p:spPr>
          <a:xfrm>
            <a:off x="8839160" y="3829827"/>
            <a:ext cx="3023028" cy="2731394"/>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PREVENTIVE INFO PAGE</a:t>
            </a:r>
            <a:endParaRPr sz="1800" dirty="0">
              <a:solidFill>
                <a:schemeClr val="dk1"/>
              </a:solidFill>
              <a:latin typeface="Calibri"/>
              <a:ea typeface="Calibri"/>
              <a:cs typeface="Calibri"/>
              <a:sym typeface="Calibri"/>
            </a:endParaRPr>
          </a:p>
        </p:txBody>
      </p:sp>
      <p:cxnSp>
        <p:nvCxnSpPr>
          <p:cNvPr id="14" name="Google Shape;238;p34">
            <a:extLst>
              <a:ext uri="{FF2B5EF4-FFF2-40B4-BE49-F238E27FC236}">
                <a16:creationId xmlns:a16="http://schemas.microsoft.com/office/drawing/2014/main" id="{84503667-0B8B-0B91-5D73-687E254FA396}"/>
              </a:ext>
            </a:extLst>
          </p:cNvPr>
          <p:cNvCxnSpPr>
            <a:cxnSpLocks/>
          </p:cNvCxnSpPr>
          <p:nvPr/>
        </p:nvCxnSpPr>
        <p:spPr>
          <a:xfrm>
            <a:off x="7232660" y="4228158"/>
            <a:ext cx="1462766" cy="835548"/>
          </a:xfrm>
          <a:prstGeom prst="bentConnector3">
            <a:avLst>
              <a:gd name="adj1" fmla="val 5000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19" name="Rounded Rectangle 24">
            <a:extLst>
              <a:ext uri="{FF2B5EF4-FFF2-40B4-BE49-F238E27FC236}">
                <a16:creationId xmlns:a16="http://schemas.microsoft.com/office/drawing/2014/main" id="{55CB786A-94C1-5CA8-2527-33E3A936CB92}"/>
              </a:ext>
            </a:extLst>
          </p:cNvPr>
          <p:cNvSpPr/>
          <p:nvPr/>
        </p:nvSpPr>
        <p:spPr>
          <a:xfrm>
            <a:off x="1084528" y="2501485"/>
            <a:ext cx="2303833" cy="1112405"/>
          </a:xfrm>
          <a:prstGeom prst="round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algn="ctr"/>
            <a:r>
              <a:rPr lang="en-US" sz="1600" dirty="0">
                <a:solidFill>
                  <a:schemeClr val="tx1"/>
                </a:solidFill>
              </a:rPr>
              <a:t>:List</a:t>
            </a:r>
          </a:p>
          <a:p>
            <a:pPr algn="ctr"/>
            <a:r>
              <a:rPr lang="en-US" sz="1600" dirty="0">
                <a:solidFill>
                  <a:schemeClr val="tx1"/>
                </a:solidFill>
              </a:rPr>
              <a:t>[databinding:preventive</a:t>
            </a:r>
          </a:p>
          <a:p>
            <a:pPr algn="ctr"/>
            <a:r>
              <a:rPr lang="en-US" sz="1600" dirty="0">
                <a:solidFill>
                  <a:schemeClr val="tx1"/>
                </a:solidFill>
              </a:rPr>
              <a:t>Condition: price= NULL]</a:t>
            </a:r>
          </a:p>
        </p:txBody>
      </p:sp>
      <p:sp>
        <p:nvSpPr>
          <p:cNvPr id="20" name="Google Shape;232;p34">
            <a:extLst>
              <a:ext uri="{FF2B5EF4-FFF2-40B4-BE49-F238E27FC236}">
                <a16:creationId xmlns:a16="http://schemas.microsoft.com/office/drawing/2014/main" id="{B5E5386D-7675-90B1-2C92-0D21B17DE286}"/>
              </a:ext>
            </a:extLst>
          </p:cNvPr>
          <p:cNvSpPr/>
          <p:nvPr/>
        </p:nvSpPr>
        <p:spPr>
          <a:xfrm>
            <a:off x="3269158" y="2691449"/>
            <a:ext cx="288000" cy="2160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21" name="Google Shape;233;p34">
            <a:extLst>
              <a:ext uri="{FF2B5EF4-FFF2-40B4-BE49-F238E27FC236}">
                <a16:creationId xmlns:a16="http://schemas.microsoft.com/office/drawing/2014/main" id="{401EFBF6-2877-1702-2808-36B04994D730}"/>
              </a:ext>
            </a:extLst>
          </p:cNvPr>
          <p:cNvCxnSpPr>
            <a:cxnSpLocks/>
            <a:stCxn id="20" idx="6"/>
          </p:cNvCxnSpPr>
          <p:nvPr/>
        </p:nvCxnSpPr>
        <p:spPr>
          <a:xfrm flipV="1">
            <a:off x="3557158" y="2491008"/>
            <a:ext cx="2152149" cy="308441"/>
          </a:xfrm>
          <a:prstGeom prst="bentConnector3">
            <a:avLst>
              <a:gd name="adj1" fmla="val 5000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22" name="Google Shape;234;p34">
            <a:extLst>
              <a:ext uri="{FF2B5EF4-FFF2-40B4-BE49-F238E27FC236}">
                <a16:creationId xmlns:a16="http://schemas.microsoft.com/office/drawing/2014/main" id="{C51E3ADB-B494-6B49-B00E-BDF4A1ED85C6}"/>
              </a:ext>
            </a:extLst>
          </p:cNvPr>
          <p:cNvSpPr/>
          <p:nvPr/>
        </p:nvSpPr>
        <p:spPr>
          <a:xfrm>
            <a:off x="5709307" y="2202274"/>
            <a:ext cx="1469288" cy="719268"/>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400" dirty="0">
                <a:solidFill>
                  <a:schemeClr val="dk1"/>
                </a:solidFill>
                <a:latin typeface="Calibri"/>
                <a:ea typeface="Calibri"/>
                <a:cs typeface="Calibri"/>
                <a:sym typeface="Calibri"/>
              </a:rPr>
              <a:t>Get Pricing Page</a:t>
            </a:r>
            <a:endParaRPr sz="1400" dirty="0">
              <a:solidFill>
                <a:schemeClr val="dk1"/>
              </a:solidFill>
              <a:latin typeface="Calibri"/>
              <a:ea typeface="Calibri"/>
              <a:cs typeface="Calibri"/>
              <a:sym typeface="Calibri"/>
            </a:endParaRPr>
          </a:p>
        </p:txBody>
      </p:sp>
      <p:cxnSp>
        <p:nvCxnSpPr>
          <p:cNvPr id="24" name="Connettore a gomito 23">
            <a:extLst>
              <a:ext uri="{FF2B5EF4-FFF2-40B4-BE49-F238E27FC236}">
                <a16:creationId xmlns:a16="http://schemas.microsoft.com/office/drawing/2014/main" id="{CFEB5828-96F2-BA29-15B6-8FDAF268A214}"/>
              </a:ext>
            </a:extLst>
          </p:cNvPr>
          <p:cNvCxnSpPr>
            <a:cxnSpLocks/>
          </p:cNvCxnSpPr>
          <p:nvPr/>
        </p:nvCxnSpPr>
        <p:spPr>
          <a:xfrm flipV="1">
            <a:off x="7148330" y="2383988"/>
            <a:ext cx="930522" cy="244718"/>
          </a:xfrm>
          <a:prstGeom prst="bentConnector3">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Google Shape;235;p34">
            <a:extLst>
              <a:ext uri="{FF2B5EF4-FFF2-40B4-BE49-F238E27FC236}">
                <a16:creationId xmlns:a16="http://schemas.microsoft.com/office/drawing/2014/main" id="{F0F0D59D-DC58-4CD7-A0AF-D12BCCC09147}"/>
              </a:ext>
            </a:extLst>
          </p:cNvPr>
          <p:cNvSpPr/>
          <p:nvPr/>
        </p:nvSpPr>
        <p:spPr>
          <a:xfrm>
            <a:off x="8267207" y="683484"/>
            <a:ext cx="3701073" cy="2731394"/>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PRICE PREVENTIVE</a:t>
            </a:r>
            <a:endParaRPr sz="1800" dirty="0">
              <a:solidFill>
                <a:schemeClr val="dk1"/>
              </a:solidFill>
              <a:latin typeface="Calibri"/>
              <a:ea typeface="Calibri"/>
              <a:cs typeface="Calibri"/>
              <a:sym typeface="Calibri"/>
            </a:endParaRPr>
          </a:p>
        </p:txBody>
      </p:sp>
      <p:sp>
        <p:nvSpPr>
          <p:cNvPr id="27" name="Google Shape;249;p35">
            <a:extLst>
              <a:ext uri="{FF2B5EF4-FFF2-40B4-BE49-F238E27FC236}">
                <a16:creationId xmlns:a16="http://schemas.microsoft.com/office/drawing/2014/main" id="{1081E857-5BE1-234A-443B-243B5391AB94}"/>
              </a:ext>
            </a:extLst>
          </p:cNvPr>
          <p:cNvSpPr txBox="1"/>
          <p:nvPr/>
        </p:nvSpPr>
        <p:spPr>
          <a:xfrm>
            <a:off x="3441476" y="2257006"/>
            <a:ext cx="885267" cy="371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select</a:t>
            </a:r>
            <a:endParaRPr sz="1800" dirty="0">
              <a:solidFill>
                <a:schemeClr val="dk1"/>
              </a:solidFill>
              <a:latin typeface="Calibri"/>
              <a:ea typeface="Calibri"/>
              <a:cs typeface="Calibri"/>
              <a:sym typeface="Calibri"/>
            </a:endParaRPr>
          </a:p>
        </p:txBody>
      </p:sp>
      <p:cxnSp>
        <p:nvCxnSpPr>
          <p:cNvPr id="30" name="Connettore a gomito 29">
            <a:extLst>
              <a:ext uri="{FF2B5EF4-FFF2-40B4-BE49-F238E27FC236}">
                <a16:creationId xmlns:a16="http://schemas.microsoft.com/office/drawing/2014/main" id="{1929348D-01E0-A084-7EC9-B2A1C905DE4B}"/>
              </a:ext>
            </a:extLst>
          </p:cNvPr>
          <p:cNvCxnSpPr>
            <a:cxnSpLocks/>
          </p:cNvCxnSpPr>
          <p:nvPr/>
        </p:nvCxnSpPr>
        <p:spPr>
          <a:xfrm rot="10800000">
            <a:off x="7016268" y="1296188"/>
            <a:ext cx="2034040" cy="1782624"/>
          </a:xfrm>
          <a:prstGeom prst="bentConnector3">
            <a:avLst>
              <a:gd name="adj1" fmla="val 25826"/>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Google Shape;234;p34">
            <a:extLst>
              <a:ext uri="{FF2B5EF4-FFF2-40B4-BE49-F238E27FC236}">
                <a16:creationId xmlns:a16="http://schemas.microsoft.com/office/drawing/2014/main" id="{1CB163C5-792C-3767-09F2-961BF4AC4C38}"/>
              </a:ext>
            </a:extLst>
          </p:cNvPr>
          <p:cNvSpPr/>
          <p:nvPr/>
        </p:nvSpPr>
        <p:spPr>
          <a:xfrm>
            <a:off x="5359704" y="1017834"/>
            <a:ext cx="1600542" cy="613155"/>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400" dirty="0">
                <a:solidFill>
                  <a:schemeClr val="dk1"/>
                </a:solidFill>
                <a:latin typeface="Calibri"/>
                <a:ea typeface="Calibri"/>
                <a:cs typeface="Calibri"/>
                <a:sym typeface="Calibri"/>
              </a:rPr>
              <a:t>Update preventive price</a:t>
            </a:r>
            <a:endParaRPr sz="1400" dirty="0">
              <a:solidFill>
                <a:schemeClr val="dk1"/>
              </a:solidFill>
              <a:latin typeface="Calibri"/>
              <a:ea typeface="Calibri"/>
              <a:cs typeface="Calibri"/>
              <a:sym typeface="Calibri"/>
            </a:endParaRPr>
          </a:p>
        </p:txBody>
      </p:sp>
      <p:cxnSp>
        <p:nvCxnSpPr>
          <p:cNvPr id="34" name="Connettore a gomito 33">
            <a:extLst>
              <a:ext uri="{FF2B5EF4-FFF2-40B4-BE49-F238E27FC236}">
                <a16:creationId xmlns:a16="http://schemas.microsoft.com/office/drawing/2014/main" id="{12A25C80-8FAB-25F9-A09B-837CA92A9A33}"/>
              </a:ext>
            </a:extLst>
          </p:cNvPr>
          <p:cNvCxnSpPr>
            <a:cxnSpLocks/>
          </p:cNvCxnSpPr>
          <p:nvPr/>
        </p:nvCxnSpPr>
        <p:spPr>
          <a:xfrm rot="10800000" flipV="1">
            <a:off x="2357263" y="1265602"/>
            <a:ext cx="2908263" cy="251067"/>
          </a:xfrm>
          <a:prstGeom prst="bentConnector3">
            <a:avLst>
              <a:gd name="adj1" fmla="val 100128"/>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6" name="Google Shape;229;p34">
            <a:extLst>
              <a:ext uri="{FF2B5EF4-FFF2-40B4-BE49-F238E27FC236}">
                <a16:creationId xmlns:a16="http://schemas.microsoft.com/office/drawing/2014/main" id="{48C53A7F-726A-E9C6-709F-FB55D8B8394C}"/>
              </a:ext>
            </a:extLst>
          </p:cNvPr>
          <p:cNvSpPr/>
          <p:nvPr/>
        </p:nvSpPr>
        <p:spPr>
          <a:xfrm>
            <a:off x="9089808" y="4228158"/>
            <a:ext cx="2390099" cy="1023446"/>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dirty="0">
                <a:solidFill>
                  <a:schemeClr val="dk1"/>
                </a:solidFill>
                <a:latin typeface="Calibri"/>
                <a:ea typeface="Calibri"/>
                <a:cs typeface="Calibri"/>
                <a:sym typeface="Calibri"/>
              </a:rPr>
              <a:t>Preventive details[all attributes]</a:t>
            </a:r>
            <a:endParaRPr sz="1600" dirty="0">
              <a:solidFill>
                <a:schemeClr val="dk1"/>
              </a:solidFill>
              <a:latin typeface="Calibri"/>
              <a:ea typeface="Calibri"/>
              <a:cs typeface="Calibri"/>
              <a:sym typeface="Calibri"/>
            </a:endParaRPr>
          </a:p>
        </p:txBody>
      </p:sp>
      <p:sp>
        <p:nvSpPr>
          <p:cNvPr id="37" name="Google Shape;229;p34">
            <a:extLst>
              <a:ext uri="{FF2B5EF4-FFF2-40B4-BE49-F238E27FC236}">
                <a16:creationId xmlns:a16="http://schemas.microsoft.com/office/drawing/2014/main" id="{4BDCF65A-7163-573A-BFBF-5350CA8593B4}"/>
              </a:ext>
            </a:extLst>
          </p:cNvPr>
          <p:cNvSpPr/>
          <p:nvPr/>
        </p:nvSpPr>
        <p:spPr>
          <a:xfrm>
            <a:off x="9155625" y="5336544"/>
            <a:ext cx="2198176" cy="1023446"/>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:List</a:t>
            </a:r>
            <a:endParaRPr lang="es-419" sz="1600" dirty="0"/>
          </a:p>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[databinding: preventive’s options ]</a:t>
            </a:r>
            <a:endParaRPr sz="1600" dirty="0">
              <a:solidFill>
                <a:schemeClr val="dk1"/>
              </a:solidFill>
              <a:latin typeface="Calibri"/>
              <a:ea typeface="Calibri"/>
              <a:cs typeface="Calibri"/>
              <a:sym typeface="Calibri"/>
            </a:endParaRPr>
          </a:p>
        </p:txBody>
      </p:sp>
      <p:sp>
        <p:nvSpPr>
          <p:cNvPr id="23" name="Google Shape;229;p34">
            <a:extLst>
              <a:ext uri="{FF2B5EF4-FFF2-40B4-BE49-F238E27FC236}">
                <a16:creationId xmlns:a16="http://schemas.microsoft.com/office/drawing/2014/main" id="{773A3B61-BE3B-4BFF-BCB4-CEE1B7AD66F7}"/>
              </a:ext>
            </a:extLst>
          </p:cNvPr>
          <p:cNvSpPr/>
          <p:nvPr/>
        </p:nvSpPr>
        <p:spPr>
          <a:xfrm>
            <a:off x="9089808" y="1040831"/>
            <a:ext cx="2373309" cy="786512"/>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dirty="0">
                <a:solidFill>
                  <a:schemeClr val="dk1"/>
                </a:solidFill>
                <a:latin typeface="Calibri"/>
                <a:ea typeface="Calibri"/>
                <a:cs typeface="Calibri"/>
                <a:sym typeface="Calibri"/>
              </a:rPr>
              <a:t>Preventive details[all attributes]</a:t>
            </a:r>
            <a:endParaRPr sz="1600" dirty="0">
              <a:solidFill>
                <a:schemeClr val="dk1"/>
              </a:solidFill>
              <a:latin typeface="Calibri"/>
              <a:ea typeface="Calibri"/>
              <a:cs typeface="Calibri"/>
              <a:sym typeface="Calibri"/>
            </a:endParaRPr>
          </a:p>
        </p:txBody>
      </p:sp>
      <p:sp>
        <p:nvSpPr>
          <p:cNvPr id="25" name="Google Shape;229;p34">
            <a:extLst>
              <a:ext uri="{FF2B5EF4-FFF2-40B4-BE49-F238E27FC236}">
                <a16:creationId xmlns:a16="http://schemas.microsoft.com/office/drawing/2014/main" id="{FB07315A-520A-D6B1-9EB3-50E98334DA69}"/>
              </a:ext>
            </a:extLst>
          </p:cNvPr>
          <p:cNvSpPr/>
          <p:nvPr/>
        </p:nvSpPr>
        <p:spPr>
          <a:xfrm>
            <a:off x="9030882" y="1900750"/>
            <a:ext cx="2504218" cy="803275"/>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:List</a:t>
            </a:r>
            <a:endParaRPr lang="es-419" sz="1600" dirty="0"/>
          </a:p>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[databinding: preventive’s options ]</a:t>
            </a:r>
            <a:endParaRPr sz="1600" dirty="0">
              <a:solidFill>
                <a:schemeClr val="dk1"/>
              </a:solidFill>
              <a:latin typeface="Calibri"/>
              <a:ea typeface="Calibri"/>
              <a:cs typeface="Calibri"/>
              <a:sym typeface="Calibri"/>
            </a:endParaRPr>
          </a:p>
        </p:txBody>
      </p:sp>
      <p:sp>
        <p:nvSpPr>
          <p:cNvPr id="31" name="Google Shape;229;p34">
            <a:extLst>
              <a:ext uri="{FF2B5EF4-FFF2-40B4-BE49-F238E27FC236}">
                <a16:creationId xmlns:a16="http://schemas.microsoft.com/office/drawing/2014/main" id="{D14362D3-151D-18E0-0059-D54EE9423534}"/>
              </a:ext>
            </a:extLst>
          </p:cNvPr>
          <p:cNvSpPr/>
          <p:nvPr/>
        </p:nvSpPr>
        <p:spPr>
          <a:xfrm>
            <a:off x="9155625" y="2820086"/>
            <a:ext cx="2379475" cy="475205"/>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it-IT" sz="1600" dirty="0">
                <a:solidFill>
                  <a:schemeClr val="dk1"/>
                </a:solidFill>
                <a:latin typeface="Calibri"/>
                <a:ea typeface="Calibri"/>
                <a:cs typeface="Calibri"/>
                <a:sym typeface="Calibri"/>
              </a:rPr>
              <a:t>Preventive price form [</a:t>
            </a:r>
          </a:p>
          <a:p>
            <a:pPr marL="0" marR="0" lvl="0" indent="0" algn="ctr" rtl="0">
              <a:spcBef>
                <a:spcPts val="0"/>
              </a:spcBef>
              <a:spcAft>
                <a:spcPts val="0"/>
              </a:spcAft>
              <a:buNone/>
            </a:pPr>
            <a:r>
              <a:rPr lang="it-IT" sz="1600" dirty="0">
                <a:solidFill>
                  <a:schemeClr val="dk1"/>
                </a:solidFill>
                <a:latin typeface="Calibri"/>
                <a:ea typeface="Calibri"/>
                <a:cs typeface="Calibri"/>
                <a:sym typeface="Calibri"/>
              </a:rPr>
              <a:t>Field:price]</a:t>
            </a:r>
            <a:endParaRPr sz="1600" dirty="0">
              <a:solidFill>
                <a:schemeClr val="dk1"/>
              </a:solidFill>
              <a:latin typeface="Calibri"/>
              <a:ea typeface="Calibri"/>
              <a:cs typeface="Calibri"/>
              <a:sym typeface="Calibri"/>
            </a:endParaRPr>
          </a:p>
        </p:txBody>
      </p:sp>
      <p:sp>
        <p:nvSpPr>
          <p:cNvPr id="35" name="Google Shape;232;p34">
            <a:extLst>
              <a:ext uri="{FF2B5EF4-FFF2-40B4-BE49-F238E27FC236}">
                <a16:creationId xmlns:a16="http://schemas.microsoft.com/office/drawing/2014/main" id="{A8E0BA38-60B6-4250-0C0C-6478D702754E}"/>
              </a:ext>
            </a:extLst>
          </p:cNvPr>
          <p:cNvSpPr/>
          <p:nvPr/>
        </p:nvSpPr>
        <p:spPr>
          <a:xfrm>
            <a:off x="9030882" y="2964327"/>
            <a:ext cx="288000" cy="2160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9" name="Google Shape;204;p33">
            <a:extLst>
              <a:ext uri="{FF2B5EF4-FFF2-40B4-BE49-F238E27FC236}">
                <a16:creationId xmlns:a16="http://schemas.microsoft.com/office/drawing/2014/main" id="{6A804851-09E9-FE33-4FEE-19F009163251}"/>
              </a:ext>
            </a:extLst>
          </p:cNvPr>
          <p:cNvSpPr txBox="1"/>
          <p:nvPr/>
        </p:nvSpPr>
        <p:spPr>
          <a:xfrm>
            <a:off x="8274130" y="3014493"/>
            <a:ext cx="832200" cy="27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submit</a:t>
            </a:r>
            <a:endParaRPr sz="1800" dirty="0">
              <a:solidFill>
                <a:schemeClr val="dk1"/>
              </a:solidFill>
              <a:latin typeface="Calibri"/>
              <a:ea typeface="Calibri"/>
              <a:cs typeface="Calibri"/>
              <a:sym typeface="Calibri"/>
            </a:endParaRPr>
          </a:p>
        </p:txBody>
      </p:sp>
      <p:sp>
        <p:nvSpPr>
          <p:cNvPr id="29" name="Google Shape;234;p34">
            <a:extLst>
              <a:ext uri="{FF2B5EF4-FFF2-40B4-BE49-F238E27FC236}">
                <a16:creationId xmlns:a16="http://schemas.microsoft.com/office/drawing/2014/main" id="{A600B385-5BF2-462D-FE81-F5813A70A1C2}"/>
              </a:ext>
            </a:extLst>
          </p:cNvPr>
          <p:cNvSpPr/>
          <p:nvPr/>
        </p:nvSpPr>
        <p:spPr>
          <a:xfrm>
            <a:off x="5435065" y="3829827"/>
            <a:ext cx="1797595" cy="725100"/>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400" dirty="0">
                <a:solidFill>
                  <a:schemeClr val="dk1"/>
                </a:solidFill>
                <a:latin typeface="Calibri"/>
                <a:ea typeface="Calibri"/>
                <a:cs typeface="Calibri"/>
                <a:sym typeface="Calibri"/>
              </a:rPr>
              <a:t>Get information about preventive</a:t>
            </a:r>
            <a:endParaRPr sz="1400" dirty="0">
              <a:solidFill>
                <a:schemeClr val="dk1"/>
              </a:solidFill>
              <a:latin typeface="Calibri"/>
              <a:ea typeface="Calibri"/>
              <a:cs typeface="Calibri"/>
              <a:sym typeface="Calibri"/>
            </a:endParaRPr>
          </a:p>
        </p:txBody>
      </p:sp>
      <p:sp>
        <p:nvSpPr>
          <p:cNvPr id="33" name="Google Shape;249;p35">
            <a:extLst>
              <a:ext uri="{FF2B5EF4-FFF2-40B4-BE49-F238E27FC236}">
                <a16:creationId xmlns:a16="http://schemas.microsoft.com/office/drawing/2014/main" id="{ED94235A-6E1D-ED21-F49F-9860AD7656DC}"/>
              </a:ext>
            </a:extLst>
          </p:cNvPr>
          <p:cNvSpPr txBox="1"/>
          <p:nvPr/>
        </p:nvSpPr>
        <p:spPr>
          <a:xfrm>
            <a:off x="3418457" y="3974339"/>
            <a:ext cx="885267" cy="371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select</a:t>
            </a:r>
            <a:endParaRPr sz="1800" dirty="0">
              <a:solidFill>
                <a:schemeClr val="dk1"/>
              </a:solidFill>
              <a:latin typeface="Calibri"/>
              <a:ea typeface="Calibri"/>
              <a:cs typeface="Calibri"/>
              <a:sym typeface="Calibri"/>
            </a:endParaRPr>
          </a:p>
        </p:txBody>
      </p:sp>
      <p:sp>
        <p:nvSpPr>
          <p:cNvPr id="51" name="Google Shape;230;p34">
            <a:extLst>
              <a:ext uri="{FF2B5EF4-FFF2-40B4-BE49-F238E27FC236}">
                <a16:creationId xmlns:a16="http://schemas.microsoft.com/office/drawing/2014/main" id="{82E61F85-333C-5D72-6F0A-E3F6FD97F686}"/>
              </a:ext>
            </a:extLst>
          </p:cNvPr>
          <p:cNvSpPr txBox="1"/>
          <p:nvPr/>
        </p:nvSpPr>
        <p:spPr>
          <a:xfrm>
            <a:off x="5265526" y="5790075"/>
            <a:ext cx="2081164" cy="341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rgbClr val="FF0000"/>
                </a:solidFill>
                <a:latin typeface="Calibri"/>
                <a:ea typeface="Calibri"/>
                <a:cs typeface="Calibri"/>
                <a:sym typeface="Calibri"/>
              </a:rPr>
              <a:t>Session.employee.id</a:t>
            </a:r>
            <a:endParaRPr sz="1800" dirty="0">
              <a:solidFill>
                <a:srgbClr val="FF0000"/>
              </a:solidFill>
              <a:latin typeface="Calibri"/>
              <a:ea typeface="Calibri"/>
              <a:cs typeface="Calibri"/>
              <a:sym typeface="Calibri"/>
            </a:endParaRPr>
          </a:p>
        </p:txBody>
      </p:sp>
      <p:cxnSp>
        <p:nvCxnSpPr>
          <p:cNvPr id="52" name="Google Shape;231;p34">
            <a:extLst>
              <a:ext uri="{FF2B5EF4-FFF2-40B4-BE49-F238E27FC236}">
                <a16:creationId xmlns:a16="http://schemas.microsoft.com/office/drawing/2014/main" id="{F3E8D736-36FC-226F-3088-A6E45425DD2F}"/>
              </a:ext>
            </a:extLst>
          </p:cNvPr>
          <p:cNvCxnSpPr>
            <a:cxnSpLocks/>
          </p:cNvCxnSpPr>
          <p:nvPr/>
        </p:nvCxnSpPr>
        <p:spPr>
          <a:xfrm flipH="1" flipV="1">
            <a:off x="4303724" y="5435498"/>
            <a:ext cx="841961" cy="374652"/>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Tree>
    <p:extLst>
      <p:ext uri="{BB962C8B-B14F-4D97-AF65-F5344CB8AC3E}">
        <p14:creationId xmlns:p14="http://schemas.microsoft.com/office/powerpoint/2010/main" val="2624853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774700" y="19686"/>
            <a:ext cx="10515600" cy="742316"/>
          </a:xfrm>
        </p:spPr>
        <p:txBody>
          <a:bodyPr>
            <a:normAutofit/>
          </a:bodyPr>
          <a:lstStyle/>
          <a:p>
            <a:pPr algn="ctr"/>
            <a:r>
              <a:rPr lang="it-IT" sz="3600" dirty="0"/>
              <a:t>Components</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264161" y="650239"/>
            <a:ext cx="3652520" cy="5445760"/>
          </a:xfrm>
        </p:spPr>
        <p:txBody>
          <a:bodyPr>
            <a:normAutofit/>
          </a:bodyPr>
          <a:lstStyle/>
          <a:p>
            <a:pPr marL="0" lvl="0" indent="0">
              <a:lnSpc>
                <a:spcPct val="80000"/>
              </a:lnSpc>
              <a:spcBef>
                <a:spcPts val="0"/>
              </a:spcBef>
              <a:buClr>
                <a:schemeClr val="dk1"/>
              </a:buClr>
              <a:buSzPts val="1750"/>
              <a:buNone/>
            </a:pPr>
            <a:r>
              <a:rPr lang="en-GB" sz="2400" dirty="0">
                <a:solidFill>
                  <a:schemeClr val="dk1"/>
                </a:solidFill>
                <a:latin typeface="Calibri"/>
                <a:cs typeface="Calibri"/>
                <a:sym typeface="Calibri"/>
              </a:rPr>
              <a:t>Model</a:t>
            </a:r>
            <a:r>
              <a:rPr lang="es-419" sz="2400" dirty="0">
                <a:solidFill>
                  <a:schemeClr val="dk1"/>
                </a:solidFill>
                <a:latin typeface="Calibri"/>
                <a:cs typeface="Calibri"/>
                <a:sym typeface="Calibri"/>
              </a:rPr>
              <a:t> objects (beans):</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Option</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Preventive</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PreventiveInfo</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Product</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SimpleProduct</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User</a:t>
            </a:r>
          </a:p>
          <a:p>
            <a:pPr lvl="0">
              <a:lnSpc>
                <a:spcPct val="80000"/>
              </a:lnSpc>
              <a:spcBef>
                <a:spcPts val="0"/>
              </a:spcBef>
              <a:buClr>
                <a:schemeClr val="dk1"/>
              </a:buClr>
              <a:buSzPts val="1750"/>
              <a:buFont typeface="Wingdings" panose="05000000000000000000" pitchFamily="2" charset="2"/>
              <a:buChar char="§"/>
            </a:pPr>
            <a:endParaRPr lang="es-419" sz="1750" dirty="0">
              <a:solidFill>
                <a:schemeClr val="dk1"/>
              </a:solidFill>
              <a:latin typeface="Calibri"/>
              <a:cs typeface="Calibri"/>
              <a:sym typeface="Calibri"/>
            </a:endParaRPr>
          </a:p>
          <a:p>
            <a:pPr marL="0" indent="0">
              <a:lnSpc>
                <a:spcPct val="80000"/>
              </a:lnSpc>
              <a:spcBef>
                <a:spcPts val="0"/>
              </a:spcBef>
              <a:buClr>
                <a:schemeClr val="dk1"/>
              </a:buClr>
              <a:buSzPts val="1750"/>
              <a:buNone/>
            </a:pPr>
            <a:r>
              <a:rPr lang="es-419" sz="2400" dirty="0">
                <a:solidFill>
                  <a:schemeClr val="dk1"/>
                </a:solidFill>
                <a:latin typeface="Calibri"/>
                <a:cs typeface="Calibri"/>
                <a:sym typeface="Calibri"/>
              </a:rPr>
              <a:t>Controllers:</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AddPreventiveToDB</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CheckLogin</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CheckRegistration</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GetClientHomePage</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GetEmployeeHomePage</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GetInformationAboutPreventive</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GetPricingPage</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LogOut</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SelectOptionForProduct</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UpdatePreventivePrice</a:t>
            </a:r>
          </a:p>
          <a:p>
            <a:pPr marL="0" indent="0">
              <a:lnSpc>
                <a:spcPct val="80000"/>
              </a:lnSpc>
              <a:spcBef>
                <a:spcPts val="0"/>
              </a:spcBef>
              <a:buClr>
                <a:schemeClr val="dk1"/>
              </a:buClr>
              <a:buSzPts val="1750"/>
              <a:buNone/>
            </a:pPr>
            <a:endParaRPr lang="es-419" sz="2400" dirty="0">
              <a:solidFill>
                <a:schemeClr val="dk1"/>
              </a:solidFill>
              <a:latin typeface="Calibri"/>
              <a:cs typeface="Calibri"/>
              <a:sym typeface="Calibri"/>
            </a:endParaRPr>
          </a:p>
          <a:p>
            <a:pPr marL="0" indent="0">
              <a:lnSpc>
                <a:spcPct val="80000"/>
              </a:lnSpc>
              <a:spcBef>
                <a:spcPts val="350"/>
              </a:spcBef>
              <a:buClr>
                <a:schemeClr val="dk1"/>
              </a:buClr>
              <a:buSzPts val="1750"/>
              <a:buNone/>
            </a:pPr>
            <a:endParaRPr lang="es-419" sz="1750" dirty="0">
              <a:solidFill>
                <a:schemeClr val="dk1"/>
              </a:solidFill>
              <a:latin typeface="Calibri"/>
              <a:cs typeface="Calibri"/>
              <a:sym typeface="Calibri"/>
            </a:endParaRPr>
          </a:p>
          <a:p>
            <a:pPr marL="0" indent="0">
              <a:lnSpc>
                <a:spcPct val="110000"/>
              </a:lnSpc>
              <a:buNone/>
            </a:pPr>
            <a:endParaRPr lang="it-IT" dirty="0"/>
          </a:p>
        </p:txBody>
      </p:sp>
      <p:sp>
        <p:nvSpPr>
          <p:cNvPr id="4" name="Segnaposto contenuto 2">
            <a:extLst>
              <a:ext uri="{FF2B5EF4-FFF2-40B4-BE49-F238E27FC236}">
                <a16:creationId xmlns:a16="http://schemas.microsoft.com/office/drawing/2014/main" id="{F6B81E2C-A55F-0145-1FEF-3CC5E8568157}"/>
              </a:ext>
            </a:extLst>
          </p:cNvPr>
          <p:cNvSpPr txBox="1">
            <a:spLocks/>
          </p:cNvSpPr>
          <p:nvPr/>
        </p:nvSpPr>
        <p:spPr>
          <a:xfrm>
            <a:off x="3662681" y="650239"/>
            <a:ext cx="3276599" cy="54457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it-IT" sz="2600" dirty="0">
                <a:solidFill>
                  <a:schemeClr val="dk1"/>
                </a:solidFill>
                <a:latin typeface="Calibri"/>
                <a:cs typeface="Calibri"/>
              </a:rPr>
              <a:t>Filters:</a:t>
            </a:r>
          </a:p>
          <a:p>
            <a:pPr>
              <a:lnSpc>
                <a:spcPct val="100000"/>
              </a:lnSpc>
              <a:buFont typeface="Wingdings" panose="05000000000000000000" pitchFamily="2" charset="2"/>
              <a:buChar char="§"/>
            </a:pPr>
            <a:r>
              <a:rPr lang="it-IT" sz="1800" dirty="0">
                <a:solidFill>
                  <a:schemeClr val="dk1"/>
                </a:solidFill>
                <a:latin typeface="Calibri"/>
                <a:cs typeface="Calibri"/>
              </a:rPr>
              <a:t>ClientChecker</a:t>
            </a:r>
          </a:p>
          <a:p>
            <a:pPr>
              <a:lnSpc>
                <a:spcPct val="100000"/>
              </a:lnSpc>
              <a:buFont typeface="Wingdings" panose="05000000000000000000" pitchFamily="2" charset="2"/>
              <a:buChar char="§"/>
            </a:pPr>
            <a:r>
              <a:rPr lang="it-IT" sz="1800" dirty="0">
                <a:solidFill>
                  <a:schemeClr val="dk1"/>
                </a:solidFill>
                <a:latin typeface="Calibri"/>
                <a:cs typeface="Calibri"/>
              </a:rPr>
              <a:t>EmployeeChecker</a:t>
            </a:r>
          </a:p>
          <a:p>
            <a:pPr>
              <a:lnSpc>
                <a:spcPct val="110000"/>
              </a:lnSpc>
              <a:buFont typeface="Wingdings" panose="05000000000000000000" pitchFamily="2" charset="2"/>
              <a:buChar char="§"/>
            </a:pPr>
            <a:r>
              <a:rPr lang="it-IT" sz="1800" dirty="0">
                <a:solidFill>
                  <a:schemeClr val="dk1"/>
                </a:solidFill>
                <a:latin typeface="Calibri"/>
                <a:cs typeface="Calibri"/>
              </a:rPr>
              <a:t>LogInChecker</a:t>
            </a:r>
          </a:p>
          <a:p>
            <a:pPr marL="0" indent="0">
              <a:lnSpc>
                <a:spcPct val="110000"/>
              </a:lnSpc>
              <a:buNone/>
            </a:pPr>
            <a:r>
              <a:rPr lang="it-IT" sz="2600" dirty="0">
                <a:solidFill>
                  <a:schemeClr val="dk1"/>
                </a:solidFill>
                <a:latin typeface="Calibri"/>
                <a:cs typeface="Calibri"/>
              </a:rPr>
              <a:t>Views (templates):</a:t>
            </a: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ErrorPage</a:t>
            </a: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HomePageClient</a:t>
            </a: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HomePageEmployee</a:t>
            </a: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LogInPage</a:t>
            </a: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PreventiveInfoPage</a:t>
            </a: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PricePreventivePage</a:t>
            </a: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SelectOptionsForPreventive</a:t>
            </a:r>
          </a:p>
        </p:txBody>
      </p:sp>
      <p:sp>
        <p:nvSpPr>
          <p:cNvPr id="5" name="Segnaposto contenuto 2">
            <a:extLst>
              <a:ext uri="{FF2B5EF4-FFF2-40B4-BE49-F238E27FC236}">
                <a16:creationId xmlns:a16="http://schemas.microsoft.com/office/drawing/2014/main" id="{B260F26A-046E-BCE1-8F36-99C6D2D09AB9}"/>
              </a:ext>
            </a:extLst>
          </p:cNvPr>
          <p:cNvSpPr txBox="1">
            <a:spLocks/>
          </p:cNvSpPr>
          <p:nvPr/>
        </p:nvSpPr>
        <p:spPr>
          <a:xfrm>
            <a:off x="6705600" y="650239"/>
            <a:ext cx="5351782" cy="618807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it-IT" sz="2600" dirty="0">
                <a:solidFill>
                  <a:schemeClr val="dk1"/>
                </a:solidFill>
                <a:latin typeface="Calibri"/>
                <a:cs typeface="Calibri"/>
              </a:rPr>
              <a:t>Data Access Objects (classes)</a:t>
            </a:r>
          </a:p>
          <a:p>
            <a:pPr>
              <a:lnSpc>
                <a:spcPct val="110000"/>
              </a:lnSpc>
              <a:spcBef>
                <a:spcPts val="0"/>
              </a:spcBef>
              <a:buClr>
                <a:schemeClr val="dk1"/>
              </a:buClr>
              <a:buSzPts val="1750"/>
              <a:buFont typeface="Wingdings" panose="05000000000000000000" pitchFamily="2" charset="2"/>
              <a:buChar char="§"/>
            </a:pPr>
            <a:r>
              <a:rPr lang="it-IT" sz="1900" b="1" dirty="0">
                <a:solidFill>
                  <a:schemeClr val="dk1"/>
                </a:solidFill>
                <a:latin typeface="Calibri"/>
                <a:cs typeface="Calibri"/>
              </a:rPr>
              <a:t>CredentialsDAO</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checkCredentials(username,password)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addCredentials(username,password,role)</a:t>
            </a:r>
          </a:p>
          <a:p>
            <a:pPr>
              <a:lnSpc>
                <a:spcPct val="110000"/>
              </a:lnSpc>
              <a:spcBef>
                <a:spcPts val="0"/>
              </a:spcBef>
              <a:buClr>
                <a:schemeClr val="dk1"/>
              </a:buClr>
              <a:buSzPts val="1750"/>
              <a:buFont typeface="Wingdings" panose="05000000000000000000" pitchFamily="2" charset="2"/>
              <a:buChar char="§"/>
            </a:pPr>
            <a:r>
              <a:rPr lang="it-IT" sz="1900" b="1" dirty="0">
                <a:solidFill>
                  <a:schemeClr val="dk1"/>
                </a:solidFill>
                <a:latin typeface="Calibri"/>
                <a:cs typeface="Calibri"/>
              </a:rPr>
              <a:t>PreventiveDAO</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getPreventivesByClient(clientUsername)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getPreventiveByEmployee(employeeUsername)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getPreventiveByID(preventiveID)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getPreventiveByIDAndEmployeeUsername(preventiveID,username)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getOptionsInPreventive(preventiveID)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getUnmanagedPreventives()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getUnmanagedPreventiveByID(preventiveID)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isPreventiveUnmanaged(preventiveID)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addPreventive(preventiveInfoToAdd)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updatePriceOfPreventive(preventiveID,employeeUsername,price)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getProductNameByCode(productCode)</a:t>
            </a:r>
          </a:p>
          <a:p>
            <a:pPr>
              <a:lnSpc>
                <a:spcPct val="110000"/>
              </a:lnSpc>
              <a:spcBef>
                <a:spcPts val="0"/>
              </a:spcBef>
              <a:buClr>
                <a:schemeClr val="dk1"/>
              </a:buClr>
              <a:buSzPts val="1750"/>
              <a:buFont typeface="Wingdings" panose="05000000000000000000" pitchFamily="2" charset="2"/>
              <a:buChar char="§"/>
            </a:pPr>
            <a:r>
              <a:rPr lang="it-IT" sz="1900" b="1" dirty="0">
                <a:solidFill>
                  <a:schemeClr val="dk1"/>
                </a:solidFill>
                <a:latin typeface="Calibri"/>
                <a:cs typeface="Calibri"/>
              </a:rPr>
              <a:t>ProductDAO</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getAllProducts()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doesProductExist(productCode)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getAllSimpleProducts()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getImgPathFromProductCode(productCode)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getOptionsByProductID(productID)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getOptionCodesByProductID(productCode)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getProductsCodes()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getOptionCodesByProductID()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getOptionByID(optionID)</a:t>
            </a:r>
          </a:p>
        </p:txBody>
      </p:sp>
    </p:spTree>
    <p:extLst>
      <p:ext uri="{BB962C8B-B14F-4D97-AF65-F5344CB8AC3E}">
        <p14:creationId xmlns:p14="http://schemas.microsoft.com/office/powerpoint/2010/main" val="1055022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73846" y="144780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prstClr val="black"/>
                </a:solidFill>
                <a:latin typeface="Calibri"/>
              </a:rPr>
              <a:t>CheckLogin</a:t>
            </a:r>
          </a:p>
        </p:txBody>
      </p:sp>
      <p:cxnSp>
        <p:nvCxnSpPr>
          <p:cNvPr id="6" name="Straight Connector 5"/>
          <p:cNvCxnSpPr>
            <a:cxnSpLocks/>
            <a:stCxn id="5" idx="2"/>
          </p:cNvCxnSpPr>
          <p:nvPr/>
        </p:nvCxnSpPr>
        <p:spPr>
          <a:xfrm flipH="1">
            <a:off x="2701625" y="1828800"/>
            <a:ext cx="29447" cy="484056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cxnSp>
        <p:nvCxnSpPr>
          <p:cNvPr id="7" name="Straight Arrow Connector 6"/>
          <p:cNvCxnSpPr/>
          <p:nvPr/>
        </p:nvCxnSpPr>
        <p:spPr>
          <a:xfrm>
            <a:off x="1635696" y="2971800"/>
            <a:ext cx="8763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559497" y="2602468"/>
            <a:ext cx="915635" cy="369332"/>
          </a:xfrm>
          <a:prstGeom prst="rect">
            <a:avLst/>
          </a:prstGeom>
          <a:noFill/>
        </p:spPr>
        <p:txBody>
          <a:bodyPr wrap="none" rtlCol="0">
            <a:spAutoFit/>
          </a:bodyPr>
          <a:lstStyle/>
          <a:p>
            <a:r>
              <a:rPr lang="en-US" dirty="0">
                <a:solidFill>
                  <a:prstClr val="black"/>
                </a:solidFill>
                <a:latin typeface="Calibri"/>
              </a:rPr>
              <a:t>doPOST</a:t>
            </a:r>
          </a:p>
        </p:txBody>
      </p:sp>
      <p:sp>
        <p:nvSpPr>
          <p:cNvPr id="9" name="Rectangle 8"/>
          <p:cNvSpPr/>
          <p:nvPr/>
        </p:nvSpPr>
        <p:spPr>
          <a:xfrm>
            <a:off x="2548355" y="2044700"/>
            <a:ext cx="306541" cy="44086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10" name="Rectangle 9"/>
          <p:cNvSpPr/>
          <p:nvPr/>
        </p:nvSpPr>
        <p:spPr>
          <a:xfrm>
            <a:off x="3853830" y="144780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CredentialsDAO</a:t>
            </a:r>
          </a:p>
        </p:txBody>
      </p:sp>
      <p:cxnSp>
        <p:nvCxnSpPr>
          <p:cNvPr id="11" name="Straight Connector 10"/>
          <p:cNvCxnSpPr>
            <a:cxnSpLocks/>
            <a:stCxn id="10" idx="2"/>
          </p:cNvCxnSpPr>
          <p:nvPr/>
        </p:nvCxnSpPr>
        <p:spPr>
          <a:xfrm flipH="1">
            <a:off x="4480741" y="1828800"/>
            <a:ext cx="30314" cy="434340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cxnSp>
        <p:nvCxnSpPr>
          <p:cNvPr id="12" name="Straight Arrow Connector 11"/>
          <p:cNvCxnSpPr/>
          <p:nvPr/>
        </p:nvCxnSpPr>
        <p:spPr>
          <a:xfrm>
            <a:off x="2854895" y="2514600"/>
            <a:ext cx="147344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855640" y="2145269"/>
            <a:ext cx="1426160" cy="307777"/>
          </a:xfrm>
          <a:prstGeom prst="rect">
            <a:avLst/>
          </a:prstGeom>
          <a:noFill/>
        </p:spPr>
        <p:txBody>
          <a:bodyPr wrap="none" rtlCol="0">
            <a:spAutoFit/>
          </a:bodyPr>
          <a:lstStyle/>
          <a:p>
            <a:r>
              <a:rPr lang="en-US" sz="1400" dirty="0">
                <a:solidFill>
                  <a:prstClr val="black"/>
                </a:solidFill>
                <a:latin typeface="Calibri"/>
              </a:rPr>
              <a:t>checkCredentials</a:t>
            </a:r>
          </a:p>
        </p:txBody>
      </p:sp>
      <p:sp>
        <p:nvSpPr>
          <p:cNvPr id="14" name="Rectangle 13"/>
          <p:cNvSpPr/>
          <p:nvPr/>
        </p:nvSpPr>
        <p:spPr>
          <a:xfrm>
            <a:off x="4328339" y="2044700"/>
            <a:ext cx="304800" cy="12573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15" name="Straight Arrow Connector 14"/>
          <p:cNvCxnSpPr/>
          <p:nvPr/>
        </p:nvCxnSpPr>
        <p:spPr>
          <a:xfrm flipH="1">
            <a:off x="2855640" y="3124200"/>
            <a:ext cx="143808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112621" y="2754868"/>
            <a:ext cx="1136850" cy="338554"/>
          </a:xfrm>
          <a:prstGeom prst="rect">
            <a:avLst/>
          </a:prstGeom>
          <a:noFill/>
        </p:spPr>
        <p:txBody>
          <a:bodyPr wrap="none" rtlCol="0">
            <a:spAutoFit/>
          </a:bodyPr>
          <a:lstStyle/>
          <a:p>
            <a:r>
              <a:rPr lang="en-US" sz="1600" dirty="0">
                <a:solidFill>
                  <a:prstClr val="black"/>
                </a:solidFill>
                <a:latin typeface="Calibri"/>
              </a:rPr>
              <a:t>user || null</a:t>
            </a:r>
          </a:p>
        </p:txBody>
      </p:sp>
      <p:sp>
        <p:nvSpPr>
          <p:cNvPr id="17" name="Rectangle 16"/>
          <p:cNvSpPr/>
          <p:nvPr/>
        </p:nvSpPr>
        <p:spPr>
          <a:xfrm>
            <a:off x="5375921" y="144780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LogInPage.html</a:t>
            </a:r>
          </a:p>
        </p:txBody>
      </p:sp>
      <p:cxnSp>
        <p:nvCxnSpPr>
          <p:cNvPr id="18" name="Straight Connector 17"/>
          <p:cNvCxnSpPr>
            <a:stCxn id="17" idx="2"/>
          </p:cNvCxnSpPr>
          <p:nvPr/>
        </p:nvCxnSpPr>
        <p:spPr>
          <a:xfrm flipH="1">
            <a:off x="6002832" y="1828800"/>
            <a:ext cx="30314" cy="434340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19" name="Rectangle 18"/>
          <p:cNvSpPr/>
          <p:nvPr/>
        </p:nvSpPr>
        <p:spPr>
          <a:xfrm>
            <a:off x="5850430" y="3009900"/>
            <a:ext cx="304800" cy="12573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20" name="Straight Arrow Connector 19"/>
          <p:cNvCxnSpPr/>
          <p:nvPr/>
        </p:nvCxnSpPr>
        <p:spPr>
          <a:xfrm>
            <a:off x="2855640" y="3714750"/>
            <a:ext cx="299479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32806" y="4294837"/>
            <a:ext cx="3888432" cy="307777"/>
          </a:xfrm>
          <a:prstGeom prst="rect">
            <a:avLst/>
          </a:prstGeom>
          <a:noFill/>
        </p:spPr>
        <p:txBody>
          <a:bodyPr wrap="square" rtlCol="0">
            <a:spAutoFit/>
          </a:bodyPr>
          <a:lstStyle/>
          <a:p>
            <a:pPr algn="ctr"/>
            <a:r>
              <a:rPr lang="en-US" sz="1400" dirty="0">
                <a:solidFill>
                  <a:prstClr val="black"/>
                </a:solidFill>
                <a:latin typeface="Calibri"/>
              </a:rPr>
              <a:t>[user   != null ]  setAttribute  ("username", user)</a:t>
            </a:r>
          </a:p>
        </p:txBody>
      </p:sp>
      <p:sp>
        <p:nvSpPr>
          <p:cNvPr id="22" name="Rectangle 21"/>
          <p:cNvSpPr/>
          <p:nvPr/>
        </p:nvSpPr>
        <p:spPr>
          <a:xfrm>
            <a:off x="6888089" y="144780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prstClr val="black"/>
                </a:solidFill>
                <a:latin typeface="Calibri"/>
              </a:rPr>
              <a:t>Session</a:t>
            </a:r>
          </a:p>
        </p:txBody>
      </p:sp>
      <p:cxnSp>
        <p:nvCxnSpPr>
          <p:cNvPr id="23" name="Straight Connector 22"/>
          <p:cNvCxnSpPr>
            <a:stCxn id="22" idx="2"/>
          </p:cNvCxnSpPr>
          <p:nvPr/>
        </p:nvCxnSpPr>
        <p:spPr>
          <a:xfrm flipH="1">
            <a:off x="7515000" y="1828800"/>
            <a:ext cx="30314" cy="434340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24" name="Rectangle 23"/>
          <p:cNvSpPr/>
          <p:nvPr/>
        </p:nvSpPr>
        <p:spPr>
          <a:xfrm>
            <a:off x="7362598" y="3695700"/>
            <a:ext cx="304800" cy="12573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25" name="Straight Arrow Connector 24"/>
          <p:cNvCxnSpPr/>
          <p:nvPr/>
        </p:nvCxnSpPr>
        <p:spPr>
          <a:xfrm>
            <a:off x="2855640" y="4648200"/>
            <a:ext cx="4506958"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18650" y="3378478"/>
            <a:ext cx="2117311" cy="338554"/>
          </a:xfrm>
          <a:prstGeom prst="rect">
            <a:avLst/>
          </a:prstGeom>
          <a:noFill/>
        </p:spPr>
        <p:txBody>
          <a:bodyPr wrap="none" rtlCol="0">
            <a:spAutoFit/>
          </a:bodyPr>
          <a:lstStyle/>
          <a:p>
            <a:pPr algn="ctr"/>
            <a:r>
              <a:rPr lang="en-US" sz="1600" dirty="0">
                <a:solidFill>
                  <a:prstClr val="black"/>
                </a:solidFill>
                <a:latin typeface="Calibri"/>
              </a:rPr>
              <a:t>[user   == null ] redirect</a:t>
            </a:r>
          </a:p>
        </p:txBody>
      </p:sp>
      <p:sp>
        <p:nvSpPr>
          <p:cNvPr id="27" name="TextBox 26"/>
          <p:cNvSpPr txBox="1"/>
          <p:nvPr/>
        </p:nvSpPr>
        <p:spPr>
          <a:xfrm>
            <a:off x="1056578" y="2983260"/>
            <a:ext cx="1491778" cy="1508105"/>
          </a:xfrm>
          <a:prstGeom prst="rect">
            <a:avLst/>
          </a:prstGeom>
          <a:noFill/>
        </p:spPr>
        <p:txBody>
          <a:bodyPr wrap="square" rtlCol="0">
            <a:spAutoFit/>
          </a:bodyPr>
          <a:lstStyle/>
          <a:p>
            <a:r>
              <a:rPr lang="en-US" sz="1600" dirty="0">
                <a:solidFill>
                  <a:prstClr val="black"/>
                </a:solidFill>
                <a:latin typeface="Calibri"/>
              </a:rPr>
              <a:t>POST</a:t>
            </a:r>
          </a:p>
          <a:p>
            <a:r>
              <a:rPr lang="en-US" sz="1400" dirty="0">
                <a:solidFill>
                  <a:prstClr val="black"/>
                </a:solidFill>
                <a:latin typeface="Calibri"/>
              </a:rPr>
              <a:t>username</a:t>
            </a:r>
          </a:p>
          <a:p>
            <a:r>
              <a:rPr lang="en-US" sz="1400" dirty="0">
                <a:solidFill>
                  <a:prstClr val="black"/>
                </a:solidFill>
                <a:latin typeface="Calibri"/>
              </a:rPr>
              <a:t>password</a:t>
            </a:r>
          </a:p>
          <a:p>
            <a:endParaRPr lang="en-US" sz="1600" dirty="0">
              <a:solidFill>
                <a:prstClr val="black"/>
              </a:solidFill>
              <a:latin typeface="Calibri"/>
            </a:endParaRPr>
          </a:p>
          <a:p>
            <a:r>
              <a:rPr lang="en-US" sz="1600" dirty="0">
                <a:solidFill>
                  <a:prstClr val="black"/>
                </a:solidFill>
                <a:latin typeface="Calibri"/>
              </a:rPr>
              <a:t>From:</a:t>
            </a:r>
          </a:p>
          <a:p>
            <a:r>
              <a:rPr lang="en-US" sz="1600" dirty="0">
                <a:solidFill>
                  <a:prstClr val="black"/>
                </a:solidFill>
                <a:latin typeface="Calibri"/>
              </a:rPr>
              <a:t>LogInPage.html</a:t>
            </a:r>
          </a:p>
        </p:txBody>
      </p:sp>
      <p:sp>
        <p:nvSpPr>
          <p:cNvPr id="34" name="Rectangle 33"/>
          <p:cNvSpPr/>
          <p:nvPr/>
        </p:nvSpPr>
        <p:spPr>
          <a:xfrm>
            <a:off x="7752185" y="1944960"/>
            <a:ext cx="1274983" cy="508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GetClientHomePage</a:t>
            </a:r>
          </a:p>
        </p:txBody>
      </p:sp>
      <p:cxnSp>
        <p:nvCxnSpPr>
          <p:cNvPr id="35" name="Straight Connector 34"/>
          <p:cNvCxnSpPr>
            <a:cxnSpLocks/>
            <a:stCxn id="34" idx="2"/>
          </p:cNvCxnSpPr>
          <p:nvPr/>
        </p:nvCxnSpPr>
        <p:spPr>
          <a:xfrm flipH="1">
            <a:off x="8379096" y="2453045"/>
            <a:ext cx="10581" cy="4216315"/>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36" name="Rectangle 35"/>
          <p:cNvSpPr/>
          <p:nvPr/>
        </p:nvSpPr>
        <p:spPr>
          <a:xfrm>
            <a:off x="8226694" y="4653136"/>
            <a:ext cx="304800" cy="100811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37" name="Rectangle 36"/>
          <p:cNvSpPr/>
          <p:nvPr/>
        </p:nvSpPr>
        <p:spPr>
          <a:xfrm>
            <a:off x="8519268" y="2622557"/>
            <a:ext cx="1108425" cy="6031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GetEmployeeHomePage</a:t>
            </a:r>
          </a:p>
        </p:txBody>
      </p:sp>
      <p:cxnSp>
        <p:nvCxnSpPr>
          <p:cNvPr id="38" name="Straight Connector 37"/>
          <p:cNvCxnSpPr>
            <a:cxnSpLocks/>
            <a:stCxn id="37" idx="2"/>
            <a:endCxn id="39" idx="0"/>
          </p:cNvCxnSpPr>
          <p:nvPr/>
        </p:nvCxnSpPr>
        <p:spPr>
          <a:xfrm flipH="1">
            <a:off x="9068200" y="3225733"/>
            <a:ext cx="5281" cy="265655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39" name="Rectangle 38"/>
          <p:cNvSpPr/>
          <p:nvPr/>
        </p:nvSpPr>
        <p:spPr>
          <a:xfrm>
            <a:off x="8915800" y="5882283"/>
            <a:ext cx="304800" cy="6286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42" name="TextBox 41"/>
          <p:cNvSpPr txBox="1"/>
          <p:nvPr/>
        </p:nvSpPr>
        <p:spPr>
          <a:xfrm>
            <a:off x="5096846" y="5034662"/>
            <a:ext cx="2735942" cy="338554"/>
          </a:xfrm>
          <a:prstGeom prst="rect">
            <a:avLst/>
          </a:prstGeom>
          <a:noFill/>
        </p:spPr>
        <p:txBody>
          <a:bodyPr wrap="none" rtlCol="0">
            <a:spAutoFit/>
          </a:bodyPr>
          <a:lstStyle/>
          <a:p>
            <a:pPr algn="ctr"/>
            <a:r>
              <a:rPr lang="en-US" sz="1600" dirty="0">
                <a:solidFill>
                  <a:prstClr val="black"/>
                </a:solidFill>
                <a:latin typeface="Calibri"/>
              </a:rPr>
              <a:t>[user.role   == “client"] redirect</a:t>
            </a:r>
          </a:p>
        </p:txBody>
      </p:sp>
      <p:sp>
        <p:nvSpPr>
          <p:cNvPr id="43" name="TextBox 42"/>
          <p:cNvSpPr txBox="1"/>
          <p:nvPr/>
        </p:nvSpPr>
        <p:spPr>
          <a:xfrm>
            <a:off x="5892974" y="5898758"/>
            <a:ext cx="2871876" cy="338554"/>
          </a:xfrm>
          <a:prstGeom prst="rect">
            <a:avLst/>
          </a:prstGeom>
          <a:noFill/>
        </p:spPr>
        <p:txBody>
          <a:bodyPr wrap="none" rtlCol="0">
            <a:spAutoFit/>
          </a:bodyPr>
          <a:lstStyle/>
          <a:p>
            <a:pPr algn="ctr"/>
            <a:r>
              <a:rPr lang="en-US" sz="1600" dirty="0">
                <a:solidFill>
                  <a:prstClr val="black"/>
                </a:solidFill>
                <a:latin typeface="Calibri"/>
              </a:rPr>
              <a:t>[user.role   == "worker"] redirect</a:t>
            </a:r>
          </a:p>
        </p:txBody>
      </p:sp>
      <p:cxnSp>
        <p:nvCxnSpPr>
          <p:cNvPr id="44" name="Straight Arrow Connector 43"/>
          <p:cNvCxnSpPr/>
          <p:nvPr/>
        </p:nvCxnSpPr>
        <p:spPr>
          <a:xfrm>
            <a:off x="2855641" y="5445224"/>
            <a:ext cx="534689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cxnSpLocks/>
          </p:cNvCxnSpPr>
          <p:nvPr/>
        </p:nvCxnSpPr>
        <p:spPr>
          <a:xfrm>
            <a:off x="2927648" y="6309320"/>
            <a:ext cx="598815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0" name="Titolo 1">
            <a:extLst>
              <a:ext uri="{FF2B5EF4-FFF2-40B4-BE49-F238E27FC236}">
                <a16:creationId xmlns:a16="http://schemas.microsoft.com/office/drawing/2014/main" id="{85E86413-F3C7-401C-BBD9-C166B9FAB693}"/>
              </a:ext>
            </a:extLst>
          </p:cNvPr>
          <p:cNvSpPr txBox="1">
            <a:spLocks/>
          </p:cNvSpPr>
          <p:nvPr/>
        </p:nvSpPr>
        <p:spPr>
          <a:xfrm>
            <a:off x="838200" y="133574"/>
            <a:ext cx="10515600" cy="8032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sz="3600" dirty="0"/>
              <a:t>Event: login</a:t>
            </a:r>
          </a:p>
        </p:txBody>
      </p:sp>
    </p:spTree>
    <p:extLst>
      <p:ext uri="{BB962C8B-B14F-4D97-AF65-F5344CB8AC3E}">
        <p14:creationId xmlns:p14="http://schemas.microsoft.com/office/powerpoint/2010/main" val="3425753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3277766" y="126876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prstClr val="black"/>
                </a:solidFill>
                <a:latin typeface="Calibri"/>
              </a:rPr>
              <a:t>GetClientHomePage</a:t>
            </a:r>
          </a:p>
        </p:txBody>
      </p:sp>
      <p:cxnSp>
        <p:nvCxnSpPr>
          <p:cNvPr id="11" name="Straight Connector 10"/>
          <p:cNvCxnSpPr>
            <a:stCxn id="10" idx="2"/>
          </p:cNvCxnSpPr>
          <p:nvPr/>
        </p:nvCxnSpPr>
        <p:spPr>
          <a:xfrm flipH="1">
            <a:off x="3919835" y="1649760"/>
            <a:ext cx="15157" cy="4155504"/>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14" name="Rectangle 13"/>
          <p:cNvSpPr/>
          <p:nvPr/>
        </p:nvSpPr>
        <p:spPr>
          <a:xfrm>
            <a:off x="3752275" y="2120528"/>
            <a:ext cx="288032" cy="33616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17" name="Rectangle 16"/>
          <p:cNvSpPr/>
          <p:nvPr/>
        </p:nvSpPr>
        <p:spPr>
          <a:xfrm>
            <a:off x="4799857" y="126876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prstClr val="black"/>
                </a:solidFill>
                <a:latin typeface="Calibri"/>
              </a:rPr>
              <a:t>Session</a:t>
            </a:r>
          </a:p>
        </p:txBody>
      </p:sp>
      <p:cxnSp>
        <p:nvCxnSpPr>
          <p:cNvPr id="18" name="Straight Connector 17"/>
          <p:cNvCxnSpPr>
            <a:stCxn id="17" idx="2"/>
          </p:cNvCxnSpPr>
          <p:nvPr/>
        </p:nvCxnSpPr>
        <p:spPr>
          <a:xfrm flipH="1">
            <a:off x="5441926" y="1649760"/>
            <a:ext cx="15157" cy="4155504"/>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19" name="Rectangle 18"/>
          <p:cNvSpPr/>
          <p:nvPr/>
        </p:nvSpPr>
        <p:spPr>
          <a:xfrm>
            <a:off x="5274366" y="2640732"/>
            <a:ext cx="304800" cy="12573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20" name="Straight Arrow Connector 19"/>
          <p:cNvCxnSpPr/>
          <p:nvPr/>
        </p:nvCxnSpPr>
        <p:spPr>
          <a:xfrm>
            <a:off x="4057075" y="2812876"/>
            <a:ext cx="121311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040308" y="2889921"/>
            <a:ext cx="1386459" cy="584775"/>
          </a:xfrm>
          <a:prstGeom prst="rect">
            <a:avLst/>
          </a:prstGeom>
          <a:noFill/>
        </p:spPr>
        <p:txBody>
          <a:bodyPr wrap="square" rtlCol="0">
            <a:spAutoFit/>
          </a:bodyPr>
          <a:lstStyle/>
          <a:p>
            <a:r>
              <a:rPr lang="en-US" sz="1600" dirty="0">
                <a:solidFill>
                  <a:prstClr val="black"/>
                </a:solidFill>
                <a:latin typeface="Calibri"/>
              </a:rPr>
              <a:t>getAttribute </a:t>
            </a:r>
            <a:br>
              <a:rPr lang="en-US" sz="1600" dirty="0">
                <a:solidFill>
                  <a:prstClr val="black"/>
                </a:solidFill>
                <a:latin typeface="Calibri"/>
              </a:rPr>
            </a:br>
            <a:r>
              <a:rPr lang="en-US" sz="1600" dirty="0">
                <a:solidFill>
                  <a:prstClr val="black"/>
                </a:solidFill>
                <a:latin typeface="Calibri"/>
              </a:rPr>
              <a:t>("username")</a:t>
            </a:r>
          </a:p>
        </p:txBody>
      </p:sp>
      <p:sp>
        <p:nvSpPr>
          <p:cNvPr id="22" name="Rectangle 21"/>
          <p:cNvSpPr/>
          <p:nvPr/>
        </p:nvSpPr>
        <p:spPr>
          <a:xfrm>
            <a:off x="6312025" y="126876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prstClr val="black"/>
                </a:solidFill>
                <a:latin typeface="Calibri"/>
              </a:rPr>
              <a:t>LogInPage.html</a:t>
            </a:r>
          </a:p>
        </p:txBody>
      </p:sp>
      <p:cxnSp>
        <p:nvCxnSpPr>
          <p:cNvPr id="23" name="Straight Connector 22"/>
          <p:cNvCxnSpPr>
            <a:stCxn id="22" idx="2"/>
          </p:cNvCxnSpPr>
          <p:nvPr/>
        </p:nvCxnSpPr>
        <p:spPr>
          <a:xfrm flipH="1">
            <a:off x="6938934" y="1649760"/>
            <a:ext cx="30316" cy="4155504"/>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24" name="Rectangle 23"/>
          <p:cNvSpPr/>
          <p:nvPr/>
        </p:nvSpPr>
        <p:spPr>
          <a:xfrm>
            <a:off x="6786534" y="1809800"/>
            <a:ext cx="304800" cy="23762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25" name="Straight Arrow Connector 24"/>
          <p:cNvCxnSpPr/>
          <p:nvPr/>
        </p:nvCxnSpPr>
        <p:spPr>
          <a:xfrm flipV="1">
            <a:off x="4057076" y="2287434"/>
            <a:ext cx="2729459" cy="493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367809" y="1809801"/>
            <a:ext cx="2255593" cy="792781"/>
          </a:xfrm>
          <a:prstGeom prst="rect">
            <a:avLst/>
          </a:prstGeom>
          <a:noFill/>
        </p:spPr>
        <p:txBody>
          <a:bodyPr wrap="square" rtlCol="0">
            <a:spAutoFit/>
          </a:bodyPr>
          <a:lstStyle/>
          <a:p>
            <a:pPr algn="ctr">
              <a:lnSpc>
                <a:spcPct val="150000"/>
              </a:lnSpc>
            </a:pPr>
            <a:r>
              <a:rPr lang="en-US" sz="1600" dirty="0">
                <a:solidFill>
                  <a:prstClr val="black"/>
                </a:solidFill>
                <a:latin typeface="Calibri"/>
              </a:rPr>
              <a:t>[session.isNew  ||</a:t>
            </a:r>
            <a:br>
              <a:rPr lang="en-US" sz="1600" dirty="0">
                <a:solidFill>
                  <a:prstClr val="black"/>
                </a:solidFill>
                <a:latin typeface="Calibri"/>
              </a:rPr>
            </a:br>
            <a:r>
              <a:rPr lang="en-US" sz="1600" dirty="0">
                <a:solidFill>
                  <a:prstClr val="black"/>
                </a:solidFill>
                <a:latin typeface="Calibri"/>
              </a:rPr>
              <a:t>user == null ] redirect</a:t>
            </a:r>
          </a:p>
        </p:txBody>
      </p:sp>
      <p:sp>
        <p:nvSpPr>
          <p:cNvPr id="34" name="Rectangle 33"/>
          <p:cNvSpPr/>
          <p:nvPr/>
        </p:nvSpPr>
        <p:spPr>
          <a:xfrm>
            <a:off x="8021910" y="1305744"/>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prstClr val="black"/>
                </a:solidFill>
                <a:latin typeface="Calibri"/>
              </a:rPr>
              <a:t>HomePageClient.</a:t>
            </a:r>
            <a:br>
              <a:rPr lang="en-US" sz="1200" dirty="0">
                <a:solidFill>
                  <a:prstClr val="black"/>
                </a:solidFill>
                <a:latin typeface="Calibri"/>
              </a:rPr>
            </a:br>
            <a:r>
              <a:rPr lang="en-US" sz="1200" dirty="0">
                <a:solidFill>
                  <a:prstClr val="black"/>
                </a:solidFill>
                <a:latin typeface="Calibri"/>
              </a:rPr>
              <a:t>html</a:t>
            </a:r>
          </a:p>
        </p:txBody>
      </p:sp>
      <p:cxnSp>
        <p:nvCxnSpPr>
          <p:cNvPr id="35" name="Straight Connector 34"/>
          <p:cNvCxnSpPr>
            <a:stCxn id="34" idx="2"/>
          </p:cNvCxnSpPr>
          <p:nvPr/>
        </p:nvCxnSpPr>
        <p:spPr>
          <a:xfrm flipH="1">
            <a:off x="8648819" y="1686744"/>
            <a:ext cx="30316" cy="411852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36" name="Rectangle 35"/>
          <p:cNvSpPr/>
          <p:nvPr/>
        </p:nvSpPr>
        <p:spPr>
          <a:xfrm>
            <a:off x="8496419" y="4330080"/>
            <a:ext cx="304800" cy="100811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42" name="TextBox 41"/>
          <p:cNvSpPr txBox="1"/>
          <p:nvPr/>
        </p:nvSpPr>
        <p:spPr>
          <a:xfrm>
            <a:off x="4431225" y="5071646"/>
            <a:ext cx="2735942" cy="338554"/>
          </a:xfrm>
          <a:prstGeom prst="rect">
            <a:avLst/>
          </a:prstGeom>
          <a:noFill/>
        </p:spPr>
        <p:txBody>
          <a:bodyPr wrap="none" rtlCol="0">
            <a:spAutoFit/>
          </a:bodyPr>
          <a:lstStyle/>
          <a:p>
            <a:pPr algn="ctr"/>
            <a:r>
              <a:rPr lang="en-US" sz="1600" dirty="0">
                <a:solidFill>
                  <a:prstClr val="black"/>
                </a:solidFill>
                <a:latin typeface="Calibri"/>
              </a:rPr>
              <a:t>[user.role   == “client"] redirect</a:t>
            </a:r>
          </a:p>
        </p:txBody>
      </p:sp>
      <p:sp>
        <p:nvSpPr>
          <p:cNvPr id="43" name="TextBox 42"/>
          <p:cNvSpPr txBox="1"/>
          <p:nvPr/>
        </p:nvSpPr>
        <p:spPr>
          <a:xfrm>
            <a:off x="4368075" y="4186064"/>
            <a:ext cx="2700676" cy="338554"/>
          </a:xfrm>
          <a:prstGeom prst="rect">
            <a:avLst/>
          </a:prstGeom>
          <a:noFill/>
        </p:spPr>
        <p:txBody>
          <a:bodyPr wrap="none" rtlCol="0">
            <a:spAutoFit/>
          </a:bodyPr>
          <a:lstStyle/>
          <a:p>
            <a:pPr algn="ctr"/>
            <a:r>
              <a:rPr lang="en-US" sz="1600" dirty="0">
                <a:solidFill>
                  <a:prstClr val="black"/>
                </a:solidFill>
                <a:latin typeface="Calibri"/>
              </a:rPr>
              <a:t>[user.role   != “client"] redirect</a:t>
            </a:r>
          </a:p>
        </p:txBody>
      </p:sp>
      <p:cxnSp>
        <p:nvCxnSpPr>
          <p:cNvPr id="44" name="Straight Arrow Connector 43"/>
          <p:cNvCxnSpPr/>
          <p:nvPr/>
        </p:nvCxnSpPr>
        <p:spPr>
          <a:xfrm>
            <a:off x="4040308" y="4042048"/>
            <a:ext cx="271254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4057075" y="4906144"/>
            <a:ext cx="443934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2506626" y="2817912"/>
            <a:ext cx="121311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494684" y="2188841"/>
            <a:ext cx="1942006" cy="584775"/>
          </a:xfrm>
          <a:prstGeom prst="rect">
            <a:avLst/>
          </a:prstGeom>
          <a:noFill/>
        </p:spPr>
        <p:txBody>
          <a:bodyPr wrap="none" rtlCol="0">
            <a:spAutoFit/>
          </a:bodyPr>
          <a:lstStyle/>
          <a:p>
            <a:pPr algn="ctr"/>
            <a:r>
              <a:rPr lang="en-US" sz="1600" dirty="0">
                <a:solidFill>
                  <a:prstClr val="black"/>
                </a:solidFill>
                <a:latin typeface="Calibri"/>
              </a:rPr>
              <a:t>GET</a:t>
            </a:r>
          </a:p>
          <a:p>
            <a:pPr algn="ctr"/>
            <a:r>
              <a:rPr lang="en-US" sz="1600" dirty="0">
                <a:solidFill>
                  <a:prstClr val="black"/>
                </a:solidFill>
                <a:latin typeface="Calibri"/>
              </a:rPr>
              <a:t>/GetClientHomePage</a:t>
            </a:r>
          </a:p>
        </p:txBody>
      </p:sp>
      <p:sp>
        <p:nvSpPr>
          <p:cNvPr id="27" name="Titolo 1">
            <a:extLst>
              <a:ext uri="{FF2B5EF4-FFF2-40B4-BE49-F238E27FC236}">
                <a16:creationId xmlns:a16="http://schemas.microsoft.com/office/drawing/2014/main" id="{2E3BCBCE-7218-5028-7138-75C3CC8676E5}"/>
              </a:ext>
            </a:extLst>
          </p:cNvPr>
          <p:cNvSpPr txBox="1">
            <a:spLocks/>
          </p:cNvSpPr>
          <p:nvPr/>
        </p:nvSpPr>
        <p:spPr>
          <a:xfrm>
            <a:off x="838200" y="133574"/>
            <a:ext cx="10515600" cy="8032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sz="3600" dirty="0"/>
              <a:t>Checking </a:t>
            </a:r>
            <a:r>
              <a:rPr lang="it-IT" sz="3600" dirty="0" err="1"/>
              <a:t>if</a:t>
            </a:r>
            <a:r>
              <a:rPr lang="it-IT" sz="3600" dirty="0"/>
              <a:t> client is logged in</a:t>
            </a:r>
          </a:p>
        </p:txBody>
      </p:sp>
    </p:spTree>
    <p:extLst>
      <p:ext uri="{BB962C8B-B14F-4D97-AF65-F5344CB8AC3E}">
        <p14:creationId xmlns:p14="http://schemas.microsoft.com/office/powerpoint/2010/main" val="1817528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3245069" y="1257157"/>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err="1">
                <a:solidFill>
                  <a:prstClr val="black"/>
                </a:solidFill>
                <a:latin typeface="Calibri"/>
              </a:rPr>
              <a:t>GetEmployeeHomePage</a:t>
            </a:r>
            <a:endParaRPr lang="en-US" sz="1100" dirty="0">
              <a:solidFill>
                <a:prstClr val="black"/>
              </a:solidFill>
              <a:latin typeface="Calibri"/>
            </a:endParaRPr>
          </a:p>
        </p:txBody>
      </p:sp>
      <p:cxnSp>
        <p:nvCxnSpPr>
          <p:cNvPr id="11" name="Straight Connector 10"/>
          <p:cNvCxnSpPr>
            <a:stCxn id="10" idx="2"/>
          </p:cNvCxnSpPr>
          <p:nvPr/>
        </p:nvCxnSpPr>
        <p:spPr>
          <a:xfrm flipH="1">
            <a:off x="3887138" y="1638157"/>
            <a:ext cx="15157" cy="4155504"/>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14" name="Rectangle 13"/>
          <p:cNvSpPr/>
          <p:nvPr/>
        </p:nvSpPr>
        <p:spPr>
          <a:xfrm>
            <a:off x="3752275" y="2120528"/>
            <a:ext cx="288032" cy="33616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17" name="Rectangle 16"/>
          <p:cNvSpPr/>
          <p:nvPr/>
        </p:nvSpPr>
        <p:spPr>
          <a:xfrm>
            <a:off x="4799857" y="126876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prstClr val="black"/>
                </a:solidFill>
                <a:latin typeface="Calibri"/>
              </a:rPr>
              <a:t>Session</a:t>
            </a:r>
          </a:p>
        </p:txBody>
      </p:sp>
      <p:cxnSp>
        <p:nvCxnSpPr>
          <p:cNvPr id="18" name="Straight Connector 17"/>
          <p:cNvCxnSpPr>
            <a:stCxn id="17" idx="2"/>
          </p:cNvCxnSpPr>
          <p:nvPr/>
        </p:nvCxnSpPr>
        <p:spPr>
          <a:xfrm flipH="1">
            <a:off x="5441926" y="1649760"/>
            <a:ext cx="15157" cy="4155504"/>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19" name="Rectangle 18"/>
          <p:cNvSpPr/>
          <p:nvPr/>
        </p:nvSpPr>
        <p:spPr>
          <a:xfrm>
            <a:off x="5274366" y="2640732"/>
            <a:ext cx="304800" cy="12573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20" name="Straight Arrow Connector 19"/>
          <p:cNvCxnSpPr/>
          <p:nvPr/>
        </p:nvCxnSpPr>
        <p:spPr>
          <a:xfrm>
            <a:off x="4057075" y="2812876"/>
            <a:ext cx="121311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040308" y="2889921"/>
            <a:ext cx="1386459" cy="584775"/>
          </a:xfrm>
          <a:prstGeom prst="rect">
            <a:avLst/>
          </a:prstGeom>
          <a:noFill/>
        </p:spPr>
        <p:txBody>
          <a:bodyPr wrap="square" rtlCol="0">
            <a:spAutoFit/>
          </a:bodyPr>
          <a:lstStyle/>
          <a:p>
            <a:r>
              <a:rPr lang="en-US" sz="1600" dirty="0">
                <a:solidFill>
                  <a:prstClr val="black"/>
                </a:solidFill>
                <a:latin typeface="Calibri"/>
              </a:rPr>
              <a:t>getAttribute </a:t>
            </a:r>
            <a:br>
              <a:rPr lang="en-US" sz="1600" dirty="0">
                <a:solidFill>
                  <a:prstClr val="black"/>
                </a:solidFill>
                <a:latin typeface="Calibri"/>
              </a:rPr>
            </a:br>
            <a:r>
              <a:rPr lang="en-US" sz="1600" dirty="0">
                <a:solidFill>
                  <a:prstClr val="black"/>
                </a:solidFill>
                <a:latin typeface="Calibri"/>
              </a:rPr>
              <a:t>("username")</a:t>
            </a:r>
          </a:p>
        </p:txBody>
      </p:sp>
      <p:sp>
        <p:nvSpPr>
          <p:cNvPr id="22" name="Rectangle 21"/>
          <p:cNvSpPr/>
          <p:nvPr/>
        </p:nvSpPr>
        <p:spPr>
          <a:xfrm>
            <a:off x="6312025" y="126876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solidFill>
                  <a:prstClr val="black"/>
                </a:solidFill>
                <a:latin typeface="Calibri"/>
              </a:rPr>
              <a:t>LogInPage.html</a:t>
            </a:r>
          </a:p>
        </p:txBody>
      </p:sp>
      <p:cxnSp>
        <p:nvCxnSpPr>
          <p:cNvPr id="23" name="Straight Connector 22"/>
          <p:cNvCxnSpPr>
            <a:stCxn id="22" idx="2"/>
          </p:cNvCxnSpPr>
          <p:nvPr/>
        </p:nvCxnSpPr>
        <p:spPr>
          <a:xfrm flipH="1">
            <a:off x="6938934" y="1649760"/>
            <a:ext cx="30316" cy="4155504"/>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24" name="Rectangle 23"/>
          <p:cNvSpPr/>
          <p:nvPr/>
        </p:nvSpPr>
        <p:spPr>
          <a:xfrm>
            <a:off x="6786534" y="1809800"/>
            <a:ext cx="304800" cy="23762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25" name="Straight Arrow Connector 24"/>
          <p:cNvCxnSpPr/>
          <p:nvPr/>
        </p:nvCxnSpPr>
        <p:spPr>
          <a:xfrm flipV="1">
            <a:off x="4057076" y="2287434"/>
            <a:ext cx="2729459" cy="493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367809" y="1809801"/>
            <a:ext cx="2255593" cy="792781"/>
          </a:xfrm>
          <a:prstGeom prst="rect">
            <a:avLst/>
          </a:prstGeom>
          <a:noFill/>
        </p:spPr>
        <p:txBody>
          <a:bodyPr wrap="square" rtlCol="0">
            <a:spAutoFit/>
          </a:bodyPr>
          <a:lstStyle/>
          <a:p>
            <a:pPr algn="ctr">
              <a:lnSpc>
                <a:spcPct val="150000"/>
              </a:lnSpc>
            </a:pPr>
            <a:r>
              <a:rPr lang="en-US" sz="1600" dirty="0">
                <a:solidFill>
                  <a:prstClr val="black"/>
                </a:solidFill>
                <a:latin typeface="Calibri"/>
              </a:rPr>
              <a:t>[session.isNew  ||</a:t>
            </a:r>
            <a:br>
              <a:rPr lang="en-US" sz="1600" dirty="0">
                <a:solidFill>
                  <a:prstClr val="black"/>
                </a:solidFill>
                <a:latin typeface="Calibri"/>
              </a:rPr>
            </a:br>
            <a:r>
              <a:rPr lang="en-US" sz="1600" dirty="0">
                <a:solidFill>
                  <a:prstClr val="black"/>
                </a:solidFill>
                <a:latin typeface="Calibri"/>
              </a:rPr>
              <a:t>user == null ] redirect</a:t>
            </a:r>
          </a:p>
        </p:txBody>
      </p:sp>
      <p:sp>
        <p:nvSpPr>
          <p:cNvPr id="34" name="Rectangle 33"/>
          <p:cNvSpPr/>
          <p:nvPr/>
        </p:nvSpPr>
        <p:spPr>
          <a:xfrm>
            <a:off x="8021910" y="1305744"/>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err="1">
                <a:solidFill>
                  <a:prstClr val="black"/>
                </a:solidFill>
                <a:latin typeface="Calibri"/>
              </a:rPr>
              <a:t>HomePageEmployee</a:t>
            </a:r>
            <a:r>
              <a:rPr lang="en-US" sz="1000" dirty="0">
                <a:solidFill>
                  <a:prstClr val="black"/>
                </a:solidFill>
                <a:latin typeface="Calibri"/>
              </a:rPr>
              <a:t>.</a:t>
            </a:r>
            <a:br>
              <a:rPr lang="en-US" sz="1000" dirty="0">
                <a:solidFill>
                  <a:prstClr val="black"/>
                </a:solidFill>
                <a:latin typeface="Calibri"/>
              </a:rPr>
            </a:br>
            <a:r>
              <a:rPr lang="en-US" sz="1000" dirty="0">
                <a:solidFill>
                  <a:prstClr val="black"/>
                </a:solidFill>
                <a:latin typeface="Calibri"/>
              </a:rPr>
              <a:t>html</a:t>
            </a:r>
          </a:p>
        </p:txBody>
      </p:sp>
      <p:cxnSp>
        <p:nvCxnSpPr>
          <p:cNvPr id="35" name="Straight Connector 34"/>
          <p:cNvCxnSpPr>
            <a:stCxn id="34" idx="2"/>
          </p:cNvCxnSpPr>
          <p:nvPr/>
        </p:nvCxnSpPr>
        <p:spPr>
          <a:xfrm flipH="1">
            <a:off x="8648819" y="1686744"/>
            <a:ext cx="30316" cy="411852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36" name="Rectangle 35"/>
          <p:cNvSpPr/>
          <p:nvPr/>
        </p:nvSpPr>
        <p:spPr>
          <a:xfrm>
            <a:off x="8496419" y="4330080"/>
            <a:ext cx="304800" cy="100811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42" name="TextBox 41"/>
          <p:cNvSpPr txBox="1"/>
          <p:nvPr/>
        </p:nvSpPr>
        <p:spPr>
          <a:xfrm>
            <a:off x="4247330" y="5071646"/>
            <a:ext cx="3103735" cy="338554"/>
          </a:xfrm>
          <a:prstGeom prst="rect">
            <a:avLst/>
          </a:prstGeom>
          <a:noFill/>
        </p:spPr>
        <p:txBody>
          <a:bodyPr wrap="none" rtlCol="0">
            <a:spAutoFit/>
          </a:bodyPr>
          <a:lstStyle/>
          <a:p>
            <a:pPr algn="ctr"/>
            <a:r>
              <a:rPr lang="en-US" sz="1600" dirty="0">
                <a:solidFill>
                  <a:prstClr val="black"/>
                </a:solidFill>
                <a:latin typeface="Calibri"/>
              </a:rPr>
              <a:t>[user.role   == “employee"] redirect</a:t>
            </a:r>
          </a:p>
        </p:txBody>
      </p:sp>
      <p:sp>
        <p:nvSpPr>
          <p:cNvPr id="43" name="TextBox 42"/>
          <p:cNvSpPr txBox="1"/>
          <p:nvPr/>
        </p:nvSpPr>
        <p:spPr>
          <a:xfrm>
            <a:off x="4184181" y="4186064"/>
            <a:ext cx="3068469" cy="338554"/>
          </a:xfrm>
          <a:prstGeom prst="rect">
            <a:avLst/>
          </a:prstGeom>
          <a:noFill/>
        </p:spPr>
        <p:txBody>
          <a:bodyPr wrap="none" rtlCol="0">
            <a:spAutoFit/>
          </a:bodyPr>
          <a:lstStyle/>
          <a:p>
            <a:pPr algn="ctr"/>
            <a:r>
              <a:rPr lang="en-US" sz="1600" dirty="0">
                <a:solidFill>
                  <a:prstClr val="black"/>
                </a:solidFill>
                <a:latin typeface="Calibri"/>
              </a:rPr>
              <a:t>[user.role   != “employee"] redirect</a:t>
            </a:r>
          </a:p>
        </p:txBody>
      </p:sp>
      <p:cxnSp>
        <p:nvCxnSpPr>
          <p:cNvPr id="44" name="Straight Arrow Connector 43"/>
          <p:cNvCxnSpPr/>
          <p:nvPr/>
        </p:nvCxnSpPr>
        <p:spPr>
          <a:xfrm>
            <a:off x="4040308" y="4042048"/>
            <a:ext cx="271254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4057075" y="4906144"/>
            <a:ext cx="443934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2506626" y="2817912"/>
            <a:ext cx="121311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323196" y="2188841"/>
            <a:ext cx="2284984" cy="584775"/>
          </a:xfrm>
          <a:prstGeom prst="rect">
            <a:avLst/>
          </a:prstGeom>
          <a:noFill/>
        </p:spPr>
        <p:txBody>
          <a:bodyPr wrap="none" rtlCol="0">
            <a:spAutoFit/>
          </a:bodyPr>
          <a:lstStyle/>
          <a:p>
            <a:pPr algn="ctr"/>
            <a:r>
              <a:rPr lang="en-US" sz="1600" dirty="0">
                <a:solidFill>
                  <a:prstClr val="black"/>
                </a:solidFill>
                <a:latin typeface="Calibri"/>
              </a:rPr>
              <a:t>GET</a:t>
            </a:r>
          </a:p>
          <a:p>
            <a:pPr algn="ctr"/>
            <a:r>
              <a:rPr lang="en-US" sz="1600" dirty="0">
                <a:solidFill>
                  <a:prstClr val="black"/>
                </a:solidFill>
                <a:latin typeface="Calibri"/>
              </a:rPr>
              <a:t>/</a:t>
            </a:r>
            <a:r>
              <a:rPr lang="en-US" sz="1600" dirty="0" err="1">
                <a:solidFill>
                  <a:prstClr val="black"/>
                </a:solidFill>
                <a:latin typeface="Calibri"/>
              </a:rPr>
              <a:t>GetEmployeeHomePage</a:t>
            </a:r>
            <a:endParaRPr lang="en-US" sz="1600" dirty="0">
              <a:solidFill>
                <a:prstClr val="black"/>
              </a:solidFill>
              <a:latin typeface="Calibri"/>
            </a:endParaRPr>
          </a:p>
        </p:txBody>
      </p:sp>
      <p:sp>
        <p:nvSpPr>
          <p:cNvPr id="27" name="Titolo 1">
            <a:extLst>
              <a:ext uri="{FF2B5EF4-FFF2-40B4-BE49-F238E27FC236}">
                <a16:creationId xmlns:a16="http://schemas.microsoft.com/office/drawing/2014/main" id="{2E3BCBCE-7218-5028-7138-75C3CC8676E5}"/>
              </a:ext>
            </a:extLst>
          </p:cNvPr>
          <p:cNvSpPr txBox="1">
            <a:spLocks/>
          </p:cNvSpPr>
          <p:nvPr/>
        </p:nvSpPr>
        <p:spPr>
          <a:xfrm>
            <a:off x="838200" y="133574"/>
            <a:ext cx="10515600" cy="8032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sz="3600" dirty="0"/>
              <a:t>Checking </a:t>
            </a:r>
            <a:r>
              <a:rPr lang="it-IT" sz="3600" dirty="0" err="1"/>
              <a:t>if</a:t>
            </a:r>
            <a:r>
              <a:rPr lang="it-IT" sz="3600" dirty="0"/>
              <a:t> </a:t>
            </a:r>
            <a:r>
              <a:rPr lang="it-IT" sz="3600" dirty="0" err="1"/>
              <a:t>employee</a:t>
            </a:r>
            <a:r>
              <a:rPr lang="it-IT" sz="3600" dirty="0"/>
              <a:t> is logged in</a:t>
            </a:r>
          </a:p>
        </p:txBody>
      </p:sp>
    </p:spTree>
    <p:extLst>
      <p:ext uri="{BB962C8B-B14F-4D97-AF65-F5344CB8AC3E}">
        <p14:creationId xmlns:p14="http://schemas.microsoft.com/office/powerpoint/2010/main" val="883019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Client Home Page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GetClientHomePage</a:t>
            </a:r>
            <a:endParaRPr sz="12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dirty="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a:cxnSpLocks/>
          </p:cNvCxnSpPr>
          <p:nvPr/>
        </p:nvCxnSpPr>
        <p:spPr>
          <a:xfrm flipV="1">
            <a:off x="2753751" y="310547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3016596" y="2758827"/>
            <a:ext cx="2694084" cy="33426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err="1">
                <a:solidFill>
                  <a:srgbClr val="000000"/>
                </a:solidFill>
                <a:latin typeface="Calibri"/>
                <a:ea typeface="Calibri"/>
                <a:cs typeface="Calibri"/>
                <a:sym typeface="Calibri"/>
              </a:rPr>
              <a:t>GetPreventiveByClient</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304832" y="2274195"/>
            <a:ext cx="408797" cy="251088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667" y="3052501"/>
            <a:ext cx="2352000"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kern="0" dirty="0" err="1">
                <a:solidFill>
                  <a:srgbClr val="000000"/>
                </a:solidFill>
                <a:latin typeface="Calibri"/>
                <a:ea typeface="Calibri"/>
                <a:cs typeface="Calibri"/>
                <a:sym typeface="Calibri"/>
              </a:rPr>
              <a:t>GetClientHomePage</a:t>
            </a:r>
            <a:endParaRPr kern="0" dirty="0">
              <a:solidFill>
                <a:srgbClr val="00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LogInPage.html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731300" y="356490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2944843" y="3219525"/>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preventivesCreatedByUser</a:t>
            </a:r>
            <a:endParaRPr sz="1400" kern="0" dirty="0">
              <a:solidFill>
                <a:srgbClr val="000000"/>
              </a:solidFill>
              <a:latin typeface="Calibri"/>
              <a:ea typeface="Calibri"/>
              <a:cs typeface="Calibri"/>
              <a:sym typeface="Calibri"/>
            </a:endParaRPr>
          </a:p>
        </p:txBody>
      </p:sp>
      <p:sp>
        <p:nvSpPr>
          <p:cNvPr id="388" name="Google Shape;388;p40"/>
          <p:cNvSpPr/>
          <p:nvPr/>
        </p:nvSpPr>
        <p:spPr>
          <a:xfrm>
            <a:off x="7483310" y="1465062"/>
            <a:ext cx="1368400"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200" kern="0" dirty="0" err="1">
                <a:solidFill>
                  <a:srgbClr val="000000"/>
                </a:solidFill>
                <a:latin typeface="Calibri"/>
                <a:ea typeface="Calibri"/>
                <a:cs typeface="Calibri"/>
                <a:sym typeface="Calibri"/>
              </a:rPr>
              <a:t>HomePageClient</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8167510" y="1875575"/>
            <a:ext cx="0" cy="4558858"/>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3459133" y="5054260"/>
            <a:ext cx="2488800" cy="33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964310"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p:nvPr/>
        </p:nvCxnSpPr>
        <p:spPr>
          <a:xfrm>
            <a:off x="8370710" y="54586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24" name="Google Shape;377;p40">
            <a:extLst>
              <a:ext uri="{FF2B5EF4-FFF2-40B4-BE49-F238E27FC236}">
                <a16:creationId xmlns:a16="http://schemas.microsoft.com/office/drawing/2014/main" id="{D7B1D812-5C3E-1B71-A794-5ADEB098124B}"/>
              </a:ext>
            </a:extLst>
          </p:cNvPr>
          <p:cNvCxnSpPr/>
          <p:nvPr/>
        </p:nvCxnSpPr>
        <p:spPr>
          <a:xfrm rot="10800000">
            <a:off x="2711964" y="455281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25" name="Google Shape;371;p40">
            <a:extLst>
              <a:ext uri="{FF2B5EF4-FFF2-40B4-BE49-F238E27FC236}">
                <a16:creationId xmlns:a16="http://schemas.microsoft.com/office/drawing/2014/main" id="{58D1CBB4-671B-8C3C-9953-3820C6B0F5EA}"/>
              </a:ext>
            </a:extLst>
          </p:cNvPr>
          <p:cNvCxnSpPr>
            <a:cxnSpLocks/>
          </p:cNvCxnSpPr>
          <p:nvPr/>
        </p:nvCxnSpPr>
        <p:spPr>
          <a:xfrm flipV="1">
            <a:off x="2763784" y="406216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26" name="Google Shape;378;p40">
            <a:extLst>
              <a:ext uri="{FF2B5EF4-FFF2-40B4-BE49-F238E27FC236}">
                <a16:creationId xmlns:a16="http://schemas.microsoft.com/office/drawing/2014/main" id="{3267629F-70EC-F1E6-FAC6-6E9E4C642497}"/>
              </a:ext>
            </a:extLst>
          </p:cNvPr>
          <p:cNvSpPr txBox="1"/>
          <p:nvPr/>
        </p:nvSpPr>
        <p:spPr>
          <a:xfrm>
            <a:off x="3007803" y="3707204"/>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GetAllSimpleProducts</a:t>
            </a:r>
            <a:endParaRPr sz="1400" kern="0" dirty="0">
              <a:solidFill>
                <a:srgbClr val="000000"/>
              </a:solidFill>
              <a:latin typeface="Calibri"/>
              <a:ea typeface="Calibri"/>
              <a:cs typeface="Calibri"/>
              <a:sym typeface="Calibri"/>
            </a:endParaRPr>
          </a:p>
        </p:txBody>
      </p:sp>
      <p:sp>
        <p:nvSpPr>
          <p:cNvPr id="27" name="Google Shape;378;p40">
            <a:extLst>
              <a:ext uri="{FF2B5EF4-FFF2-40B4-BE49-F238E27FC236}">
                <a16:creationId xmlns:a16="http://schemas.microsoft.com/office/drawing/2014/main" id="{F31A24CD-E4A7-891D-706A-C59B2DC2D600}"/>
              </a:ext>
            </a:extLst>
          </p:cNvPr>
          <p:cNvSpPr txBox="1"/>
          <p:nvPr/>
        </p:nvSpPr>
        <p:spPr>
          <a:xfrm>
            <a:off x="3314113" y="4199941"/>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simpleProducts</a:t>
            </a:r>
            <a:endParaRPr sz="14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98496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9"/>
          <p:cNvSpPr txBox="1">
            <a:spLocks noGrp="1"/>
          </p:cNvSpPr>
          <p:nvPr>
            <p:ph type="title"/>
          </p:nvPr>
        </p:nvSpPr>
        <p:spPr>
          <a:xfrm>
            <a:off x="609600" y="274637"/>
            <a:ext cx="10972800" cy="1143000"/>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add</a:t>
            </a:r>
            <a:r>
              <a:rPr lang="es-419" dirty="0"/>
              <a:t> a new preventive</a:t>
            </a:r>
            <a:endParaRPr dirty="0"/>
          </a:p>
        </p:txBody>
      </p:sp>
      <p:sp>
        <p:nvSpPr>
          <p:cNvPr id="339" name="Google Shape;339;p39"/>
          <p:cNvSpPr/>
          <p:nvPr/>
        </p:nvSpPr>
        <p:spPr>
          <a:xfrm>
            <a:off x="1693234" y="1447800"/>
            <a:ext cx="1752601" cy="381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867" kern="0" dirty="0" err="1">
                <a:solidFill>
                  <a:srgbClr val="000000"/>
                </a:solidFill>
                <a:latin typeface="Calibri"/>
                <a:ea typeface="Calibri"/>
                <a:cs typeface="Calibri"/>
                <a:sym typeface="Calibri"/>
              </a:rPr>
              <a:t>Add</a:t>
            </a:r>
            <a:r>
              <a:rPr lang="it-IT" sz="1867" kern="0" dirty="0">
                <a:solidFill>
                  <a:srgbClr val="000000"/>
                </a:solidFill>
                <a:latin typeface="Calibri"/>
                <a:ea typeface="Calibri"/>
                <a:cs typeface="Calibri"/>
                <a:sym typeface="Calibri"/>
              </a:rPr>
              <a:t> Preventive</a:t>
            </a:r>
            <a:endParaRPr sz="1867" kern="0" dirty="0">
              <a:solidFill>
                <a:srgbClr val="000000"/>
              </a:solidFill>
              <a:latin typeface="Calibri"/>
              <a:ea typeface="Calibri"/>
              <a:cs typeface="Calibri"/>
              <a:sym typeface="Calibri"/>
            </a:endParaRPr>
          </a:p>
        </p:txBody>
      </p:sp>
      <p:cxnSp>
        <p:nvCxnSpPr>
          <p:cNvPr id="340" name="Google Shape;340;p39"/>
          <p:cNvCxnSpPr>
            <a:stCxn id="339" idx="2"/>
          </p:cNvCxnSpPr>
          <p:nvPr/>
        </p:nvCxnSpPr>
        <p:spPr>
          <a:xfrm>
            <a:off x="2569535" y="1828800"/>
            <a:ext cx="0" cy="4343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1"/>
              </a:srgbClr>
            </a:outerShdw>
          </a:effectLst>
        </p:spPr>
      </p:cxnSp>
      <p:cxnSp>
        <p:nvCxnSpPr>
          <p:cNvPr id="341" name="Google Shape;341;p39"/>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42" name="Google Shape;342;p39"/>
          <p:cNvSpPr txBox="1"/>
          <p:nvPr/>
        </p:nvSpPr>
        <p:spPr>
          <a:xfrm>
            <a:off x="1007435" y="2602469"/>
            <a:ext cx="1220847" cy="36933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doPOST</a:t>
            </a:r>
            <a:endParaRPr sz="2400" kern="0">
              <a:solidFill>
                <a:srgbClr val="000000"/>
              </a:solidFill>
              <a:latin typeface="Calibri"/>
              <a:ea typeface="Calibri"/>
              <a:cs typeface="Calibri"/>
              <a:sym typeface="Calibri"/>
            </a:endParaRPr>
          </a:p>
        </p:txBody>
      </p:sp>
      <p:sp>
        <p:nvSpPr>
          <p:cNvPr id="343" name="Google Shape;343;p39"/>
          <p:cNvSpPr/>
          <p:nvPr/>
        </p:nvSpPr>
        <p:spPr>
          <a:xfrm>
            <a:off x="2325913" y="2044701"/>
            <a:ext cx="408721" cy="3040484"/>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44" name="Google Shape;344;p39"/>
          <p:cNvSpPr/>
          <p:nvPr/>
        </p:nvSpPr>
        <p:spPr>
          <a:xfrm>
            <a:off x="5219600" y="1417637"/>
            <a:ext cx="1752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867" kern="0" dirty="0" err="1">
                <a:solidFill>
                  <a:srgbClr val="000000"/>
                </a:solidFill>
                <a:latin typeface="Calibri"/>
                <a:ea typeface="Calibri"/>
                <a:cs typeface="Calibri"/>
                <a:sym typeface="Calibri"/>
              </a:rPr>
              <a:t>PreventiveDAO</a:t>
            </a:r>
            <a:endParaRPr sz="1867" kern="0" dirty="0">
              <a:solidFill>
                <a:srgbClr val="000000"/>
              </a:solidFill>
              <a:latin typeface="Calibri"/>
              <a:ea typeface="Calibri"/>
              <a:cs typeface="Calibri"/>
              <a:sym typeface="Calibri"/>
            </a:endParaRPr>
          </a:p>
        </p:txBody>
      </p:sp>
      <p:cxnSp>
        <p:nvCxnSpPr>
          <p:cNvPr id="345" name="Google Shape;345;p39"/>
          <p:cNvCxnSpPr>
            <a:stCxn id="344" idx="2"/>
          </p:cNvCxnSpPr>
          <p:nvPr/>
        </p:nvCxnSpPr>
        <p:spPr>
          <a:xfrm flipH="1">
            <a:off x="6055600" y="1798837"/>
            <a:ext cx="40400" cy="4343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1"/>
              </a:srgbClr>
            </a:outerShdw>
          </a:effectLst>
        </p:spPr>
      </p:cxnSp>
      <p:cxnSp>
        <p:nvCxnSpPr>
          <p:cNvPr id="346" name="Google Shape;346;p39"/>
          <p:cNvCxnSpPr>
            <a:cxnSpLocks/>
          </p:cNvCxnSpPr>
          <p:nvPr/>
        </p:nvCxnSpPr>
        <p:spPr>
          <a:xfrm>
            <a:off x="2734633" y="3077703"/>
            <a:ext cx="310873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47" name="Google Shape;347;p39"/>
          <p:cNvSpPr txBox="1"/>
          <p:nvPr/>
        </p:nvSpPr>
        <p:spPr>
          <a:xfrm>
            <a:off x="2676433" y="3041794"/>
            <a:ext cx="3442800" cy="3080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200" kern="0" dirty="0" err="1">
                <a:solidFill>
                  <a:srgbClr val="000000"/>
                </a:solidFill>
                <a:latin typeface="Calibri"/>
                <a:ea typeface="Calibri"/>
                <a:cs typeface="Calibri"/>
                <a:sym typeface="Calibri"/>
              </a:rPr>
              <a:t>addPreventive</a:t>
            </a:r>
            <a:r>
              <a:rPr lang="es-419" sz="1200" kern="0" dirty="0">
                <a:solidFill>
                  <a:srgbClr val="000000"/>
                </a:solidFill>
                <a:latin typeface="Calibri"/>
                <a:ea typeface="Calibri"/>
                <a:cs typeface="Calibri"/>
                <a:sym typeface="Calibri"/>
              </a:rPr>
              <a:t>(</a:t>
            </a:r>
            <a:r>
              <a:rPr lang="en-US" sz="1200" kern="0" dirty="0">
                <a:solidFill>
                  <a:srgbClr val="000000"/>
                </a:solidFill>
                <a:latin typeface="Calibri"/>
                <a:cs typeface="Calibri"/>
              </a:rPr>
              <a:t>ID, </a:t>
            </a:r>
            <a:r>
              <a:rPr lang="en-US" sz="1200" kern="0" dirty="0" err="1">
                <a:solidFill>
                  <a:srgbClr val="000000"/>
                </a:solidFill>
                <a:latin typeface="Calibri"/>
                <a:cs typeface="Calibri"/>
              </a:rPr>
              <a:t>ClientUsername</a:t>
            </a:r>
            <a:r>
              <a:rPr lang="en-US" sz="1200" kern="0" dirty="0">
                <a:solidFill>
                  <a:srgbClr val="000000"/>
                </a:solidFill>
                <a:latin typeface="Calibri"/>
                <a:cs typeface="Calibri"/>
              </a:rPr>
              <a:t>, </a:t>
            </a:r>
            <a:r>
              <a:rPr lang="en-US" sz="1200" kern="0" dirty="0" err="1">
                <a:solidFill>
                  <a:srgbClr val="000000"/>
                </a:solidFill>
                <a:latin typeface="Calibri"/>
                <a:cs typeface="Calibri"/>
              </a:rPr>
              <a:t>ProductCode</a:t>
            </a:r>
            <a:r>
              <a:rPr lang="en-US" sz="1200" kern="0" dirty="0">
                <a:solidFill>
                  <a:srgbClr val="000000"/>
                </a:solidFill>
                <a:latin typeface="Calibri"/>
                <a:cs typeface="Calibri"/>
              </a:rPr>
              <a:t>, </a:t>
            </a:r>
            <a:r>
              <a:rPr lang="en-US" sz="1200" kern="0" dirty="0" err="1">
                <a:solidFill>
                  <a:srgbClr val="000000"/>
                </a:solidFill>
                <a:latin typeface="Calibri"/>
                <a:cs typeface="Calibri"/>
              </a:rPr>
              <a:t>EmployeeUsername</a:t>
            </a:r>
            <a:r>
              <a:rPr lang="en-US" sz="1200" kern="0" dirty="0">
                <a:solidFill>
                  <a:srgbClr val="000000"/>
                </a:solidFill>
                <a:latin typeface="Calibri"/>
                <a:cs typeface="Calibri"/>
              </a:rPr>
              <a:t>, Price</a:t>
            </a:r>
            <a:r>
              <a:rPr lang="es-419" sz="1200" kern="0" dirty="0">
                <a:solidFill>
                  <a:srgbClr val="000000"/>
                </a:solidFill>
                <a:latin typeface="Calibri"/>
                <a:cs typeface="Calibri"/>
                <a:sym typeface="Calibri"/>
              </a:rPr>
              <a:t> </a:t>
            </a:r>
            <a:r>
              <a:rPr lang="es-419" sz="1200" kern="0" dirty="0" err="1">
                <a:solidFill>
                  <a:srgbClr val="000000"/>
                </a:solidFill>
                <a:latin typeface="Calibri"/>
                <a:ea typeface="Calibri"/>
                <a:cs typeface="Calibri"/>
                <a:sym typeface="Calibri"/>
              </a:rPr>
              <a:t>session.user.id</a:t>
            </a:r>
            <a:r>
              <a:rPr lang="es-419" sz="1200" kern="0" dirty="0">
                <a:solidFill>
                  <a:srgbClr val="000000"/>
                </a:solidFill>
                <a:latin typeface="Calibri"/>
                <a:ea typeface="Calibri"/>
                <a:cs typeface="Calibri"/>
                <a:sym typeface="Calibri"/>
              </a:rPr>
              <a:t>)</a:t>
            </a:r>
            <a:endParaRPr sz="1200" kern="0" dirty="0">
              <a:solidFill>
                <a:srgbClr val="000000"/>
              </a:solidFill>
              <a:latin typeface="Calibri"/>
              <a:ea typeface="Calibri"/>
              <a:cs typeface="Calibri"/>
              <a:sym typeface="Calibri"/>
            </a:endParaRPr>
          </a:p>
        </p:txBody>
      </p:sp>
      <p:sp>
        <p:nvSpPr>
          <p:cNvPr id="348" name="Google Shape;348;p39"/>
          <p:cNvSpPr/>
          <p:nvPr/>
        </p:nvSpPr>
        <p:spPr>
          <a:xfrm>
            <a:off x="5888723" y="2092243"/>
            <a:ext cx="406400" cy="192448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49" name="Google Shape;349;p39"/>
          <p:cNvSpPr/>
          <p:nvPr/>
        </p:nvSpPr>
        <p:spPr>
          <a:xfrm>
            <a:off x="7920200" y="1447800"/>
            <a:ext cx="21896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867" kern="0" dirty="0" err="1">
                <a:solidFill>
                  <a:srgbClr val="000000"/>
                </a:solidFill>
                <a:latin typeface="Calibri"/>
                <a:ea typeface="Calibri"/>
                <a:cs typeface="Calibri"/>
                <a:sym typeface="Calibri"/>
              </a:rPr>
              <a:t>HomePageClient</a:t>
            </a:r>
            <a:endParaRPr sz="1867" kern="0" dirty="0">
              <a:solidFill>
                <a:srgbClr val="000000"/>
              </a:solidFill>
              <a:latin typeface="Calibri"/>
              <a:ea typeface="Calibri"/>
              <a:cs typeface="Calibri"/>
              <a:sym typeface="Calibri"/>
            </a:endParaRPr>
          </a:p>
        </p:txBody>
      </p:sp>
      <p:cxnSp>
        <p:nvCxnSpPr>
          <p:cNvPr id="350" name="Google Shape;350;p39"/>
          <p:cNvCxnSpPr>
            <a:stCxn id="349" idx="2"/>
          </p:cNvCxnSpPr>
          <p:nvPr/>
        </p:nvCxnSpPr>
        <p:spPr>
          <a:xfrm flipH="1">
            <a:off x="8986600" y="1829000"/>
            <a:ext cx="28400" cy="4343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sp>
        <p:nvSpPr>
          <p:cNvPr id="351" name="Google Shape;351;p39"/>
          <p:cNvSpPr/>
          <p:nvPr/>
        </p:nvSpPr>
        <p:spPr>
          <a:xfrm>
            <a:off x="8744904" y="4046873"/>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52" name="Google Shape;352;p39"/>
          <p:cNvCxnSpPr/>
          <p:nvPr/>
        </p:nvCxnSpPr>
        <p:spPr>
          <a:xfrm>
            <a:off x="2735627" y="4648200"/>
            <a:ext cx="60092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53" name="Google Shape;353;p39"/>
          <p:cNvSpPr txBox="1"/>
          <p:nvPr/>
        </p:nvSpPr>
        <p:spPr>
          <a:xfrm>
            <a:off x="2861842" y="4252546"/>
            <a:ext cx="3442800" cy="424366"/>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1600" kern="0" dirty="0" err="1">
                <a:solidFill>
                  <a:srgbClr val="000000"/>
                </a:solidFill>
                <a:latin typeface="Calibri"/>
                <a:ea typeface="Calibri"/>
                <a:cs typeface="Calibri"/>
                <a:sym typeface="Calibri"/>
              </a:rPr>
              <a:t>Redirect</a:t>
            </a:r>
            <a:r>
              <a:rPr lang="es-419" sz="1600" kern="0" dirty="0">
                <a:solidFill>
                  <a:srgbClr val="000000"/>
                </a:solidFill>
                <a:latin typeface="Calibri"/>
                <a:ea typeface="Calibri"/>
                <a:cs typeface="Calibri"/>
                <a:sym typeface="Calibri"/>
              </a:rPr>
              <a:t> (</a:t>
            </a:r>
            <a:r>
              <a:rPr lang="es-419" sz="1600" kern="0" dirty="0" err="1">
                <a:solidFill>
                  <a:srgbClr val="000000"/>
                </a:solidFill>
                <a:latin typeface="Calibri"/>
                <a:ea typeface="Calibri"/>
                <a:cs typeface="Calibri"/>
                <a:sym typeface="Calibri"/>
              </a:rPr>
              <a:t>success</a:t>
            </a:r>
            <a:r>
              <a:rPr lang="es-419" sz="1600" kern="0" dirty="0">
                <a:solidFill>
                  <a:srgbClr val="000000"/>
                </a:solidFill>
                <a:latin typeface="Calibri"/>
                <a:ea typeface="Calibri"/>
                <a:cs typeface="Calibri"/>
                <a:sym typeface="Calibri"/>
              </a:rPr>
              <a:t> </a:t>
            </a:r>
            <a:r>
              <a:rPr lang="es-419" sz="1600" kern="0" dirty="0" err="1">
                <a:solidFill>
                  <a:srgbClr val="000000"/>
                </a:solidFill>
                <a:latin typeface="Calibri"/>
                <a:ea typeface="Calibri"/>
                <a:cs typeface="Calibri"/>
                <a:sym typeface="Calibri"/>
              </a:rPr>
              <a:t>message</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sp>
        <p:nvSpPr>
          <p:cNvPr id="354" name="Google Shape;354;p39"/>
          <p:cNvSpPr txBox="1"/>
          <p:nvPr/>
        </p:nvSpPr>
        <p:spPr>
          <a:xfrm>
            <a:off x="134589" y="3128000"/>
            <a:ext cx="2142640" cy="3040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POST</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000000"/>
                </a:solidFill>
                <a:latin typeface="Calibri"/>
                <a:ea typeface="Calibri"/>
                <a:cs typeface="Calibri"/>
                <a:sym typeface="Calibri"/>
              </a:rPr>
              <a:t>/</a:t>
            </a:r>
            <a:r>
              <a:rPr lang="es-419" sz="1867" kern="0" dirty="0" err="1">
                <a:solidFill>
                  <a:srgbClr val="000000"/>
                </a:solidFill>
                <a:latin typeface="Calibri"/>
                <a:ea typeface="Calibri"/>
                <a:cs typeface="Calibri"/>
                <a:sym typeface="Calibri"/>
              </a:rPr>
              <a:t>AddPreventive</a:t>
            </a:r>
            <a:endParaRPr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sz="1600" kern="0" dirty="0">
                <a:solidFill>
                  <a:srgbClr val="000000"/>
                </a:solidFill>
                <a:latin typeface="Calibri"/>
                <a:ea typeface="Calibri"/>
                <a:cs typeface="Calibri"/>
                <a:sym typeface="Calibri"/>
              </a:rPr>
              <a:t>HomePageClient.html</a:t>
            </a:r>
            <a:endParaRPr sz="1600" kern="0" dirty="0">
              <a:solidFill>
                <a:srgbClr val="000000"/>
              </a:solidFill>
              <a:latin typeface="Calibri"/>
              <a:ea typeface="Calibri"/>
              <a:cs typeface="Calibri"/>
              <a:sym typeface="Calibri"/>
            </a:endParaRPr>
          </a:p>
        </p:txBody>
      </p:sp>
      <p:cxnSp>
        <p:nvCxnSpPr>
          <p:cNvPr id="355" name="Google Shape;355;p39"/>
          <p:cNvCxnSpPr>
            <a:cxnSpLocks/>
          </p:cNvCxnSpPr>
          <p:nvPr/>
        </p:nvCxnSpPr>
        <p:spPr>
          <a:xfrm>
            <a:off x="2734633" y="2574817"/>
            <a:ext cx="3108736" cy="559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56" name="Google Shape;356;p39"/>
          <p:cNvSpPr txBox="1"/>
          <p:nvPr/>
        </p:nvSpPr>
        <p:spPr>
          <a:xfrm>
            <a:off x="2861842" y="2180195"/>
            <a:ext cx="35720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a:solidFill>
                  <a:srgbClr val="000000"/>
                </a:solidFill>
                <a:latin typeface="Calibri"/>
                <a:ea typeface="Calibri"/>
                <a:cs typeface="Calibri"/>
                <a:sym typeface="Calibri"/>
              </a:rPr>
              <a:t>new </a:t>
            </a:r>
            <a:r>
              <a:rPr lang="es-419" sz="1867" kern="0" dirty="0" err="1">
                <a:solidFill>
                  <a:srgbClr val="000000"/>
                </a:solidFill>
                <a:latin typeface="Calibri"/>
                <a:ea typeface="Calibri"/>
                <a:cs typeface="Calibri"/>
                <a:sym typeface="Calibri"/>
              </a:rPr>
              <a:t>PreventiveDAO</a:t>
            </a:r>
            <a:r>
              <a:rPr lang="es-419" sz="1867" kern="0" dirty="0">
                <a:solidFill>
                  <a:srgbClr val="000000"/>
                </a:solidFill>
                <a:latin typeface="Calibri"/>
                <a:ea typeface="Calibri"/>
                <a:cs typeface="Calibri"/>
                <a:sym typeface="Calibri"/>
              </a:rPr>
              <a:t>()</a:t>
            </a:r>
            <a:endParaRPr sz="1867" kern="0" dirty="0">
              <a:solidFill>
                <a:srgbClr val="000000"/>
              </a:solidFill>
              <a:latin typeface="Calibri"/>
              <a:ea typeface="Calibri"/>
              <a:cs typeface="Calibri"/>
              <a:sym typeface="Calibri"/>
            </a:endParaRPr>
          </a:p>
        </p:txBody>
      </p:sp>
      <p:cxnSp>
        <p:nvCxnSpPr>
          <p:cNvPr id="357" name="Google Shape;357;p39"/>
          <p:cNvCxnSpPr/>
          <p:nvPr/>
        </p:nvCxnSpPr>
        <p:spPr>
          <a:xfrm>
            <a:off x="9151300" y="4648200"/>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10" name="Connettore 2 9">
            <a:extLst>
              <a:ext uri="{FF2B5EF4-FFF2-40B4-BE49-F238E27FC236}">
                <a16:creationId xmlns:a16="http://schemas.microsoft.com/office/drawing/2014/main" id="{498CF8A6-01B0-BE59-2250-5D1D11668ABB}"/>
              </a:ext>
            </a:extLst>
          </p:cNvPr>
          <p:cNvCxnSpPr>
            <a:cxnSpLocks/>
          </p:cNvCxnSpPr>
          <p:nvPr/>
        </p:nvCxnSpPr>
        <p:spPr>
          <a:xfrm flipH="1">
            <a:off x="2866279" y="3679031"/>
            <a:ext cx="2873948"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3" name="Google Shape;347;p39">
            <a:extLst>
              <a:ext uri="{FF2B5EF4-FFF2-40B4-BE49-F238E27FC236}">
                <a16:creationId xmlns:a16="http://schemas.microsoft.com/office/drawing/2014/main" id="{895EE849-A658-0FC6-4335-4227D99B9369}"/>
              </a:ext>
            </a:extLst>
          </p:cNvPr>
          <p:cNvSpPr txBox="1"/>
          <p:nvPr/>
        </p:nvSpPr>
        <p:spPr>
          <a:xfrm>
            <a:off x="2727107" y="3662637"/>
            <a:ext cx="3442800" cy="308000"/>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it-IT" sz="1600" kern="0" dirty="0">
                <a:solidFill>
                  <a:srgbClr val="000000"/>
                </a:solidFill>
                <a:latin typeface="Calibri"/>
                <a:ea typeface="Calibri"/>
                <a:cs typeface="Calibri"/>
                <a:sym typeface="Calibri"/>
              </a:rPr>
              <a:t>success</a:t>
            </a:r>
            <a:endParaRPr sz="1600" kern="0" dirty="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select</a:t>
            </a:r>
            <a:r>
              <a:rPr lang="es-419" dirty="0"/>
              <a:t> preventive </a:t>
            </a:r>
            <a:r>
              <a:rPr lang="es-419" dirty="0" err="1"/>
              <a:t>options</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SelectOptionsForProduct</a:t>
            </a:r>
            <a:endParaRPr sz="12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867" kern="0" dirty="0" err="1">
                <a:solidFill>
                  <a:srgbClr val="000000"/>
                </a:solidFill>
                <a:latin typeface="Calibri"/>
                <a:ea typeface="Calibri"/>
                <a:cs typeface="Calibri"/>
                <a:sym typeface="Calibri"/>
              </a:rPr>
              <a:t>ProductDAO</a:t>
            </a:r>
            <a:endParaRPr sz="1867"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a:cxnSpLocks/>
          </p:cNvCxnSpPr>
          <p:nvPr/>
        </p:nvCxnSpPr>
        <p:spPr>
          <a:xfrm flipV="1">
            <a:off x="2753751" y="310547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29811" y="2758210"/>
            <a:ext cx="2694084" cy="33426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err="1">
                <a:solidFill>
                  <a:srgbClr val="000000"/>
                </a:solidFill>
                <a:latin typeface="Calibri"/>
                <a:ea typeface="Calibri"/>
                <a:cs typeface="Calibri"/>
                <a:sym typeface="Calibri"/>
              </a:rPr>
              <a:t>GetOptionCodesByProductID</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304833" y="2274196"/>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667" y="3052501"/>
            <a:ext cx="2352000"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SelectOptionsForProduct</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productCode</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HomePageClient.html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a:solidFill>
                  <a:srgbClr val="000000"/>
                </a:solidFill>
                <a:latin typeface="Calibri"/>
                <a:ea typeface="Calibri"/>
                <a:cs typeface="Calibri"/>
                <a:sym typeface="Calibri"/>
              </a:rPr>
              <a:t>new </a:t>
            </a:r>
            <a:r>
              <a:rPr lang="es-419" sz="1867" kern="0" dirty="0" err="1">
                <a:solidFill>
                  <a:srgbClr val="000000"/>
                </a:solidFill>
                <a:latin typeface="Calibri"/>
                <a:ea typeface="Calibri"/>
                <a:cs typeface="Calibri"/>
                <a:sym typeface="Calibri"/>
              </a:rPr>
              <a:t>ProductDAO</a:t>
            </a:r>
            <a:r>
              <a:rPr lang="es-419" sz="1867" kern="0" dirty="0">
                <a:solidFill>
                  <a:srgbClr val="000000"/>
                </a:solidFill>
                <a:latin typeface="Calibri"/>
                <a:ea typeface="Calibri"/>
                <a:cs typeface="Calibri"/>
                <a:sym typeface="Calibri"/>
              </a:rPr>
              <a:t>()</a:t>
            </a:r>
            <a:endParaRPr sz="1867"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731300" y="356490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041112" y="3216046"/>
            <a:ext cx="1981244" cy="284377"/>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optionsForPreventive</a:t>
            </a:r>
            <a:endParaRPr sz="1400" kern="0" dirty="0">
              <a:solidFill>
                <a:srgbClr val="000000"/>
              </a:solidFill>
              <a:latin typeface="Calibri"/>
              <a:ea typeface="Calibri"/>
              <a:cs typeface="Calibri"/>
              <a:sym typeface="Calibri"/>
            </a:endParaRPr>
          </a:p>
        </p:txBody>
      </p:sp>
      <p:sp>
        <p:nvSpPr>
          <p:cNvPr id="388" name="Google Shape;388;p40"/>
          <p:cNvSpPr/>
          <p:nvPr/>
        </p:nvSpPr>
        <p:spPr>
          <a:xfrm>
            <a:off x="7002310" y="1393227"/>
            <a:ext cx="1368400"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SelectOptionsForPreventive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7686510" y="1803740"/>
            <a:ext cx="0" cy="4558858"/>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3459133" y="5054260"/>
            <a:ext cx="2488800" cy="33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497733"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a:cxnSpLocks/>
          </p:cNvCxnSpPr>
          <p:nvPr/>
        </p:nvCxnSpPr>
        <p:spPr>
          <a:xfrm>
            <a:off x="7934960" y="5458629"/>
            <a:ext cx="202184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create</a:t>
            </a:r>
            <a:r>
              <a:rPr lang="es-419" dirty="0"/>
              <a:t> preventive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SelectOptionsForProduct</a:t>
            </a:r>
            <a:endParaRPr sz="12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dirty="0" err="1">
                <a:solidFill>
                  <a:srgbClr val="000000"/>
                </a:solidFill>
                <a:latin typeface="Calibri"/>
                <a:ea typeface="Calibri"/>
                <a:cs typeface="Calibri"/>
                <a:sym typeface="Calibri"/>
              </a:rPr>
              <a:t>doPost</a:t>
            </a:r>
            <a:endParaRPr sz="2400" kern="0" dirty="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a:cxnSpLocks/>
          </p:cNvCxnSpPr>
          <p:nvPr/>
        </p:nvCxnSpPr>
        <p:spPr>
          <a:xfrm flipV="1">
            <a:off x="2753751" y="310547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29811" y="2758210"/>
            <a:ext cx="2694084" cy="334260"/>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it-IT" sz="1867" kern="0" dirty="0" err="1">
                <a:solidFill>
                  <a:srgbClr val="000000"/>
                </a:solidFill>
                <a:latin typeface="Calibri"/>
                <a:ea typeface="Calibri"/>
                <a:cs typeface="Calibri"/>
                <a:sym typeface="Calibri"/>
              </a:rPr>
              <a:t>AddPreventive</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304833" y="2274196"/>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667" y="3052501"/>
            <a:ext cx="2352000"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POST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it-IT" sz="2133" kern="0" dirty="0" err="1">
                <a:solidFill>
                  <a:srgbClr val="000000"/>
                </a:solidFill>
                <a:latin typeface="Calibri"/>
                <a:ea typeface="Calibri"/>
                <a:cs typeface="Calibri"/>
                <a:sym typeface="Calibri"/>
              </a:rPr>
              <a:t>AddPreventiveToDB</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productCode</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sz="1400" kern="0" dirty="0">
                <a:solidFill>
                  <a:srgbClr val="000000"/>
                </a:solidFill>
                <a:latin typeface="Calibri"/>
                <a:ea typeface="Calibri"/>
                <a:cs typeface="Calibri"/>
                <a:sym typeface="Calibri"/>
              </a:rPr>
              <a:t>SelectOptionsForPreventive.html</a:t>
            </a:r>
            <a:endParaRPr sz="1400"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731300" y="356490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88" name="Google Shape;388;p40"/>
          <p:cNvSpPr/>
          <p:nvPr/>
        </p:nvSpPr>
        <p:spPr>
          <a:xfrm>
            <a:off x="7016733" y="1447633"/>
            <a:ext cx="1368400"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ClientHomePage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7700933" y="1858146"/>
            <a:ext cx="0" cy="4558858"/>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2726700" y="5054263"/>
            <a:ext cx="3065600" cy="23315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r>
              <a:rPr lang="es-419" sz="1867" kern="0" dirty="0">
                <a:solidFill>
                  <a:srgbClr val="000000"/>
                </a:solidFill>
                <a:latin typeface="Calibri"/>
                <a:ea typeface="Calibri"/>
                <a:cs typeface="Calibri"/>
                <a:sym typeface="Calibri"/>
              </a:rPr>
              <a:t> (</a:t>
            </a:r>
            <a:r>
              <a:rPr lang="es-419" sz="1867" kern="0" dirty="0" err="1">
                <a:solidFill>
                  <a:srgbClr val="000000"/>
                </a:solidFill>
                <a:latin typeface="Calibri"/>
                <a:ea typeface="Calibri"/>
                <a:cs typeface="Calibri"/>
                <a:sym typeface="Calibri"/>
              </a:rPr>
              <a:t>success</a:t>
            </a:r>
            <a:r>
              <a:rPr lang="es-419" sz="1867" kern="0" dirty="0">
                <a:solidFill>
                  <a:srgbClr val="000000"/>
                </a:solidFill>
                <a:latin typeface="Calibri"/>
                <a:ea typeface="Calibri"/>
                <a:cs typeface="Calibri"/>
                <a:sym typeface="Calibri"/>
              </a:rPr>
              <a:t> </a:t>
            </a:r>
            <a:r>
              <a:rPr lang="es-419" sz="1867" kern="0" dirty="0" err="1">
                <a:solidFill>
                  <a:srgbClr val="000000"/>
                </a:solidFill>
                <a:latin typeface="Calibri"/>
                <a:ea typeface="Calibri"/>
                <a:cs typeface="Calibri"/>
                <a:sym typeface="Calibri"/>
              </a:rPr>
              <a:t>message</a:t>
            </a:r>
            <a:r>
              <a:rPr lang="es-419" sz="1867" kern="0" dirty="0">
                <a:solidFill>
                  <a:srgbClr val="000000"/>
                </a:solidFill>
                <a:latin typeface="Calibri"/>
                <a:ea typeface="Calibri"/>
                <a:cs typeface="Calibri"/>
                <a:sym typeface="Calibri"/>
              </a:rPr>
              <a:t>) </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497733"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a:cxnSpLocks/>
          </p:cNvCxnSpPr>
          <p:nvPr/>
        </p:nvCxnSpPr>
        <p:spPr>
          <a:xfrm>
            <a:off x="7934960" y="5458629"/>
            <a:ext cx="202184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27" name="Google Shape;372;p40">
            <a:extLst>
              <a:ext uri="{FF2B5EF4-FFF2-40B4-BE49-F238E27FC236}">
                <a16:creationId xmlns:a16="http://schemas.microsoft.com/office/drawing/2014/main" id="{E453091A-A2C2-04F2-D64C-135C9B472411}"/>
              </a:ext>
            </a:extLst>
          </p:cNvPr>
          <p:cNvSpPr txBox="1"/>
          <p:nvPr/>
        </p:nvSpPr>
        <p:spPr>
          <a:xfrm>
            <a:off x="2770245" y="3163920"/>
            <a:ext cx="2694084" cy="334260"/>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it-IT" sz="1867" kern="0" dirty="0">
                <a:solidFill>
                  <a:srgbClr val="000000"/>
                </a:solidFill>
                <a:latin typeface="Calibri"/>
                <a:ea typeface="Calibri"/>
                <a:cs typeface="Calibri"/>
                <a:sym typeface="Calibri"/>
              </a:rPr>
              <a:t>success</a:t>
            </a:r>
            <a:endParaRPr sz="1867"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15957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Information</a:t>
            </a:r>
            <a:r>
              <a:rPr lang="es-419" dirty="0"/>
              <a:t> </a:t>
            </a:r>
            <a:r>
              <a:rPr lang="es-419" dirty="0" err="1"/>
              <a:t>about</a:t>
            </a:r>
            <a:r>
              <a:rPr lang="es-419" dirty="0"/>
              <a:t> Preventive </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GetInformationAboutPreventive</a:t>
            </a:r>
            <a:endParaRPr sz="14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11186" y="2652896"/>
            <a:ext cx="2952600" cy="372624"/>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200" kern="0" dirty="0" err="1">
                <a:solidFill>
                  <a:srgbClr val="000000"/>
                </a:solidFill>
                <a:latin typeface="Calibri"/>
                <a:ea typeface="Calibri"/>
                <a:cs typeface="Calibri"/>
                <a:sym typeface="Calibri"/>
              </a:rPr>
              <a:t>getAPreventiveByIdandClientUsername</a:t>
            </a:r>
            <a:r>
              <a:rPr lang="es-419" sz="1200" kern="0" dirty="0">
                <a:solidFill>
                  <a:srgbClr val="000000"/>
                </a:solidFill>
                <a:latin typeface="Calibri"/>
                <a:ea typeface="Calibri"/>
                <a:cs typeface="Calibri"/>
                <a:sym typeface="Calibri"/>
              </a:rPr>
              <a:t>(X</a:t>
            </a:r>
            <a:r>
              <a:rPr lang="es-419" sz="1867" kern="0" dirty="0">
                <a:solidFill>
                  <a:srgbClr val="000000"/>
                </a:solidFill>
                <a:latin typeface="Calibri"/>
                <a:ea typeface="Calibri"/>
                <a:cs typeface="Calibri"/>
                <a:sym typeface="Calibri"/>
              </a:rPr>
              <a:t>)</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667" y="3052501"/>
            <a:ext cx="2352000"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GetInformationAboutPreventive</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HomePageClient.html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PreventiveInfoPage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Employee</a:t>
            </a:r>
            <a:r>
              <a:rPr lang="es-419" dirty="0"/>
              <a:t> Home Page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GetEmployeeHomePage</a:t>
            </a:r>
            <a:endParaRPr sz="12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dirty="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a:cxnSpLocks/>
          </p:cNvCxnSpPr>
          <p:nvPr/>
        </p:nvCxnSpPr>
        <p:spPr>
          <a:xfrm flipV="1">
            <a:off x="2753751" y="310547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677933" y="3256146"/>
            <a:ext cx="2977180" cy="31667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preventivesManagedByEmployee</a:t>
            </a:r>
            <a:endParaRPr sz="1400" kern="0" dirty="0">
              <a:solidFill>
                <a:srgbClr val="000000"/>
              </a:solidFill>
              <a:latin typeface="Calibri"/>
              <a:ea typeface="Calibri"/>
              <a:cs typeface="Calibri"/>
              <a:sym typeface="Calibri"/>
            </a:endParaRPr>
          </a:p>
        </p:txBody>
      </p:sp>
      <p:sp>
        <p:nvSpPr>
          <p:cNvPr id="373" name="Google Shape;373;p40"/>
          <p:cNvSpPr/>
          <p:nvPr/>
        </p:nvSpPr>
        <p:spPr>
          <a:xfrm>
            <a:off x="5304832" y="2274195"/>
            <a:ext cx="408797" cy="251088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667" y="3052501"/>
            <a:ext cx="2352000"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1400" kern="0" dirty="0" err="1">
                <a:solidFill>
                  <a:srgbClr val="000000"/>
                </a:solidFill>
                <a:latin typeface="Calibri"/>
                <a:ea typeface="Calibri"/>
                <a:cs typeface="Calibri"/>
                <a:sym typeface="Calibri"/>
              </a:rPr>
              <a:t>GetEmployeeHomePage</a:t>
            </a:r>
            <a:endParaRPr sz="1400" kern="0" dirty="0">
              <a:solidFill>
                <a:srgbClr val="00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LogInPage.html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731300" y="356490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032773" y="2791035"/>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GetManagedPreventives</a:t>
            </a:r>
            <a:endParaRPr sz="1400" kern="0" dirty="0">
              <a:solidFill>
                <a:srgbClr val="000000"/>
              </a:solidFill>
              <a:latin typeface="Calibri"/>
              <a:ea typeface="Calibri"/>
              <a:cs typeface="Calibri"/>
              <a:sym typeface="Calibri"/>
            </a:endParaRPr>
          </a:p>
        </p:txBody>
      </p:sp>
      <p:sp>
        <p:nvSpPr>
          <p:cNvPr id="388" name="Google Shape;388;p40"/>
          <p:cNvSpPr/>
          <p:nvPr/>
        </p:nvSpPr>
        <p:spPr>
          <a:xfrm>
            <a:off x="7281000" y="1487147"/>
            <a:ext cx="1450744"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200" kern="0" dirty="0" err="1">
                <a:solidFill>
                  <a:srgbClr val="000000"/>
                </a:solidFill>
                <a:latin typeface="Calibri"/>
                <a:ea typeface="Calibri"/>
                <a:cs typeface="Calibri"/>
                <a:sym typeface="Calibri"/>
              </a:rPr>
              <a:t>HomePageEmployee</a:t>
            </a:r>
            <a:endParaRPr sz="1200" kern="0" dirty="0">
              <a:solidFill>
                <a:srgbClr val="000000"/>
              </a:solidFill>
              <a:latin typeface="Calibri"/>
              <a:ea typeface="Calibri"/>
              <a:cs typeface="Calibri"/>
              <a:sym typeface="Calibri"/>
            </a:endParaRPr>
          </a:p>
        </p:txBody>
      </p:sp>
      <p:cxnSp>
        <p:nvCxnSpPr>
          <p:cNvPr id="389" name="Google Shape;389;p40"/>
          <p:cNvCxnSpPr>
            <a:cxnSpLocks/>
          </p:cNvCxnSpPr>
          <p:nvPr/>
        </p:nvCxnSpPr>
        <p:spPr>
          <a:xfrm flipH="1">
            <a:off x="8023212" y="1960137"/>
            <a:ext cx="23648" cy="4474296"/>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3459133" y="5054260"/>
            <a:ext cx="2488800" cy="33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824202"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p:nvPr/>
        </p:nvCxnSpPr>
        <p:spPr>
          <a:xfrm>
            <a:off x="8370710" y="54586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24" name="Google Shape;377;p40">
            <a:extLst>
              <a:ext uri="{FF2B5EF4-FFF2-40B4-BE49-F238E27FC236}">
                <a16:creationId xmlns:a16="http://schemas.microsoft.com/office/drawing/2014/main" id="{D7B1D812-5C3E-1B71-A794-5ADEB098124B}"/>
              </a:ext>
            </a:extLst>
          </p:cNvPr>
          <p:cNvCxnSpPr/>
          <p:nvPr/>
        </p:nvCxnSpPr>
        <p:spPr>
          <a:xfrm rot="10800000">
            <a:off x="2711964" y="455281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25" name="Google Shape;371;p40">
            <a:extLst>
              <a:ext uri="{FF2B5EF4-FFF2-40B4-BE49-F238E27FC236}">
                <a16:creationId xmlns:a16="http://schemas.microsoft.com/office/drawing/2014/main" id="{58D1CBB4-671B-8C3C-9953-3820C6B0F5EA}"/>
              </a:ext>
            </a:extLst>
          </p:cNvPr>
          <p:cNvCxnSpPr>
            <a:cxnSpLocks/>
          </p:cNvCxnSpPr>
          <p:nvPr/>
        </p:nvCxnSpPr>
        <p:spPr>
          <a:xfrm flipV="1">
            <a:off x="2763784" y="406216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26" name="Google Shape;378;p40">
            <a:extLst>
              <a:ext uri="{FF2B5EF4-FFF2-40B4-BE49-F238E27FC236}">
                <a16:creationId xmlns:a16="http://schemas.microsoft.com/office/drawing/2014/main" id="{3267629F-70EC-F1E6-FAC6-6E9E4C642497}"/>
              </a:ext>
            </a:extLst>
          </p:cNvPr>
          <p:cNvSpPr txBox="1"/>
          <p:nvPr/>
        </p:nvSpPr>
        <p:spPr>
          <a:xfrm>
            <a:off x="3007803" y="3707204"/>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GetUnmanagedPreventives</a:t>
            </a:r>
            <a:endParaRPr sz="1400" kern="0" dirty="0">
              <a:solidFill>
                <a:srgbClr val="000000"/>
              </a:solidFill>
              <a:latin typeface="Calibri"/>
              <a:ea typeface="Calibri"/>
              <a:cs typeface="Calibri"/>
              <a:sym typeface="Calibri"/>
            </a:endParaRPr>
          </a:p>
        </p:txBody>
      </p:sp>
      <p:sp>
        <p:nvSpPr>
          <p:cNvPr id="27" name="Google Shape;378;p40">
            <a:extLst>
              <a:ext uri="{FF2B5EF4-FFF2-40B4-BE49-F238E27FC236}">
                <a16:creationId xmlns:a16="http://schemas.microsoft.com/office/drawing/2014/main" id="{F31A24CD-E4A7-891D-706A-C59B2DC2D600}"/>
              </a:ext>
            </a:extLst>
          </p:cNvPr>
          <p:cNvSpPr txBox="1"/>
          <p:nvPr/>
        </p:nvSpPr>
        <p:spPr>
          <a:xfrm>
            <a:off x="2937900" y="4207434"/>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addUnmangedPreventives</a:t>
            </a:r>
            <a:endParaRPr sz="14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84531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Pricing</a:t>
            </a:r>
            <a:r>
              <a:rPr lang="es-419" dirty="0"/>
              <a:t> Page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600" kern="0" dirty="0" err="1">
                <a:solidFill>
                  <a:srgbClr val="000000"/>
                </a:solidFill>
                <a:latin typeface="Calibri"/>
                <a:ea typeface="Calibri"/>
                <a:cs typeface="Calibri"/>
                <a:sym typeface="Calibri"/>
              </a:rPr>
              <a:t>GetPrisingPage</a:t>
            </a:r>
            <a:endParaRPr sz="16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11186" y="2652896"/>
            <a:ext cx="2952600" cy="372624"/>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GetUnmanagedPreventiveByID</a:t>
            </a:r>
            <a:r>
              <a:rPr lang="es-419" sz="1400" kern="0" dirty="0">
                <a:solidFill>
                  <a:srgbClr val="000000"/>
                </a:solidFill>
                <a:latin typeface="Calibri"/>
                <a:ea typeface="Calibri"/>
                <a:cs typeface="Calibri"/>
                <a:sym typeface="Calibri"/>
              </a:rPr>
              <a:t>(X)</a:t>
            </a:r>
            <a:endParaRPr sz="1400"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666" y="3052501"/>
            <a:ext cx="2382891" cy="199302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GetPricingPage</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sz="1400" kern="0" dirty="0">
                <a:solidFill>
                  <a:srgbClr val="000000"/>
                </a:solidFill>
                <a:latin typeface="Calibri"/>
                <a:ea typeface="Calibri"/>
                <a:cs typeface="Calibri"/>
                <a:sym typeface="Calibri"/>
              </a:rPr>
              <a:t>HomePageEmployee.html</a:t>
            </a:r>
            <a:endParaRPr sz="1400"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100" kern="0" dirty="0" err="1">
                <a:solidFill>
                  <a:srgbClr val="000000"/>
                </a:solidFill>
                <a:latin typeface="Calibri"/>
                <a:ea typeface="Calibri"/>
                <a:cs typeface="Calibri"/>
                <a:sym typeface="Calibri"/>
              </a:rPr>
              <a:t>PricePreventivePage</a:t>
            </a:r>
            <a:endParaRPr sz="11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01192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update</a:t>
            </a:r>
            <a:r>
              <a:rPr lang="es-419" dirty="0"/>
              <a:t> Preventive Price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UpdatePreventivePrice</a:t>
            </a:r>
            <a:endParaRPr sz="14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39558" y="2551116"/>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dirty="0" err="1">
                <a:solidFill>
                  <a:srgbClr val="000000"/>
                </a:solidFill>
                <a:latin typeface="Calibri"/>
                <a:ea typeface="Calibri"/>
                <a:cs typeface="Calibri"/>
                <a:sym typeface="Calibri"/>
              </a:rPr>
              <a:t>doPost</a:t>
            </a:r>
            <a:endParaRPr sz="2400" kern="0" dirty="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854226" y="2763800"/>
            <a:ext cx="3032864" cy="31303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200" kern="0" dirty="0" err="1">
                <a:solidFill>
                  <a:srgbClr val="000000"/>
                </a:solidFill>
                <a:latin typeface="Calibri"/>
                <a:ea typeface="Calibri"/>
                <a:cs typeface="Calibri"/>
                <a:sym typeface="Calibri"/>
              </a:rPr>
              <a:t>UpdatePriceOfPreventive</a:t>
            </a:r>
            <a:r>
              <a:rPr lang="es-419" sz="1200" kern="0" dirty="0">
                <a:solidFill>
                  <a:srgbClr val="000000"/>
                </a:solidFill>
                <a:latin typeface="Calibri"/>
                <a:ea typeface="Calibri"/>
                <a:cs typeface="Calibri"/>
                <a:sym typeface="Calibri"/>
              </a:rPr>
              <a:t>(</a:t>
            </a:r>
            <a:r>
              <a:rPr lang="es-419" sz="1200" kern="0" dirty="0" err="1">
                <a:solidFill>
                  <a:srgbClr val="000000"/>
                </a:solidFill>
                <a:latin typeface="Calibri"/>
                <a:ea typeface="Calibri"/>
                <a:cs typeface="Calibri"/>
                <a:sym typeface="Calibri"/>
              </a:rPr>
              <a:t>X,usernameY</a:t>
            </a:r>
            <a:r>
              <a:rPr lang="es-419" sz="1200" kern="0" dirty="0">
                <a:solidFill>
                  <a:srgbClr val="000000"/>
                </a:solidFill>
                <a:latin typeface="Calibri"/>
                <a:ea typeface="Calibri"/>
                <a:cs typeface="Calibri"/>
                <a:sym typeface="Calibri"/>
              </a:rPr>
              <a:t>)</a:t>
            </a:r>
            <a:endParaRPr sz="1200"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11172" y="3075882"/>
            <a:ext cx="2467361" cy="1976666"/>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POST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UpdatePreventivePrice</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 &amp;</a:t>
            </a:r>
            <a:r>
              <a:rPr lang="es-419" sz="1867" kern="0" dirty="0" err="1">
                <a:solidFill>
                  <a:srgbClr val="FF0000"/>
                </a:solidFill>
                <a:latin typeface="Calibri"/>
                <a:ea typeface="Calibri"/>
                <a:cs typeface="Calibri"/>
                <a:sym typeface="Calibri"/>
              </a:rPr>
              <a:t>price</a:t>
            </a:r>
            <a:r>
              <a:rPr lang="es-419" sz="1867" kern="0" dirty="0">
                <a:solidFill>
                  <a:srgbClr val="FF0000"/>
                </a:solidFill>
                <a:latin typeface="Calibri"/>
                <a:ea typeface="Calibri"/>
                <a:cs typeface="Calibri"/>
                <a:sym typeface="Calibri"/>
              </a:rPr>
              <a:t>=Y</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sz="1600" kern="0" dirty="0">
                <a:solidFill>
                  <a:srgbClr val="000000"/>
                </a:solidFill>
                <a:latin typeface="Calibri"/>
                <a:ea typeface="Calibri"/>
                <a:cs typeface="Calibri"/>
                <a:sym typeface="Calibri"/>
              </a:rPr>
              <a:t>HomePageEmployee.html</a:t>
            </a:r>
            <a:endParaRPr sz="1600"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GetEmployeeHomePage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43816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Information</a:t>
            </a:r>
            <a:r>
              <a:rPr lang="es-419" dirty="0"/>
              <a:t> </a:t>
            </a:r>
            <a:r>
              <a:rPr lang="es-419" dirty="0" err="1"/>
              <a:t>about</a:t>
            </a:r>
            <a:r>
              <a:rPr lang="es-419" dirty="0"/>
              <a:t> Preventive </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GetInformationAboutPreventive</a:t>
            </a:r>
            <a:endParaRPr sz="14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31678" y="2762850"/>
            <a:ext cx="3032864" cy="31303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100" kern="0" dirty="0" err="1">
                <a:solidFill>
                  <a:srgbClr val="000000"/>
                </a:solidFill>
                <a:latin typeface="Calibri"/>
                <a:ea typeface="Calibri"/>
                <a:cs typeface="Calibri"/>
                <a:sym typeface="Calibri"/>
              </a:rPr>
              <a:t>getAPreventiveByIdandEmployeeUsername</a:t>
            </a:r>
            <a:r>
              <a:rPr lang="es-419" sz="1100" kern="0" dirty="0">
                <a:solidFill>
                  <a:srgbClr val="000000"/>
                </a:solidFill>
                <a:latin typeface="Calibri"/>
                <a:ea typeface="Calibri"/>
                <a:cs typeface="Calibri"/>
                <a:sym typeface="Calibri"/>
              </a:rPr>
              <a:t>(X)</a:t>
            </a:r>
            <a:endParaRPr sz="1100"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11172" y="3075882"/>
            <a:ext cx="2467361" cy="1976666"/>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GetInformationAboutPreventive</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sz="1600" kern="0" dirty="0">
                <a:solidFill>
                  <a:srgbClr val="000000"/>
                </a:solidFill>
                <a:latin typeface="Calibri"/>
                <a:ea typeface="Calibri"/>
                <a:cs typeface="Calibri"/>
                <a:sym typeface="Calibri"/>
              </a:rPr>
              <a:t>HomePageEmployee.html</a:t>
            </a:r>
            <a:endParaRPr sz="1600"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PreventiveInfoPage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6754769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980</TotalTime>
  <Words>2517</Words>
  <Application>Microsoft Office PowerPoint</Application>
  <PresentationFormat>Widescreen</PresentationFormat>
  <Paragraphs>404</Paragraphs>
  <Slides>24</Slides>
  <Notes>9</Notes>
  <HiddenSlides>0</HiddenSlides>
  <MMClips>0</MMClips>
  <ScaleCrop>false</ScaleCrop>
  <HeadingPairs>
    <vt:vector size="6" baseType="variant">
      <vt:variant>
        <vt:lpstr>Caratteri utilizzati</vt:lpstr>
      </vt:variant>
      <vt:variant>
        <vt:i4>7</vt:i4>
      </vt:variant>
      <vt:variant>
        <vt:lpstr>Tema</vt:lpstr>
      </vt:variant>
      <vt:variant>
        <vt:i4>3</vt:i4>
      </vt:variant>
      <vt:variant>
        <vt:lpstr>Titoli diapositive</vt:lpstr>
      </vt:variant>
      <vt:variant>
        <vt:i4>24</vt:i4>
      </vt:variant>
    </vt:vector>
  </HeadingPairs>
  <TitlesOfParts>
    <vt:vector size="34" baseType="lpstr">
      <vt:lpstr>Arial</vt:lpstr>
      <vt:lpstr>Baskerville Old Face</vt:lpstr>
      <vt:lpstr>Calibri</vt:lpstr>
      <vt:lpstr>Calibri Light</vt:lpstr>
      <vt:lpstr>Candara</vt:lpstr>
      <vt:lpstr>Courier New</vt:lpstr>
      <vt:lpstr>Wingdings</vt:lpstr>
      <vt:lpstr>Tema di Office</vt:lpstr>
      <vt:lpstr>Office Theme</vt:lpstr>
      <vt:lpstr>1_Office Theme</vt:lpstr>
      <vt:lpstr>PROGETTO TECNOLOGIE INFORMTICHE DEL WEB HTML pure Version - Esercizio 2</vt:lpstr>
      <vt:lpstr>Esercizio 2: gestione preventivi</vt:lpstr>
      <vt:lpstr>Data requirements analysis</vt:lpstr>
      <vt:lpstr>Database design</vt:lpstr>
      <vt:lpstr>Local database schema (1/3)</vt:lpstr>
      <vt:lpstr>Local database schema (2/3)</vt:lpstr>
      <vt:lpstr>Local database schema (3/3)</vt:lpstr>
      <vt:lpstr>Application requirements analysis</vt:lpstr>
      <vt:lpstr>Application design (all)</vt:lpstr>
      <vt:lpstr>Application design (client)</vt:lpstr>
      <vt:lpstr>Application design (employee)</vt:lpstr>
      <vt:lpstr>Components</vt:lpstr>
      <vt:lpstr>Presentazione standard di PowerPoint</vt:lpstr>
      <vt:lpstr>Presentazione standard di PowerPoint</vt:lpstr>
      <vt:lpstr>Presentazione standard di PowerPoint</vt:lpstr>
      <vt:lpstr>Event: get Client Home Page</vt:lpstr>
      <vt:lpstr>Event: add a new preventive</vt:lpstr>
      <vt:lpstr>Event: select preventive options</vt:lpstr>
      <vt:lpstr>Event: create preventive</vt:lpstr>
      <vt:lpstr>Event: get Information about Preventive </vt:lpstr>
      <vt:lpstr>Event: get Employee Home Page</vt:lpstr>
      <vt:lpstr>Event: get Pricing Page</vt:lpstr>
      <vt:lpstr>Event: update Preventive Price</vt:lpstr>
      <vt:lpstr>Event: get Information about Preventive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Luca Longinotti</dc:creator>
  <cp:lastModifiedBy>Luca Longinotti</cp:lastModifiedBy>
  <cp:revision>1</cp:revision>
  <dcterms:created xsi:type="dcterms:W3CDTF">2022-06-25T17:40:53Z</dcterms:created>
  <dcterms:modified xsi:type="dcterms:W3CDTF">2022-07-02T09:18:16Z</dcterms:modified>
</cp:coreProperties>
</file>