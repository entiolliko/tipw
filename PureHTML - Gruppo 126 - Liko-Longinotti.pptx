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56" r:id="rId3"/>
    <p:sldId id="257" r:id="rId4"/>
    <p:sldId id="258" r:id="rId5"/>
    <p:sldId id="266" r:id="rId6"/>
    <p:sldId id="267" r:id="rId7"/>
    <p:sldId id="268" r:id="rId8"/>
    <p:sldId id="269" r:id="rId9"/>
    <p:sldId id="260" r:id="rId10"/>
    <p:sldId id="263" r:id="rId11"/>
    <p:sldId id="270" r:id="rId12"/>
    <p:sldId id="272" r:id="rId13"/>
    <p:sldId id="264" r:id="rId14"/>
    <p:sldId id="279" r:id="rId15"/>
    <p:sldId id="281" r:id="rId1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5BFA4C-6A6C-4203-95DC-218005CAD3A0}" v="192" dt="2022-06-28T13:09:27.9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ca Longinotti" userId="4fe812bbf5e873c0" providerId="LiveId" clId="{ED5BFA4C-6A6C-4203-95DC-218005CAD3A0}"/>
    <pc:docChg chg="undo redo custSel addSld delSld modSld sldOrd">
      <pc:chgData name="Luca Longinotti" userId="4fe812bbf5e873c0" providerId="LiveId" clId="{ED5BFA4C-6A6C-4203-95DC-218005CAD3A0}" dt="2022-06-28T17:37:14.314" v="6248" actId="478"/>
      <pc:docMkLst>
        <pc:docMk/>
      </pc:docMkLst>
      <pc:sldChg chg="modSp mod">
        <pc:chgData name="Luca Longinotti" userId="4fe812bbf5e873c0" providerId="LiveId" clId="{ED5BFA4C-6A6C-4203-95DC-218005CAD3A0}" dt="2022-06-28T12:53:06.890" v="5655" actId="2"/>
        <pc:sldMkLst>
          <pc:docMk/>
          <pc:sldMk cId="2559178517" sldId="256"/>
        </pc:sldMkLst>
        <pc:spChg chg="mod">
          <ac:chgData name="Luca Longinotti" userId="4fe812bbf5e873c0" providerId="LiveId" clId="{ED5BFA4C-6A6C-4203-95DC-218005CAD3A0}" dt="2022-06-25T18:40:21.068" v="259" actId="20577"/>
          <ac:spMkLst>
            <pc:docMk/>
            <pc:sldMk cId="2559178517" sldId="256"/>
            <ac:spMk id="2" creationId="{628E099D-BF57-8923-A2D7-D4A79CFBEFDE}"/>
          </ac:spMkLst>
        </pc:spChg>
        <pc:spChg chg="mod">
          <ac:chgData name="Luca Longinotti" userId="4fe812bbf5e873c0" providerId="LiveId" clId="{ED5BFA4C-6A6C-4203-95DC-218005CAD3A0}" dt="2022-06-28T12:53:06.890" v="5655" actId="2"/>
          <ac:spMkLst>
            <pc:docMk/>
            <pc:sldMk cId="2559178517" sldId="256"/>
            <ac:spMk id="3" creationId="{265B2201-4FB9-FC9E-B0A4-D5CDA482BBE5}"/>
          </ac:spMkLst>
        </pc:spChg>
      </pc:sldChg>
      <pc:sldChg chg="addSp delSp modSp new del mod">
        <pc:chgData name="Luca Longinotti" userId="4fe812bbf5e873c0" providerId="LiveId" clId="{ED5BFA4C-6A6C-4203-95DC-218005CAD3A0}" dt="2022-06-25T18:37:55.674" v="186" actId="47"/>
        <pc:sldMkLst>
          <pc:docMk/>
          <pc:sldMk cId="2851062142" sldId="257"/>
        </pc:sldMkLst>
        <pc:spChg chg="del">
          <ac:chgData name="Luca Longinotti" userId="4fe812bbf5e873c0" providerId="LiveId" clId="{ED5BFA4C-6A6C-4203-95DC-218005CAD3A0}" dt="2022-06-25T18:37:32.567" v="181" actId="478"/>
          <ac:spMkLst>
            <pc:docMk/>
            <pc:sldMk cId="2851062142" sldId="257"/>
            <ac:spMk id="2" creationId="{5B1EEBA2-5028-3061-382B-40FBA0C05DA7}"/>
          </ac:spMkLst>
        </pc:spChg>
        <pc:spChg chg="del">
          <ac:chgData name="Luca Longinotti" userId="4fe812bbf5e873c0" providerId="LiveId" clId="{ED5BFA4C-6A6C-4203-95DC-218005CAD3A0}" dt="2022-06-25T18:37:34.006" v="182" actId="478"/>
          <ac:spMkLst>
            <pc:docMk/>
            <pc:sldMk cId="2851062142" sldId="257"/>
            <ac:spMk id="3" creationId="{A789199C-DFF5-B47C-5790-29DBCCACEC21}"/>
          </ac:spMkLst>
        </pc:spChg>
        <pc:spChg chg="add del mod">
          <ac:chgData name="Luca Longinotti" userId="4fe812bbf5e873c0" providerId="LiveId" clId="{ED5BFA4C-6A6C-4203-95DC-218005CAD3A0}" dt="2022-06-25T18:37:50.151" v="185" actId="478"/>
          <ac:spMkLst>
            <pc:docMk/>
            <pc:sldMk cId="2851062142" sldId="257"/>
            <ac:spMk id="5" creationId="{D21C3A07-3120-E705-007F-1F91CE806280}"/>
          </ac:spMkLst>
        </pc:spChg>
      </pc:sldChg>
      <pc:sldChg chg="modSp new mod">
        <pc:chgData name="Luca Longinotti" userId="4fe812bbf5e873c0" providerId="LiveId" clId="{ED5BFA4C-6A6C-4203-95DC-218005CAD3A0}" dt="2022-06-28T12:53:08.361" v="5660" actId="2"/>
        <pc:sldMkLst>
          <pc:docMk/>
          <pc:sldMk cId="3168788231" sldId="257"/>
        </pc:sldMkLst>
        <pc:spChg chg="mod">
          <ac:chgData name="Luca Longinotti" userId="4fe812bbf5e873c0" providerId="LiveId" clId="{ED5BFA4C-6A6C-4203-95DC-218005CAD3A0}" dt="2022-06-25T18:39:13.861" v="235" actId="14100"/>
          <ac:spMkLst>
            <pc:docMk/>
            <pc:sldMk cId="3168788231" sldId="257"/>
            <ac:spMk id="2" creationId="{03A7C58A-46C8-7D49-100A-9AED7EC03EC0}"/>
          </ac:spMkLst>
        </pc:spChg>
        <pc:spChg chg="mod">
          <ac:chgData name="Luca Longinotti" userId="4fe812bbf5e873c0" providerId="LiveId" clId="{ED5BFA4C-6A6C-4203-95DC-218005CAD3A0}" dt="2022-06-28T12:53:08.361" v="5660" actId="2"/>
          <ac:spMkLst>
            <pc:docMk/>
            <pc:sldMk cId="3168788231" sldId="257"/>
            <ac:spMk id="3" creationId="{184236CD-1C63-1ABE-FE8B-A185F8B88A7F}"/>
          </ac:spMkLst>
        </pc:spChg>
      </pc:sldChg>
      <pc:sldChg chg="modSp new del mod">
        <pc:chgData name="Luca Longinotti" userId="4fe812bbf5e873c0" providerId="LiveId" clId="{ED5BFA4C-6A6C-4203-95DC-218005CAD3A0}" dt="2022-06-25T18:41:32.658" v="296" actId="47"/>
        <pc:sldMkLst>
          <pc:docMk/>
          <pc:sldMk cId="1590222528" sldId="258"/>
        </pc:sldMkLst>
        <pc:spChg chg="mod">
          <ac:chgData name="Luca Longinotti" userId="4fe812bbf5e873c0" providerId="LiveId" clId="{ED5BFA4C-6A6C-4203-95DC-218005CAD3A0}" dt="2022-06-25T18:40:56.891" v="287" actId="255"/>
          <ac:spMkLst>
            <pc:docMk/>
            <pc:sldMk cId="1590222528" sldId="258"/>
            <ac:spMk id="2" creationId="{0CB42EE2-EBD9-8B00-6C51-DCB4EB64A066}"/>
          </ac:spMkLst>
        </pc:spChg>
        <pc:spChg chg="mod">
          <ac:chgData name="Luca Longinotti" userId="4fe812bbf5e873c0" providerId="LiveId" clId="{ED5BFA4C-6A6C-4203-95DC-218005CAD3A0}" dt="2022-06-25T18:41:21.743" v="295" actId="14100"/>
          <ac:spMkLst>
            <pc:docMk/>
            <pc:sldMk cId="1590222528" sldId="258"/>
            <ac:spMk id="3" creationId="{7188B302-0E26-4DF0-5AED-1A40F0975966}"/>
          </ac:spMkLst>
        </pc:spChg>
      </pc:sldChg>
      <pc:sldChg chg="modSp add mod">
        <pc:chgData name="Luca Longinotti" userId="4fe812bbf5e873c0" providerId="LiveId" clId="{ED5BFA4C-6A6C-4203-95DC-218005CAD3A0}" dt="2022-06-28T12:53:09.935" v="5670" actId="2"/>
        <pc:sldMkLst>
          <pc:docMk/>
          <pc:sldMk cId="3799823491" sldId="258"/>
        </pc:sldMkLst>
        <pc:spChg chg="mod">
          <ac:chgData name="Luca Longinotti" userId="4fe812bbf5e873c0" providerId="LiveId" clId="{ED5BFA4C-6A6C-4203-95DC-218005CAD3A0}" dt="2022-06-28T12:53:08.728" v="5662" actId="2"/>
          <ac:spMkLst>
            <pc:docMk/>
            <pc:sldMk cId="3799823491" sldId="258"/>
            <ac:spMk id="2" creationId="{03A7C58A-46C8-7D49-100A-9AED7EC03EC0}"/>
          </ac:spMkLst>
        </pc:spChg>
        <pc:spChg chg="mod">
          <ac:chgData name="Luca Longinotti" userId="4fe812bbf5e873c0" providerId="LiveId" clId="{ED5BFA4C-6A6C-4203-95DC-218005CAD3A0}" dt="2022-06-28T12:53:09.935" v="5670" actId="2"/>
          <ac:spMkLst>
            <pc:docMk/>
            <pc:sldMk cId="3799823491" sldId="258"/>
            <ac:spMk id="3" creationId="{184236CD-1C63-1ABE-FE8B-A185F8B88A7F}"/>
          </ac:spMkLst>
        </pc:spChg>
      </pc:sldChg>
      <pc:sldChg chg="new del">
        <pc:chgData name="Luca Longinotti" userId="4fe812bbf5e873c0" providerId="LiveId" clId="{ED5BFA4C-6A6C-4203-95DC-218005CAD3A0}" dt="2022-06-25T18:49:22.001" v="491" actId="47"/>
        <pc:sldMkLst>
          <pc:docMk/>
          <pc:sldMk cId="2238915312" sldId="259"/>
        </pc:sldMkLst>
      </pc:sldChg>
      <pc:sldChg chg="modSp add mod ord">
        <pc:chgData name="Luca Longinotti" userId="4fe812bbf5e873c0" providerId="LiveId" clId="{ED5BFA4C-6A6C-4203-95DC-218005CAD3A0}" dt="2022-06-28T12:53:19.396" v="5722" actId="2"/>
        <pc:sldMkLst>
          <pc:docMk/>
          <pc:sldMk cId="2885373986" sldId="260"/>
        </pc:sldMkLst>
        <pc:spChg chg="mod">
          <ac:chgData name="Luca Longinotti" userId="4fe812bbf5e873c0" providerId="LiveId" clId="{ED5BFA4C-6A6C-4203-95DC-218005CAD3A0}" dt="2022-06-28T12:52:07.701" v="5500" actId="2"/>
          <ac:spMkLst>
            <pc:docMk/>
            <pc:sldMk cId="2885373986" sldId="260"/>
            <ac:spMk id="2" creationId="{03A7C58A-46C8-7D49-100A-9AED7EC03EC0}"/>
          </ac:spMkLst>
        </pc:spChg>
        <pc:spChg chg="mod">
          <ac:chgData name="Luca Longinotti" userId="4fe812bbf5e873c0" providerId="LiveId" clId="{ED5BFA4C-6A6C-4203-95DC-218005CAD3A0}" dt="2022-06-28T12:53:19.396" v="5722" actId="2"/>
          <ac:spMkLst>
            <pc:docMk/>
            <pc:sldMk cId="2885373986" sldId="260"/>
            <ac:spMk id="3" creationId="{184236CD-1C63-1ABE-FE8B-A185F8B88A7F}"/>
          </ac:spMkLst>
        </pc:spChg>
      </pc:sldChg>
      <pc:sldChg chg="new del">
        <pc:chgData name="Luca Longinotti" userId="4fe812bbf5e873c0" providerId="LiveId" clId="{ED5BFA4C-6A6C-4203-95DC-218005CAD3A0}" dt="2022-06-25T18:47:05.138" v="450" actId="47"/>
        <pc:sldMkLst>
          <pc:docMk/>
          <pc:sldMk cId="2169299756" sldId="261"/>
        </pc:sldMkLst>
      </pc:sldChg>
      <pc:sldChg chg="new del">
        <pc:chgData name="Luca Longinotti" userId="4fe812bbf5e873c0" providerId="LiveId" clId="{ED5BFA4C-6A6C-4203-95DC-218005CAD3A0}" dt="2022-06-25T18:47:54.288" v="461" actId="47"/>
        <pc:sldMkLst>
          <pc:docMk/>
          <pc:sldMk cId="2824527650" sldId="262"/>
        </pc:sldMkLst>
      </pc:sldChg>
      <pc:sldChg chg="addSp delSp modSp add mod">
        <pc:chgData name="Luca Longinotti" userId="4fe812bbf5e873c0" providerId="LiveId" clId="{ED5BFA4C-6A6C-4203-95DC-218005CAD3A0}" dt="2022-06-28T13:16:28.406" v="6245" actId="2"/>
        <pc:sldMkLst>
          <pc:docMk/>
          <pc:sldMk cId="2172422867" sldId="263"/>
        </pc:sldMkLst>
        <pc:spChg chg="mod">
          <ac:chgData name="Luca Longinotti" userId="4fe812bbf5e873c0" providerId="LiveId" clId="{ED5BFA4C-6A6C-4203-95DC-218005CAD3A0}" dt="2022-06-28T12:53:19.569" v="5723" actId="2"/>
          <ac:spMkLst>
            <pc:docMk/>
            <pc:sldMk cId="2172422867" sldId="263"/>
            <ac:spMk id="2" creationId="{03A7C58A-46C8-7D49-100A-9AED7EC03EC0}"/>
          </ac:spMkLst>
        </pc:spChg>
        <pc:spChg chg="del mod">
          <ac:chgData name="Luca Longinotti" userId="4fe812bbf5e873c0" providerId="LiveId" clId="{ED5BFA4C-6A6C-4203-95DC-218005CAD3A0}" dt="2022-06-27T13:52:09.278" v="3480" actId="478"/>
          <ac:spMkLst>
            <pc:docMk/>
            <pc:sldMk cId="2172422867" sldId="263"/>
            <ac:spMk id="3" creationId="{184236CD-1C63-1ABE-FE8B-A185F8B88A7F}"/>
          </ac:spMkLst>
        </pc:spChg>
        <pc:spChg chg="add mod">
          <ac:chgData name="Luca Longinotti" userId="4fe812bbf5e873c0" providerId="LiveId" clId="{ED5BFA4C-6A6C-4203-95DC-218005CAD3A0}" dt="2022-06-28T10:01:25.931" v="5086" actId="14100"/>
          <ac:spMkLst>
            <pc:docMk/>
            <pc:sldMk cId="2172422867" sldId="263"/>
            <ac:spMk id="4" creationId="{48A09F23-04B1-59DC-15C1-CDFA7E3E436A}"/>
          </ac:spMkLst>
        </pc:spChg>
        <pc:spChg chg="add del mod">
          <ac:chgData name="Luca Longinotti" userId="4fe812bbf5e873c0" providerId="LiveId" clId="{ED5BFA4C-6A6C-4203-95DC-218005CAD3A0}" dt="2022-06-27T13:52:57.422" v="3485"/>
          <ac:spMkLst>
            <pc:docMk/>
            <pc:sldMk cId="2172422867" sldId="263"/>
            <ac:spMk id="5" creationId="{9C195C3B-0497-9635-5FB6-D4642AD1599A}"/>
          </ac:spMkLst>
        </pc:spChg>
        <pc:spChg chg="add del mod">
          <ac:chgData name="Luca Longinotti" userId="4fe812bbf5e873c0" providerId="LiveId" clId="{ED5BFA4C-6A6C-4203-95DC-218005CAD3A0}" dt="2022-06-27T13:52:57.422" v="3485"/>
          <ac:spMkLst>
            <pc:docMk/>
            <pc:sldMk cId="2172422867" sldId="263"/>
            <ac:spMk id="6" creationId="{15441F26-ABAA-BD84-F506-B5E0AA48966B}"/>
          </ac:spMkLst>
        </pc:spChg>
        <pc:spChg chg="add del mod">
          <ac:chgData name="Luca Longinotti" userId="4fe812bbf5e873c0" providerId="LiveId" clId="{ED5BFA4C-6A6C-4203-95DC-218005CAD3A0}" dt="2022-06-27T13:52:57.422" v="3485"/>
          <ac:spMkLst>
            <pc:docMk/>
            <pc:sldMk cId="2172422867" sldId="263"/>
            <ac:spMk id="7" creationId="{85A15C54-CA40-B01C-EFB6-D501A1EA3C88}"/>
          </ac:spMkLst>
        </pc:spChg>
        <pc:spChg chg="add del mod">
          <ac:chgData name="Luca Longinotti" userId="4fe812bbf5e873c0" providerId="LiveId" clId="{ED5BFA4C-6A6C-4203-95DC-218005CAD3A0}" dt="2022-06-27T13:52:57.422" v="3485"/>
          <ac:spMkLst>
            <pc:docMk/>
            <pc:sldMk cId="2172422867" sldId="263"/>
            <ac:spMk id="9" creationId="{21D9D66E-5011-A6B8-E04D-FA57C1138FBD}"/>
          </ac:spMkLst>
        </pc:spChg>
        <pc:spChg chg="add del mod">
          <ac:chgData name="Luca Longinotti" userId="4fe812bbf5e873c0" providerId="LiveId" clId="{ED5BFA4C-6A6C-4203-95DC-218005CAD3A0}" dt="2022-06-27T13:52:57.422" v="3485"/>
          <ac:spMkLst>
            <pc:docMk/>
            <pc:sldMk cId="2172422867" sldId="263"/>
            <ac:spMk id="11" creationId="{564B6E21-72A4-724A-6B00-7476F965C223}"/>
          </ac:spMkLst>
        </pc:spChg>
        <pc:spChg chg="add del mod">
          <ac:chgData name="Luca Longinotti" userId="4fe812bbf5e873c0" providerId="LiveId" clId="{ED5BFA4C-6A6C-4203-95DC-218005CAD3A0}" dt="2022-06-27T13:52:57.422" v="3485"/>
          <ac:spMkLst>
            <pc:docMk/>
            <pc:sldMk cId="2172422867" sldId="263"/>
            <ac:spMk id="12" creationId="{1B370DE6-4AA8-8C61-95F4-269AF49FEAA1}"/>
          </ac:spMkLst>
        </pc:spChg>
        <pc:spChg chg="add del mod">
          <ac:chgData name="Luca Longinotti" userId="4fe812bbf5e873c0" providerId="LiveId" clId="{ED5BFA4C-6A6C-4203-95DC-218005CAD3A0}" dt="2022-06-27T13:52:57.422" v="3485"/>
          <ac:spMkLst>
            <pc:docMk/>
            <pc:sldMk cId="2172422867" sldId="263"/>
            <ac:spMk id="14" creationId="{0B5A0D79-0652-D551-0483-F0A315A8F17F}"/>
          </ac:spMkLst>
        </pc:spChg>
        <pc:spChg chg="add del mod">
          <ac:chgData name="Luca Longinotti" userId="4fe812bbf5e873c0" providerId="LiveId" clId="{ED5BFA4C-6A6C-4203-95DC-218005CAD3A0}" dt="2022-06-27T13:52:57.422" v="3485"/>
          <ac:spMkLst>
            <pc:docMk/>
            <pc:sldMk cId="2172422867" sldId="263"/>
            <ac:spMk id="16" creationId="{E5623A26-7099-106F-B486-8CEA43B54B16}"/>
          </ac:spMkLst>
        </pc:spChg>
        <pc:spChg chg="add del mod">
          <ac:chgData name="Luca Longinotti" userId="4fe812bbf5e873c0" providerId="LiveId" clId="{ED5BFA4C-6A6C-4203-95DC-218005CAD3A0}" dt="2022-06-27T13:52:57.422" v="3485"/>
          <ac:spMkLst>
            <pc:docMk/>
            <pc:sldMk cId="2172422867" sldId="263"/>
            <ac:spMk id="17" creationId="{66D05686-4F21-27E2-63CC-B1A82C367AEA}"/>
          </ac:spMkLst>
        </pc:spChg>
        <pc:spChg chg="add del mod">
          <ac:chgData name="Luca Longinotti" userId="4fe812bbf5e873c0" providerId="LiveId" clId="{ED5BFA4C-6A6C-4203-95DC-218005CAD3A0}" dt="2022-06-27T13:52:57.422" v="3485"/>
          <ac:spMkLst>
            <pc:docMk/>
            <pc:sldMk cId="2172422867" sldId="263"/>
            <ac:spMk id="18" creationId="{172AF9C1-4107-3549-1CD2-AA9FF8BB6586}"/>
          </ac:spMkLst>
        </pc:spChg>
        <pc:spChg chg="add del mod">
          <ac:chgData name="Luca Longinotti" userId="4fe812bbf5e873c0" providerId="LiveId" clId="{ED5BFA4C-6A6C-4203-95DC-218005CAD3A0}" dt="2022-06-27T13:52:57.422" v="3485"/>
          <ac:spMkLst>
            <pc:docMk/>
            <pc:sldMk cId="2172422867" sldId="263"/>
            <ac:spMk id="20" creationId="{75A4C9EF-5F05-C0A6-7C68-715E9CF8427E}"/>
          </ac:spMkLst>
        </pc:spChg>
        <pc:spChg chg="add del mod">
          <ac:chgData name="Luca Longinotti" userId="4fe812bbf5e873c0" providerId="LiveId" clId="{ED5BFA4C-6A6C-4203-95DC-218005CAD3A0}" dt="2022-06-27T13:52:57.422" v="3485"/>
          <ac:spMkLst>
            <pc:docMk/>
            <pc:sldMk cId="2172422867" sldId="263"/>
            <ac:spMk id="21" creationId="{2084DD6B-E433-7101-540C-C761D317500F}"/>
          </ac:spMkLst>
        </pc:spChg>
        <pc:spChg chg="add del mod">
          <ac:chgData name="Luca Longinotti" userId="4fe812bbf5e873c0" providerId="LiveId" clId="{ED5BFA4C-6A6C-4203-95DC-218005CAD3A0}" dt="2022-06-27T13:52:57.422" v="3485"/>
          <ac:spMkLst>
            <pc:docMk/>
            <pc:sldMk cId="2172422867" sldId="263"/>
            <ac:spMk id="22" creationId="{7DA57F11-B6F4-BCD1-F899-C7A4AE6E10C4}"/>
          </ac:spMkLst>
        </pc:spChg>
        <pc:spChg chg="add del mod">
          <ac:chgData name="Luca Longinotti" userId="4fe812bbf5e873c0" providerId="LiveId" clId="{ED5BFA4C-6A6C-4203-95DC-218005CAD3A0}" dt="2022-06-27T13:52:57.422" v="3485"/>
          <ac:spMkLst>
            <pc:docMk/>
            <pc:sldMk cId="2172422867" sldId="263"/>
            <ac:spMk id="24" creationId="{8A81E808-3148-A242-3AF0-DBBA6159C448}"/>
          </ac:spMkLst>
        </pc:spChg>
        <pc:spChg chg="add mod">
          <ac:chgData name="Luca Longinotti" userId="4fe812bbf5e873c0" providerId="LiveId" clId="{ED5BFA4C-6A6C-4203-95DC-218005CAD3A0}" dt="2022-06-28T12:52:18.974" v="5506" actId="2"/>
          <ac:spMkLst>
            <pc:docMk/>
            <pc:sldMk cId="2172422867" sldId="263"/>
            <ac:spMk id="26" creationId="{9BAE4DAB-C3F8-29EC-F670-294444F5BD99}"/>
          </ac:spMkLst>
        </pc:spChg>
        <pc:spChg chg="add del mod">
          <ac:chgData name="Luca Longinotti" userId="4fe812bbf5e873c0" providerId="LiveId" clId="{ED5BFA4C-6A6C-4203-95DC-218005CAD3A0}" dt="2022-06-27T13:54:04.155" v="3501" actId="478"/>
          <ac:spMkLst>
            <pc:docMk/>
            <pc:sldMk cId="2172422867" sldId="263"/>
            <ac:spMk id="27" creationId="{E26B6E59-750C-25B3-BEC8-E2EC5BA2207E}"/>
          </ac:spMkLst>
        </pc:spChg>
        <pc:spChg chg="add mod">
          <ac:chgData name="Luca Longinotti" userId="4fe812bbf5e873c0" providerId="LiveId" clId="{ED5BFA4C-6A6C-4203-95DC-218005CAD3A0}" dt="2022-06-28T10:01:36.847" v="5088" actId="1076"/>
          <ac:spMkLst>
            <pc:docMk/>
            <pc:sldMk cId="2172422867" sldId="263"/>
            <ac:spMk id="28" creationId="{6BDC3555-B42C-D6EB-FC62-E0D3C14611E0}"/>
          </ac:spMkLst>
        </pc:spChg>
        <pc:spChg chg="add mod">
          <ac:chgData name="Luca Longinotti" userId="4fe812bbf5e873c0" providerId="LiveId" clId="{ED5BFA4C-6A6C-4203-95DC-218005CAD3A0}" dt="2022-06-28T12:52:19.505" v="5507" actId="2"/>
          <ac:spMkLst>
            <pc:docMk/>
            <pc:sldMk cId="2172422867" sldId="263"/>
            <ac:spMk id="31" creationId="{21CD7A7B-483F-C123-61A3-41CE0C00C5F1}"/>
          </ac:spMkLst>
        </pc:spChg>
        <pc:spChg chg="add mod">
          <ac:chgData name="Luca Longinotti" userId="4fe812bbf5e873c0" providerId="LiveId" clId="{ED5BFA4C-6A6C-4203-95DC-218005CAD3A0}" dt="2022-06-28T12:52:24.708" v="5519" actId="2"/>
          <ac:spMkLst>
            <pc:docMk/>
            <pc:sldMk cId="2172422867" sldId="263"/>
            <ac:spMk id="32" creationId="{B9D7F3D4-4F40-FE37-2FF5-E0A34858BB8D}"/>
          </ac:spMkLst>
        </pc:spChg>
        <pc:spChg chg="add mod">
          <ac:chgData name="Luca Longinotti" userId="4fe812bbf5e873c0" providerId="LiveId" clId="{ED5BFA4C-6A6C-4203-95DC-218005CAD3A0}" dt="2022-06-28T12:52:26.129" v="5521" actId="2"/>
          <ac:spMkLst>
            <pc:docMk/>
            <pc:sldMk cId="2172422867" sldId="263"/>
            <ac:spMk id="33" creationId="{44CC7659-88D6-81C3-664D-8FC770667280}"/>
          </ac:spMkLst>
        </pc:spChg>
        <pc:spChg chg="add mod">
          <ac:chgData name="Luca Longinotti" userId="4fe812bbf5e873c0" providerId="LiveId" clId="{ED5BFA4C-6A6C-4203-95DC-218005CAD3A0}" dt="2022-06-28T12:52:27.025" v="5523" actId="2"/>
          <ac:spMkLst>
            <pc:docMk/>
            <pc:sldMk cId="2172422867" sldId="263"/>
            <ac:spMk id="34" creationId="{C19669C9-1139-930C-14CA-570E8A8CBB93}"/>
          </ac:spMkLst>
        </pc:spChg>
        <pc:spChg chg="add del mod">
          <ac:chgData name="Luca Longinotti" userId="4fe812bbf5e873c0" providerId="LiveId" clId="{ED5BFA4C-6A6C-4203-95DC-218005CAD3A0}" dt="2022-06-27T15:25:07.752" v="4069" actId="478"/>
          <ac:spMkLst>
            <pc:docMk/>
            <pc:sldMk cId="2172422867" sldId="263"/>
            <ac:spMk id="36" creationId="{64197B22-0F01-CFC8-EBF9-5CE66DC165A8}"/>
          </ac:spMkLst>
        </pc:spChg>
        <pc:spChg chg="add mod">
          <ac:chgData name="Luca Longinotti" userId="4fe812bbf5e873c0" providerId="LiveId" clId="{ED5BFA4C-6A6C-4203-95DC-218005CAD3A0}" dt="2022-06-28T10:01:41.519" v="5089" actId="1076"/>
          <ac:spMkLst>
            <pc:docMk/>
            <pc:sldMk cId="2172422867" sldId="263"/>
            <ac:spMk id="38" creationId="{C18A0A51-B88D-FA12-7DD2-9DE68823906E}"/>
          </ac:spMkLst>
        </pc:spChg>
        <pc:spChg chg="add mod">
          <ac:chgData name="Luca Longinotti" userId="4fe812bbf5e873c0" providerId="LiveId" clId="{ED5BFA4C-6A6C-4203-95DC-218005CAD3A0}" dt="2022-06-28T12:52:27.312" v="5524" actId="2"/>
          <ac:spMkLst>
            <pc:docMk/>
            <pc:sldMk cId="2172422867" sldId="263"/>
            <ac:spMk id="39" creationId="{C0131074-C816-6C9E-AC33-7D6B5839CBDE}"/>
          </ac:spMkLst>
        </pc:spChg>
        <pc:spChg chg="add mod">
          <ac:chgData name="Luca Longinotti" userId="4fe812bbf5e873c0" providerId="LiveId" clId="{ED5BFA4C-6A6C-4203-95DC-218005CAD3A0}" dt="2022-06-28T10:05:36.707" v="5170" actId="1076"/>
          <ac:spMkLst>
            <pc:docMk/>
            <pc:sldMk cId="2172422867" sldId="263"/>
            <ac:spMk id="41" creationId="{025FA95A-DA6C-C78A-AA8B-C9E1BBB264A9}"/>
          </ac:spMkLst>
        </pc:spChg>
        <pc:spChg chg="add mod">
          <ac:chgData name="Luca Longinotti" userId="4fe812bbf5e873c0" providerId="LiveId" clId="{ED5BFA4C-6A6C-4203-95DC-218005CAD3A0}" dt="2022-06-28T10:03:54.368" v="5114" actId="1076"/>
          <ac:spMkLst>
            <pc:docMk/>
            <pc:sldMk cId="2172422867" sldId="263"/>
            <ac:spMk id="42" creationId="{2B1CE6E2-B9FC-BE40-9FAA-51875F4EE4C2}"/>
          </ac:spMkLst>
        </pc:spChg>
        <pc:spChg chg="add mod">
          <ac:chgData name="Luca Longinotti" userId="4fe812bbf5e873c0" providerId="LiveId" clId="{ED5BFA4C-6A6C-4203-95DC-218005CAD3A0}" dt="2022-06-28T13:16:28.229" v="6244" actId="2"/>
          <ac:spMkLst>
            <pc:docMk/>
            <pc:sldMk cId="2172422867" sldId="263"/>
            <ac:spMk id="46" creationId="{4DEB5AC0-C99E-BA97-F980-CB2BEA2057EE}"/>
          </ac:spMkLst>
        </pc:spChg>
        <pc:spChg chg="add mod">
          <ac:chgData name="Luca Longinotti" userId="4fe812bbf5e873c0" providerId="LiveId" clId="{ED5BFA4C-6A6C-4203-95DC-218005CAD3A0}" dt="2022-06-28T13:16:28.406" v="6245" actId="2"/>
          <ac:spMkLst>
            <pc:docMk/>
            <pc:sldMk cId="2172422867" sldId="263"/>
            <ac:spMk id="47" creationId="{4D1FE5F5-7AB4-BEA2-A98F-9D1D5193A3B0}"/>
          </ac:spMkLst>
        </pc:spChg>
        <pc:spChg chg="add del mod">
          <ac:chgData name="Luca Longinotti" userId="4fe812bbf5e873c0" providerId="LiveId" clId="{ED5BFA4C-6A6C-4203-95DC-218005CAD3A0}" dt="2022-06-28T10:04:40.928" v="5125"/>
          <ac:spMkLst>
            <pc:docMk/>
            <pc:sldMk cId="2172422867" sldId="263"/>
            <ac:spMk id="58" creationId="{658675E0-06E8-1C11-F223-ABC40D852F9B}"/>
          </ac:spMkLst>
        </pc:spChg>
        <pc:spChg chg="add mod">
          <ac:chgData name="Luca Longinotti" userId="4fe812bbf5e873c0" providerId="LiveId" clId="{ED5BFA4C-6A6C-4203-95DC-218005CAD3A0}" dt="2022-06-28T12:52:29.389" v="5528" actId="2"/>
          <ac:spMkLst>
            <pc:docMk/>
            <pc:sldMk cId="2172422867" sldId="263"/>
            <ac:spMk id="59" creationId="{29FF162F-539B-70C5-7DAA-6B6BE0EA0DAC}"/>
          </ac:spMkLst>
        </pc:spChg>
        <pc:spChg chg="add mod">
          <ac:chgData name="Luca Longinotti" userId="4fe812bbf5e873c0" providerId="LiveId" clId="{ED5BFA4C-6A6C-4203-95DC-218005CAD3A0}" dt="2022-06-28T12:52:30.433" v="5530" actId="2"/>
          <ac:spMkLst>
            <pc:docMk/>
            <pc:sldMk cId="2172422867" sldId="263"/>
            <ac:spMk id="67" creationId="{984F5B60-4ED6-5021-8F48-B5BE821A5398}"/>
          </ac:spMkLst>
        </pc:spChg>
        <pc:spChg chg="add mod">
          <ac:chgData name="Luca Longinotti" userId="4fe812bbf5e873c0" providerId="LiveId" clId="{ED5BFA4C-6A6C-4203-95DC-218005CAD3A0}" dt="2022-06-28T10:11:13.216" v="5256" actId="1076"/>
          <ac:spMkLst>
            <pc:docMk/>
            <pc:sldMk cId="2172422867" sldId="263"/>
            <ac:spMk id="81" creationId="{05719B57-E2D0-BA5A-EC25-918399F22592}"/>
          </ac:spMkLst>
        </pc:spChg>
        <pc:spChg chg="add del mod">
          <ac:chgData name="Luca Longinotti" userId="4fe812bbf5e873c0" providerId="LiveId" clId="{ED5BFA4C-6A6C-4203-95DC-218005CAD3A0}" dt="2022-06-27T14:10:09.948" v="3744" actId="478"/>
          <ac:spMkLst>
            <pc:docMk/>
            <pc:sldMk cId="2172422867" sldId="263"/>
            <ac:spMk id="88" creationId="{5FC00E2A-7B8B-0BC5-4D77-03D2D3D7AC8F}"/>
          </ac:spMkLst>
        </pc:spChg>
        <pc:spChg chg="add del mod">
          <ac:chgData name="Luca Longinotti" userId="4fe812bbf5e873c0" providerId="LiveId" clId="{ED5BFA4C-6A6C-4203-95DC-218005CAD3A0}" dt="2022-06-27T14:10:54.367" v="3748" actId="478"/>
          <ac:spMkLst>
            <pc:docMk/>
            <pc:sldMk cId="2172422867" sldId="263"/>
            <ac:spMk id="89" creationId="{96A8A724-4238-D793-E474-D998F65BADA2}"/>
          </ac:spMkLst>
        </pc:spChg>
        <pc:spChg chg="add del mod">
          <ac:chgData name="Luca Longinotti" userId="4fe812bbf5e873c0" providerId="LiveId" clId="{ED5BFA4C-6A6C-4203-95DC-218005CAD3A0}" dt="2022-06-27T14:10:55.667" v="3749" actId="478"/>
          <ac:spMkLst>
            <pc:docMk/>
            <pc:sldMk cId="2172422867" sldId="263"/>
            <ac:spMk id="90" creationId="{8BAD1670-165B-82E7-C653-08C0A3BBF761}"/>
          </ac:spMkLst>
        </pc:spChg>
        <pc:spChg chg="add del mod">
          <ac:chgData name="Luca Longinotti" userId="4fe812bbf5e873c0" providerId="LiveId" clId="{ED5BFA4C-6A6C-4203-95DC-218005CAD3A0}" dt="2022-06-28T10:07:30.546" v="5201" actId="478"/>
          <ac:spMkLst>
            <pc:docMk/>
            <pc:sldMk cId="2172422867" sldId="263"/>
            <ac:spMk id="91" creationId="{C19EC7FE-3BDA-B5B9-B28A-76D4AE65F2FA}"/>
          </ac:spMkLst>
        </pc:spChg>
        <pc:spChg chg="add del mod">
          <ac:chgData name="Luca Longinotti" userId="4fe812bbf5e873c0" providerId="LiveId" clId="{ED5BFA4C-6A6C-4203-95DC-218005CAD3A0}" dt="2022-06-28T10:07:20.517" v="5198" actId="478"/>
          <ac:spMkLst>
            <pc:docMk/>
            <pc:sldMk cId="2172422867" sldId="263"/>
            <ac:spMk id="92" creationId="{33BA36C1-9B12-66D3-41DC-2BDA95B8C79A}"/>
          </ac:spMkLst>
        </pc:spChg>
        <pc:spChg chg="add del mod">
          <ac:chgData name="Luca Longinotti" userId="4fe812bbf5e873c0" providerId="LiveId" clId="{ED5BFA4C-6A6C-4203-95DC-218005CAD3A0}" dt="2022-06-28T10:07:21.969" v="5199" actId="478"/>
          <ac:spMkLst>
            <pc:docMk/>
            <pc:sldMk cId="2172422867" sldId="263"/>
            <ac:spMk id="93" creationId="{20E40325-EF2C-6852-A8BB-44DD3643D228}"/>
          </ac:spMkLst>
        </pc:spChg>
        <pc:spChg chg="add mod">
          <ac:chgData name="Luca Longinotti" userId="4fe812bbf5e873c0" providerId="LiveId" clId="{ED5BFA4C-6A6C-4203-95DC-218005CAD3A0}" dt="2022-06-28T13:02:41.180" v="5830" actId="20577"/>
          <ac:spMkLst>
            <pc:docMk/>
            <pc:sldMk cId="2172422867" sldId="263"/>
            <ac:spMk id="94" creationId="{601476CA-101A-A213-DE00-0EC59CF9DA64}"/>
          </ac:spMkLst>
        </pc:spChg>
        <pc:spChg chg="add del mod">
          <ac:chgData name="Luca Longinotti" userId="4fe812bbf5e873c0" providerId="LiveId" clId="{ED5BFA4C-6A6C-4203-95DC-218005CAD3A0}" dt="2022-06-27T15:25:03.967" v="4066" actId="478"/>
          <ac:spMkLst>
            <pc:docMk/>
            <pc:sldMk cId="2172422867" sldId="263"/>
            <ac:spMk id="96" creationId="{7536ECE7-4C07-23A7-3D80-EC7393E219DE}"/>
          </ac:spMkLst>
        </pc:spChg>
        <pc:spChg chg="add mod">
          <ac:chgData name="Luca Longinotti" userId="4fe812bbf5e873c0" providerId="LiveId" clId="{ED5BFA4C-6A6C-4203-95DC-218005CAD3A0}" dt="2022-06-28T10:02:30.430" v="5099" actId="1076"/>
          <ac:spMkLst>
            <pc:docMk/>
            <pc:sldMk cId="2172422867" sldId="263"/>
            <ac:spMk id="99" creationId="{BFDD7098-4345-D957-8070-74D22E85A5DA}"/>
          </ac:spMkLst>
        </pc:spChg>
        <pc:spChg chg="add mod">
          <ac:chgData name="Luca Longinotti" userId="4fe812bbf5e873c0" providerId="LiveId" clId="{ED5BFA4C-6A6C-4203-95DC-218005CAD3A0}" dt="2022-06-28T10:03:23.949" v="5110" actId="1076"/>
          <ac:spMkLst>
            <pc:docMk/>
            <pc:sldMk cId="2172422867" sldId="263"/>
            <ac:spMk id="100" creationId="{A501C4E0-1363-D75E-B315-FE702511471E}"/>
          </ac:spMkLst>
        </pc:spChg>
        <pc:spChg chg="add mod">
          <ac:chgData name="Luca Longinotti" userId="4fe812bbf5e873c0" providerId="LiveId" clId="{ED5BFA4C-6A6C-4203-95DC-218005CAD3A0}" dt="2022-06-28T10:03:32.168" v="5112" actId="1076"/>
          <ac:spMkLst>
            <pc:docMk/>
            <pc:sldMk cId="2172422867" sldId="263"/>
            <ac:spMk id="108" creationId="{BA5E4E60-9B62-2DED-FB27-9D8602482633}"/>
          </ac:spMkLst>
        </pc:spChg>
        <pc:spChg chg="add mod">
          <ac:chgData name="Luca Longinotti" userId="4fe812bbf5e873c0" providerId="LiveId" clId="{ED5BFA4C-6A6C-4203-95DC-218005CAD3A0}" dt="2022-06-28T12:52:28.638" v="5526" actId="2"/>
          <ac:spMkLst>
            <pc:docMk/>
            <pc:sldMk cId="2172422867" sldId="263"/>
            <ac:spMk id="109" creationId="{2483671A-C8DC-E32F-2BCD-F77BD0D5E205}"/>
          </ac:spMkLst>
        </pc:spChg>
        <pc:spChg chg="add mod">
          <ac:chgData name="Luca Longinotti" userId="4fe812bbf5e873c0" providerId="LiveId" clId="{ED5BFA4C-6A6C-4203-95DC-218005CAD3A0}" dt="2022-06-27T14:17:48.525" v="3935" actId="1076"/>
          <ac:spMkLst>
            <pc:docMk/>
            <pc:sldMk cId="2172422867" sldId="263"/>
            <ac:spMk id="110" creationId="{F88C0BD5-F74C-BEC1-30BA-A832727FFE80}"/>
          </ac:spMkLst>
        </pc:spChg>
        <pc:spChg chg="add mod">
          <ac:chgData name="Luca Longinotti" userId="4fe812bbf5e873c0" providerId="LiveId" clId="{ED5BFA4C-6A6C-4203-95DC-218005CAD3A0}" dt="2022-06-27T14:19:40.424" v="3962" actId="1076"/>
          <ac:spMkLst>
            <pc:docMk/>
            <pc:sldMk cId="2172422867" sldId="263"/>
            <ac:spMk id="111" creationId="{0C15D2E5-2F1C-A863-9860-CA78F3C02633}"/>
          </ac:spMkLst>
        </pc:spChg>
        <pc:spChg chg="add del mod">
          <ac:chgData name="Luca Longinotti" userId="4fe812bbf5e873c0" providerId="LiveId" clId="{ED5BFA4C-6A6C-4203-95DC-218005CAD3A0}" dt="2022-06-27T14:19:41.930" v="3963" actId="478"/>
          <ac:spMkLst>
            <pc:docMk/>
            <pc:sldMk cId="2172422867" sldId="263"/>
            <ac:spMk id="118" creationId="{864A3BF7-5F00-C4DF-8117-6B61A0CB5D62}"/>
          </ac:spMkLst>
        </pc:spChg>
        <pc:spChg chg="add mod">
          <ac:chgData name="Luca Longinotti" userId="4fe812bbf5e873c0" providerId="LiveId" clId="{ED5BFA4C-6A6C-4203-95DC-218005CAD3A0}" dt="2022-06-27T14:18:44.004" v="3951" actId="1076"/>
          <ac:spMkLst>
            <pc:docMk/>
            <pc:sldMk cId="2172422867" sldId="263"/>
            <ac:spMk id="119" creationId="{C452297D-6D14-FE97-63B3-A1C065A99501}"/>
          </ac:spMkLst>
        </pc:spChg>
        <pc:spChg chg="add del mod">
          <ac:chgData name="Luca Longinotti" userId="4fe812bbf5e873c0" providerId="LiveId" clId="{ED5BFA4C-6A6C-4203-95DC-218005CAD3A0}" dt="2022-06-27T14:18:40.487" v="3950"/>
          <ac:spMkLst>
            <pc:docMk/>
            <pc:sldMk cId="2172422867" sldId="263"/>
            <ac:spMk id="120" creationId="{EAA138C9-E46C-3872-1CA3-FF4FE5EEA0AD}"/>
          </ac:spMkLst>
        </pc:spChg>
        <pc:spChg chg="add mod">
          <ac:chgData name="Luca Longinotti" userId="4fe812bbf5e873c0" providerId="LiveId" clId="{ED5BFA4C-6A6C-4203-95DC-218005CAD3A0}" dt="2022-06-28T10:02:39.720" v="5101" actId="1076"/>
          <ac:spMkLst>
            <pc:docMk/>
            <pc:sldMk cId="2172422867" sldId="263"/>
            <ac:spMk id="137" creationId="{2F1D90FB-ED91-1AE3-6934-6F91D72DEFB1}"/>
          </ac:spMkLst>
        </pc:spChg>
        <pc:cxnChg chg="add del mod">
          <ac:chgData name="Luca Longinotti" userId="4fe812bbf5e873c0" providerId="LiveId" clId="{ED5BFA4C-6A6C-4203-95DC-218005CAD3A0}" dt="2022-06-27T13:52:57.422" v="3485"/>
          <ac:cxnSpMkLst>
            <pc:docMk/>
            <pc:sldMk cId="2172422867" sldId="263"/>
            <ac:cxnSpMk id="8" creationId="{B04F7BE3-37B4-592B-5638-A5A296876F08}"/>
          </ac:cxnSpMkLst>
        </pc:cxnChg>
        <pc:cxnChg chg="add del mod">
          <ac:chgData name="Luca Longinotti" userId="4fe812bbf5e873c0" providerId="LiveId" clId="{ED5BFA4C-6A6C-4203-95DC-218005CAD3A0}" dt="2022-06-27T13:52:57.422" v="3485"/>
          <ac:cxnSpMkLst>
            <pc:docMk/>
            <pc:sldMk cId="2172422867" sldId="263"/>
            <ac:cxnSpMk id="10" creationId="{93AAF6EB-042F-110A-DD0E-CF0ADD47CF3B}"/>
          </ac:cxnSpMkLst>
        </pc:cxnChg>
        <pc:cxnChg chg="add del mod">
          <ac:chgData name="Luca Longinotti" userId="4fe812bbf5e873c0" providerId="LiveId" clId="{ED5BFA4C-6A6C-4203-95DC-218005CAD3A0}" dt="2022-06-27T13:52:57.422" v="3485"/>
          <ac:cxnSpMkLst>
            <pc:docMk/>
            <pc:sldMk cId="2172422867" sldId="263"/>
            <ac:cxnSpMk id="13" creationId="{E88A0134-034A-3B6C-6F8B-4170D2A1E1FE}"/>
          </ac:cxnSpMkLst>
        </pc:cxnChg>
        <pc:cxnChg chg="add del mod">
          <ac:chgData name="Luca Longinotti" userId="4fe812bbf5e873c0" providerId="LiveId" clId="{ED5BFA4C-6A6C-4203-95DC-218005CAD3A0}" dt="2022-06-27T13:52:57.422" v="3485"/>
          <ac:cxnSpMkLst>
            <pc:docMk/>
            <pc:sldMk cId="2172422867" sldId="263"/>
            <ac:cxnSpMk id="15" creationId="{4D14487E-1CE4-171D-B34F-F69E97B03D13}"/>
          </ac:cxnSpMkLst>
        </pc:cxnChg>
        <pc:cxnChg chg="add del mod">
          <ac:chgData name="Luca Longinotti" userId="4fe812bbf5e873c0" providerId="LiveId" clId="{ED5BFA4C-6A6C-4203-95DC-218005CAD3A0}" dt="2022-06-27T13:52:57.422" v="3485"/>
          <ac:cxnSpMkLst>
            <pc:docMk/>
            <pc:sldMk cId="2172422867" sldId="263"/>
            <ac:cxnSpMk id="19" creationId="{C9F05E37-06A6-3676-2A66-237FB057FDD0}"/>
          </ac:cxnSpMkLst>
        </pc:cxnChg>
        <pc:cxnChg chg="add del mod">
          <ac:chgData name="Luca Longinotti" userId="4fe812bbf5e873c0" providerId="LiveId" clId="{ED5BFA4C-6A6C-4203-95DC-218005CAD3A0}" dt="2022-06-27T13:52:57.422" v="3485"/>
          <ac:cxnSpMkLst>
            <pc:docMk/>
            <pc:sldMk cId="2172422867" sldId="263"/>
            <ac:cxnSpMk id="23" creationId="{DF938E46-7472-8184-2EAD-931B3F7C065A}"/>
          </ac:cxnSpMkLst>
        </pc:cxnChg>
        <pc:cxnChg chg="add mod">
          <ac:chgData name="Luca Longinotti" userId="4fe812bbf5e873c0" providerId="LiveId" clId="{ED5BFA4C-6A6C-4203-95DC-218005CAD3A0}" dt="2022-06-28T10:02:44.969" v="5102" actId="14100"/>
          <ac:cxnSpMkLst>
            <pc:docMk/>
            <pc:sldMk cId="2172422867" sldId="263"/>
            <ac:cxnSpMk id="29" creationId="{EABE5E7E-438C-66D1-AB10-A7A4F1E0D1C4}"/>
          </ac:cxnSpMkLst>
        </pc:cxnChg>
        <pc:cxnChg chg="add mod">
          <ac:chgData name="Luca Longinotti" userId="4fe812bbf5e873c0" providerId="LiveId" clId="{ED5BFA4C-6A6C-4203-95DC-218005CAD3A0}" dt="2022-06-28T10:10:54.562" v="5252" actId="1076"/>
          <ac:cxnSpMkLst>
            <pc:docMk/>
            <pc:sldMk cId="2172422867" sldId="263"/>
            <ac:cxnSpMk id="30" creationId="{2507136D-59CA-5E2F-9A50-F17C1DAFCF8D}"/>
          </ac:cxnSpMkLst>
        </pc:cxnChg>
        <pc:cxnChg chg="add del mod">
          <ac:chgData name="Luca Longinotti" userId="4fe812bbf5e873c0" providerId="LiveId" clId="{ED5BFA4C-6A6C-4203-95DC-218005CAD3A0}" dt="2022-06-27T15:25:08.361" v="4070" actId="478"/>
          <ac:cxnSpMkLst>
            <pc:docMk/>
            <pc:sldMk cId="2172422867" sldId="263"/>
            <ac:cxnSpMk id="35" creationId="{DDBF4D2A-11CB-AE6F-50C0-5127551E142F}"/>
          </ac:cxnSpMkLst>
        </pc:cxnChg>
        <pc:cxnChg chg="add mod">
          <ac:chgData name="Luca Longinotti" userId="4fe812bbf5e873c0" providerId="LiveId" clId="{ED5BFA4C-6A6C-4203-95DC-218005CAD3A0}" dt="2022-06-28T10:01:43.552" v="5090" actId="1076"/>
          <ac:cxnSpMkLst>
            <pc:docMk/>
            <pc:sldMk cId="2172422867" sldId="263"/>
            <ac:cxnSpMk id="37" creationId="{A6584C22-C8CD-C135-898A-9B4762984FE8}"/>
          </ac:cxnSpMkLst>
        </pc:cxnChg>
        <pc:cxnChg chg="add del mod">
          <ac:chgData name="Luca Longinotti" userId="4fe812bbf5e873c0" providerId="LiveId" clId="{ED5BFA4C-6A6C-4203-95DC-218005CAD3A0}" dt="2022-06-27T14:08:09.870" v="3719" actId="478"/>
          <ac:cxnSpMkLst>
            <pc:docMk/>
            <pc:sldMk cId="2172422867" sldId="263"/>
            <ac:cxnSpMk id="40" creationId="{F9DA04C2-D00B-410D-D84B-1EBD3DC46F99}"/>
          </ac:cxnSpMkLst>
        </pc:cxnChg>
        <pc:cxnChg chg="add del mod">
          <ac:chgData name="Luca Longinotti" userId="4fe812bbf5e873c0" providerId="LiveId" clId="{ED5BFA4C-6A6C-4203-95DC-218005CAD3A0}" dt="2022-06-27T14:06:18.313" v="3699" actId="478"/>
          <ac:cxnSpMkLst>
            <pc:docMk/>
            <pc:sldMk cId="2172422867" sldId="263"/>
            <ac:cxnSpMk id="43" creationId="{107741EB-12B1-4EAA-DA8A-A44D896AB5E9}"/>
          </ac:cxnSpMkLst>
        </pc:cxnChg>
        <pc:cxnChg chg="add del mod">
          <ac:chgData name="Luca Longinotti" userId="4fe812bbf5e873c0" providerId="LiveId" clId="{ED5BFA4C-6A6C-4203-95DC-218005CAD3A0}" dt="2022-06-27T14:03:14.616" v="3659" actId="478"/>
          <ac:cxnSpMkLst>
            <pc:docMk/>
            <pc:sldMk cId="2172422867" sldId="263"/>
            <ac:cxnSpMk id="44" creationId="{00C4A581-D6BD-EF71-F12D-0FDEC7110F9C}"/>
          </ac:cxnSpMkLst>
        </pc:cxnChg>
        <pc:cxnChg chg="add del">
          <ac:chgData name="Luca Longinotti" userId="4fe812bbf5e873c0" providerId="LiveId" clId="{ED5BFA4C-6A6C-4203-95DC-218005CAD3A0}" dt="2022-06-28T10:08:33.762" v="5211" actId="478"/>
          <ac:cxnSpMkLst>
            <pc:docMk/>
            <pc:sldMk cId="2172422867" sldId="263"/>
            <ac:cxnSpMk id="45" creationId="{6522E2ED-BC69-D7D8-E1EC-07957C6C1843}"/>
          </ac:cxnSpMkLst>
        </pc:cxnChg>
        <pc:cxnChg chg="add del mod">
          <ac:chgData name="Luca Longinotti" userId="4fe812bbf5e873c0" providerId="LiveId" clId="{ED5BFA4C-6A6C-4203-95DC-218005CAD3A0}" dt="2022-06-27T14:03:13.697" v="3658" actId="478"/>
          <ac:cxnSpMkLst>
            <pc:docMk/>
            <pc:sldMk cId="2172422867" sldId="263"/>
            <ac:cxnSpMk id="45" creationId="{F97D9DE0-A2B0-DA09-26A1-0F99D296DC6C}"/>
          </ac:cxnSpMkLst>
        </pc:cxnChg>
        <pc:cxnChg chg="add mod">
          <ac:chgData name="Luca Longinotti" userId="4fe812bbf5e873c0" providerId="LiveId" clId="{ED5BFA4C-6A6C-4203-95DC-218005CAD3A0}" dt="2022-06-28T10:11:06.005" v="5255" actId="1076"/>
          <ac:cxnSpMkLst>
            <pc:docMk/>
            <pc:sldMk cId="2172422867" sldId="263"/>
            <ac:cxnSpMk id="49" creationId="{AC9CA020-3D64-CB3B-A93D-875B8810D190}"/>
          </ac:cxnSpMkLst>
        </pc:cxnChg>
        <pc:cxnChg chg="add del mod">
          <ac:chgData name="Luca Longinotti" userId="4fe812bbf5e873c0" providerId="LiveId" clId="{ED5BFA4C-6A6C-4203-95DC-218005CAD3A0}" dt="2022-06-27T14:05:32.635" v="3692" actId="478"/>
          <ac:cxnSpMkLst>
            <pc:docMk/>
            <pc:sldMk cId="2172422867" sldId="263"/>
            <ac:cxnSpMk id="53" creationId="{72BB5BFE-2986-305D-5689-E7F088584F11}"/>
          </ac:cxnSpMkLst>
        </pc:cxnChg>
        <pc:cxnChg chg="add del mod">
          <ac:chgData name="Luca Longinotti" userId="4fe812bbf5e873c0" providerId="LiveId" clId="{ED5BFA4C-6A6C-4203-95DC-218005CAD3A0}" dt="2022-06-27T14:05:35.010" v="3693" actId="478"/>
          <ac:cxnSpMkLst>
            <pc:docMk/>
            <pc:sldMk cId="2172422867" sldId="263"/>
            <ac:cxnSpMk id="57" creationId="{CAEEC19D-23CC-0E50-C12E-FFF327E5C98F}"/>
          </ac:cxnSpMkLst>
        </pc:cxnChg>
        <pc:cxnChg chg="add del mod">
          <ac:chgData name="Luca Longinotti" userId="4fe812bbf5e873c0" providerId="LiveId" clId="{ED5BFA4C-6A6C-4203-95DC-218005CAD3A0}" dt="2022-06-27T14:05:49.040" v="3696" actId="478"/>
          <ac:cxnSpMkLst>
            <pc:docMk/>
            <pc:sldMk cId="2172422867" sldId="263"/>
            <ac:cxnSpMk id="63" creationId="{CB1B5631-D445-DE09-B73A-65695800EB30}"/>
          </ac:cxnSpMkLst>
        </pc:cxnChg>
        <pc:cxnChg chg="add del mod">
          <ac:chgData name="Luca Longinotti" userId="4fe812bbf5e873c0" providerId="LiveId" clId="{ED5BFA4C-6A6C-4203-95DC-218005CAD3A0}" dt="2022-06-28T10:08:15.089" v="5208" actId="478"/>
          <ac:cxnSpMkLst>
            <pc:docMk/>
            <pc:sldMk cId="2172422867" sldId="263"/>
            <ac:cxnSpMk id="66" creationId="{D0A71101-B713-FE2F-9D28-9898D2FE188F}"/>
          </ac:cxnSpMkLst>
        </pc:cxnChg>
        <pc:cxnChg chg="add del mod">
          <ac:chgData name="Luca Longinotti" userId="4fe812bbf5e873c0" providerId="LiveId" clId="{ED5BFA4C-6A6C-4203-95DC-218005CAD3A0}" dt="2022-06-27T14:06:49.391" v="3703" actId="478"/>
          <ac:cxnSpMkLst>
            <pc:docMk/>
            <pc:sldMk cId="2172422867" sldId="263"/>
            <ac:cxnSpMk id="68" creationId="{F6D76762-9FB4-7BED-C2C9-002A3B89310C}"/>
          </ac:cxnSpMkLst>
        </pc:cxnChg>
        <pc:cxnChg chg="add del mod">
          <ac:chgData name="Luca Longinotti" userId="4fe812bbf5e873c0" providerId="LiveId" clId="{ED5BFA4C-6A6C-4203-95DC-218005CAD3A0}" dt="2022-06-27T14:07:22.579" v="3708" actId="478"/>
          <ac:cxnSpMkLst>
            <pc:docMk/>
            <pc:sldMk cId="2172422867" sldId="263"/>
            <ac:cxnSpMk id="71" creationId="{A4D920E4-29A9-2378-26D5-3CC619AF1536}"/>
          </ac:cxnSpMkLst>
        </pc:cxnChg>
        <pc:cxnChg chg="add del mod">
          <ac:chgData name="Luca Longinotti" userId="4fe812bbf5e873c0" providerId="LiveId" clId="{ED5BFA4C-6A6C-4203-95DC-218005CAD3A0}" dt="2022-06-27T14:07:34.061" v="3710" actId="478"/>
          <ac:cxnSpMkLst>
            <pc:docMk/>
            <pc:sldMk cId="2172422867" sldId="263"/>
            <ac:cxnSpMk id="75" creationId="{299CBB8E-7EC1-0444-1B95-2407FB2BFADF}"/>
          </ac:cxnSpMkLst>
        </pc:cxnChg>
        <pc:cxnChg chg="add mod">
          <ac:chgData name="Luca Longinotti" userId="4fe812bbf5e873c0" providerId="LiveId" clId="{ED5BFA4C-6A6C-4203-95DC-218005CAD3A0}" dt="2022-06-28T10:11:37.831" v="5260" actId="14100"/>
          <ac:cxnSpMkLst>
            <pc:docMk/>
            <pc:sldMk cId="2172422867" sldId="263"/>
            <ac:cxnSpMk id="77" creationId="{2FA99D32-3EAD-F24C-1885-D20CFAA68563}"/>
          </ac:cxnSpMkLst>
        </pc:cxnChg>
        <pc:cxnChg chg="add mod">
          <ac:chgData name="Luca Longinotti" userId="4fe812bbf5e873c0" providerId="LiveId" clId="{ED5BFA4C-6A6C-4203-95DC-218005CAD3A0}" dt="2022-06-28T10:11:02.735" v="5254" actId="1076"/>
          <ac:cxnSpMkLst>
            <pc:docMk/>
            <pc:sldMk cId="2172422867" sldId="263"/>
            <ac:cxnSpMk id="79" creationId="{58E7E540-0033-4ED4-31DD-E936C4B4DC06}"/>
          </ac:cxnSpMkLst>
        </pc:cxnChg>
        <pc:cxnChg chg="add del">
          <ac:chgData name="Luca Longinotti" userId="4fe812bbf5e873c0" providerId="LiveId" clId="{ED5BFA4C-6A6C-4203-95DC-218005CAD3A0}" dt="2022-06-27T14:08:17.172" v="3721" actId="478"/>
          <ac:cxnSpMkLst>
            <pc:docMk/>
            <pc:sldMk cId="2172422867" sldId="263"/>
            <ac:cxnSpMk id="81" creationId="{1FDE817A-CE60-8EA7-6243-710D2CE0E472}"/>
          </ac:cxnSpMkLst>
        </pc:cxnChg>
        <pc:cxnChg chg="add mod">
          <ac:chgData name="Luca Longinotti" userId="4fe812bbf5e873c0" providerId="LiveId" clId="{ED5BFA4C-6A6C-4203-95DC-218005CAD3A0}" dt="2022-06-28T10:11:18.764" v="5257" actId="14100"/>
          <ac:cxnSpMkLst>
            <pc:docMk/>
            <pc:sldMk cId="2172422867" sldId="263"/>
            <ac:cxnSpMk id="83" creationId="{B8E2FC63-C593-7CAD-58D1-7A2988C36BCD}"/>
          </ac:cxnSpMkLst>
        </pc:cxnChg>
        <pc:cxnChg chg="add del mod">
          <ac:chgData name="Luca Longinotti" userId="4fe812bbf5e873c0" providerId="LiveId" clId="{ED5BFA4C-6A6C-4203-95DC-218005CAD3A0}" dt="2022-06-27T14:08:30.795" v="3724" actId="478"/>
          <ac:cxnSpMkLst>
            <pc:docMk/>
            <pc:sldMk cId="2172422867" sldId="263"/>
            <ac:cxnSpMk id="85" creationId="{5432E1CD-27A2-47E3-08BE-77E19BC1049E}"/>
          </ac:cxnSpMkLst>
        </pc:cxnChg>
        <pc:cxnChg chg="add mod">
          <ac:chgData name="Luca Longinotti" userId="4fe812bbf5e873c0" providerId="LiveId" clId="{ED5BFA4C-6A6C-4203-95DC-218005CAD3A0}" dt="2022-06-28T10:11:06.005" v="5255" actId="1076"/>
          <ac:cxnSpMkLst>
            <pc:docMk/>
            <pc:sldMk cId="2172422867" sldId="263"/>
            <ac:cxnSpMk id="87" creationId="{6C294FEE-52F0-079D-0663-792CCC378C29}"/>
          </ac:cxnSpMkLst>
        </pc:cxnChg>
        <pc:cxnChg chg="add del mod">
          <ac:chgData name="Luca Longinotti" userId="4fe812bbf5e873c0" providerId="LiveId" clId="{ED5BFA4C-6A6C-4203-95DC-218005CAD3A0}" dt="2022-06-27T15:25:05.057" v="4067" actId="478"/>
          <ac:cxnSpMkLst>
            <pc:docMk/>
            <pc:sldMk cId="2172422867" sldId="263"/>
            <ac:cxnSpMk id="95" creationId="{B8E93CC2-5781-4CFE-0CC0-434A6F25EBEB}"/>
          </ac:cxnSpMkLst>
        </pc:cxnChg>
        <pc:cxnChg chg="add mod">
          <ac:chgData name="Luca Longinotti" userId="4fe812bbf5e873c0" providerId="LiveId" clId="{ED5BFA4C-6A6C-4203-95DC-218005CAD3A0}" dt="2022-06-28T10:03:27.916" v="5111" actId="14100"/>
          <ac:cxnSpMkLst>
            <pc:docMk/>
            <pc:sldMk cId="2172422867" sldId="263"/>
            <ac:cxnSpMk id="102" creationId="{856A1DF9-2266-55C7-99CF-EEE2C50E623F}"/>
          </ac:cxnSpMkLst>
        </pc:cxnChg>
        <pc:cxnChg chg="add del mod">
          <ac:chgData name="Luca Longinotti" userId="4fe812bbf5e873c0" providerId="LiveId" clId="{ED5BFA4C-6A6C-4203-95DC-218005CAD3A0}" dt="2022-06-27T14:13:57.840" v="3861" actId="478"/>
          <ac:cxnSpMkLst>
            <pc:docMk/>
            <pc:sldMk cId="2172422867" sldId="263"/>
            <ac:cxnSpMk id="104" creationId="{ADB0BA7A-7B67-4E71-9BB4-3BBCD05D1F8A}"/>
          </ac:cxnSpMkLst>
        </pc:cxnChg>
        <pc:cxnChg chg="add mod">
          <ac:chgData name="Luca Longinotti" userId="4fe812bbf5e873c0" providerId="LiveId" clId="{ED5BFA4C-6A6C-4203-95DC-218005CAD3A0}" dt="2022-06-28T10:02:36.375" v="5100" actId="14100"/>
          <ac:cxnSpMkLst>
            <pc:docMk/>
            <pc:sldMk cId="2172422867" sldId="263"/>
            <ac:cxnSpMk id="107" creationId="{9B654340-F4E6-84B7-E2C5-EA6DD300524A}"/>
          </ac:cxnSpMkLst>
        </pc:cxnChg>
        <pc:cxnChg chg="add del mod">
          <ac:chgData name="Luca Longinotti" userId="4fe812bbf5e873c0" providerId="LiveId" clId="{ED5BFA4C-6A6C-4203-95DC-218005CAD3A0}" dt="2022-06-27T14:18:12.265" v="3939" actId="478"/>
          <ac:cxnSpMkLst>
            <pc:docMk/>
            <pc:sldMk cId="2172422867" sldId="263"/>
            <ac:cxnSpMk id="113" creationId="{587ACA40-745B-B4FF-511E-B6237B39D24D}"/>
          </ac:cxnSpMkLst>
        </pc:cxnChg>
        <pc:cxnChg chg="add mod">
          <ac:chgData name="Luca Longinotti" userId="4fe812bbf5e873c0" providerId="LiveId" clId="{ED5BFA4C-6A6C-4203-95DC-218005CAD3A0}" dt="2022-06-27T16:54:50.141" v="4853" actId="108"/>
          <ac:cxnSpMkLst>
            <pc:docMk/>
            <pc:sldMk cId="2172422867" sldId="263"/>
            <ac:cxnSpMk id="115" creationId="{66390369-344A-D19F-8001-40A19C4197CC}"/>
          </ac:cxnSpMkLst>
        </pc:cxnChg>
        <pc:cxnChg chg="add del mod">
          <ac:chgData name="Luca Longinotti" userId="4fe812bbf5e873c0" providerId="LiveId" clId="{ED5BFA4C-6A6C-4203-95DC-218005CAD3A0}" dt="2022-06-27T14:18:31.501" v="3942" actId="11529"/>
          <ac:cxnSpMkLst>
            <pc:docMk/>
            <pc:sldMk cId="2172422867" sldId="263"/>
            <ac:cxnSpMk id="117" creationId="{34440A0A-C45A-5A6E-E57F-7DAA360F0966}"/>
          </ac:cxnSpMkLst>
        </pc:cxnChg>
        <pc:cxnChg chg="add mod">
          <ac:chgData name="Luca Longinotti" userId="4fe812bbf5e873c0" providerId="LiveId" clId="{ED5BFA4C-6A6C-4203-95DC-218005CAD3A0}" dt="2022-06-27T16:54:41.567" v="4851" actId="108"/>
          <ac:cxnSpMkLst>
            <pc:docMk/>
            <pc:sldMk cId="2172422867" sldId="263"/>
            <ac:cxnSpMk id="122" creationId="{A23333C7-A20A-EF88-EFE9-804C9E8865E1}"/>
          </ac:cxnSpMkLst>
        </pc:cxnChg>
        <pc:cxnChg chg="add del mod">
          <ac:chgData name="Luca Longinotti" userId="4fe812bbf5e873c0" providerId="LiveId" clId="{ED5BFA4C-6A6C-4203-95DC-218005CAD3A0}" dt="2022-06-27T14:19:56.831" v="3967" actId="478"/>
          <ac:cxnSpMkLst>
            <pc:docMk/>
            <pc:sldMk cId="2172422867" sldId="263"/>
            <ac:cxnSpMk id="131" creationId="{6F752085-E04B-9A04-F6EC-C080D827F33C}"/>
          </ac:cxnSpMkLst>
        </pc:cxnChg>
        <pc:cxnChg chg="add mod">
          <ac:chgData name="Luca Longinotti" userId="4fe812bbf5e873c0" providerId="LiveId" clId="{ED5BFA4C-6A6C-4203-95DC-218005CAD3A0}" dt="2022-06-27T16:54:45.653" v="4852" actId="108"/>
          <ac:cxnSpMkLst>
            <pc:docMk/>
            <pc:sldMk cId="2172422867" sldId="263"/>
            <ac:cxnSpMk id="135" creationId="{27EDDAC1-911A-0244-37F9-08A73515A9FD}"/>
          </ac:cxnSpMkLst>
        </pc:cxnChg>
      </pc:sldChg>
      <pc:sldChg chg="addSp modSp add mod">
        <pc:chgData name="Luca Longinotti" userId="4fe812bbf5e873c0" providerId="LiveId" clId="{ED5BFA4C-6A6C-4203-95DC-218005CAD3A0}" dt="2022-06-28T12:53:06.565" v="5653" actId="2"/>
        <pc:sldMkLst>
          <pc:docMk/>
          <pc:sldMk cId="1055022609" sldId="264"/>
        </pc:sldMkLst>
        <pc:spChg chg="mod">
          <ac:chgData name="Luca Longinotti" userId="4fe812bbf5e873c0" providerId="LiveId" clId="{ED5BFA4C-6A6C-4203-95DC-218005CAD3A0}" dt="2022-06-25T20:20:23.549" v="2484" actId="14100"/>
          <ac:spMkLst>
            <pc:docMk/>
            <pc:sldMk cId="1055022609" sldId="264"/>
            <ac:spMk id="2" creationId="{03A7C58A-46C8-7D49-100A-9AED7EC03EC0}"/>
          </ac:spMkLst>
        </pc:spChg>
        <pc:spChg chg="mod">
          <ac:chgData name="Luca Longinotti" userId="4fe812bbf5e873c0" providerId="LiveId" clId="{ED5BFA4C-6A6C-4203-95DC-218005CAD3A0}" dt="2022-06-28T12:52:55.113" v="5600" actId="2"/>
          <ac:spMkLst>
            <pc:docMk/>
            <pc:sldMk cId="1055022609" sldId="264"/>
            <ac:spMk id="3" creationId="{184236CD-1C63-1ABE-FE8B-A185F8B88A7F}"/>
          </ac:spMkLst>
        </pc:spChg>
        <pc:spChg chg="add mod">
          <ac:chgData name="Luca Longinotti" userId="4fe812bbf5e873c0" providerId="LiveId" clId="{ED5BFA4C-6A6C-4203-95DC-218005CAD3A0}" dt="2022-06-28T12:52:57.294" v="5611" actId="2"/>
          <ac:spMkLst>
            <pc:docMk/>
            <pc:sldMk cId="1055022609" sldId="264"/>
            <ac:spMk id="4" creationId="{F6B81E2C-A55F-0145-1FEF-3CC5E8568157}"/>
          </ac:spMkLst>
        </pc:spChg>
        <pc:spChg chg="add mod">
          <ac:chgData name="Luca Longinotti" userId="4fe812bbf5e873c0" providerId="LiveId" clId="{ED5BFA4C-6A6C-4203-95DC-218005CAD3A0}" dt="2022-06-28T12:53:06.565" v="5653" actId="2"/>
          <ac:spMkLst>
            <pc:docMk/>
            <pc:sldMk cId="1055022609" sldId="264"/>
            <ac:spMk id="5" creationId="{B260F26A-046E-BCE1-8F36-99C6D2D09AB9}"/>
          </ac:spMkLst>
        </pc:spChg>
      </pc:sldChg>
      <pc:sldChg chg="addSp delSp modSp new del mod">
        <pc:chgData name="Luca Longinotti" userId="4fe812bbf5e873c0" providerId="LiveId" clId="{ED5BFA4C-6A6C-4203-95DC-218005CAD3A0}" dt="2022-06-28T12:57:30.549" v="5726" actId="47"/>
        <pc:sldMkLst>
          <pc:docMk/>
          <pc:sldMk cId="4038657459" sldId="265"/>
        </pc:sldMkLst>
        <pc:spChg chg="del">
          <ac:chgData name="Luca Longinotti" userId="4fe812bbf5e873c0" providerId="LiveId" clId="{ED5BFA4C-6A6C-4203-95DC-218005CAD3A0}" dt="2022-06-27T21:29:11.275" v="4891" actId="478"/>
          <ac:spMkLst>
            <pc:docMk/>
            <pc:sldMk cId="4038657459" sldId="265"/>
            <ac:spMk id="2" creationId="{EC9A29BC-6E53-1DDE-EC2D-203FC883113D}"/>
          </ac:spMkLst>
        </pc:spChg>
        <pc:spChg chg="del mod">
          <ac:chgData name="Luca Longinotti" userId="4fe812bbf5e873c0" providerId="LiveId" clId="{ED5BFA4C-6A6C-4203-95DC-218005CAD3A0}" dt="2022-06-27T21:29:13.442" v="4892" actId="478"/>
          <ac:spMkLst>
            <pc:docMk/>
            <pc:sldMk cId="4038657459" sldId="265"/>
            <ac:spMk id="3" creationId="{87C8DF41-31B2-09EE-48F3-4A6FED6E00AA}"/>
          </ac:spMkLst>
        </pc:spChg>
        <pc:spChg chg="add mod">
          <ac:chgData name="Luca Longinotti" userId="4fe812bbf5e873c0" providerId="LiveId" clId="{ED5BFA4C-6A6C-4203-95DC-218005CAD3A0}" dt="2022-06-27T21:29:26.209" v="4909" actId="20577"/>
          <ac:spMkLst>
            <pc:docMk/>
            <pc:sldMk cId="4038657459" sldId="265"/>
            <ac:spMk id="4" creationId="{43600819-8081-55BB-EACF-240D42EA6E56}"/>
          </ac:spMkLst>
        </pc:spChg>
        <pc:spChg chg="add del mod">
          <ac:chgData name="Luca Longinotti" userId="4fe812bbf5e873c0" providerId="LiveId" clId="{ED5BFA4C-6A6C-4203-95DC-218005CAD3A0}" dt="2022-06-27T21:29:14.940" v="4893" actId="478"/>
          <ac:spMkLst>
            <pc:docMk/>
            <pc:sldMk cId="4038657459" sldId="265"/>
            <ac:spMk id="6" creationId="{913ECB29-D96F-4607-D301-A55637100DF6}"/>
          </ac:spMkLst>
        </pc:spChg>
        <pc:cxnChg chg="add del mod">
          <ac:chgData name="Luca Longinotti" userId="4fe812bbf5e873c0" providerId="LiveId" clId="{ED5BFA4C-6A6C-4203-95DC-218005CAD3A0}" dt="2022-06-28T12:57:27.009" v="5725" actId="478"/>
          <ac:cxnSpMkLst>
            <pc:docMk/>
            <pc:sldMk cId="4038657459" sldId="265"/>
            <ac:cxnSpMk id="3" creationId="{C98D3F3B-13BF-A5D9-4EA1-0B3E0087B12C}"/>
          </ac:cxnSpMkLst>
        </pc:cxnChg>
      </pc:sldChg>
      <pc:sldChg chg="addSp delSp modSp add mod">
        <pc:chgData name="Luca Longinotti" userId="4fe812bbf5e873c0" providerId="LiveId" clId="{ED5BFA4C-6A6C-4203-95DC-218005CAD3A0}" dt="2022-06-28T17:37:14.314" v="6248" actId="478"/>
        <pc:sldMkLst>
          <pc:docMk/>
          <pc:sldMk cId="2244780704" sldId="266"/>
        </pc:sldMkLst>
        <pc:spChg chg="mod">
          <ac:chgData name="Luca Longinotti" userId="4fe812bbf5e873c0" providerId="LiveId" clId="{ED5BFA4C-6A6C-4203-95DC-218005CAD3A0}" dt="2022-06-25T18:49:43.179" v="516" actId="20577"/>
          <ac:spMkLst>
            <pc:docMk/>
            <pc:sldMk cId="2244780704" sldId="266"/>
            <ac:spMk id="2" creationId="{03A7C58A-46C8-7D49-100A-9AED7EC03EC0}"/>
          </ac:spMkLst>
        </pc:spChg>
        <pc:spChg chg="del mod">
          <ac:chgData name="Luca Longinotti" userId="4fe812bbf5e873c0" providerId="LiveId" clId="{ED5BFA4C-6A6C-4203-95DC-218005CAD3A0}" dt="2022-06-26T19:18:18.273" v="2498" actId="478"/>
          <ac:spMkLst>
            <pc:docMk/>
            <pc:sldMk cId="2244780704" sldId="266"/>
            <ac:spMk id="3" creationId="{184236CD-1C63-1ABE-FE8B-A185F8B88A7F}"/>
          </ac:spMkLst>
        </pc:spChg>
        <pc:spChg chg="add mod">
          <ac:chgData name="Luca Longinotti" userId="4fe812bbf5e873c0" providerId="LiveId" clId="{ED5BFA4C-6A6C-4203-95DC-218005CAD3A0}" dt="2022-06-27T08:28:28.512" v="3049" actId="1076"/>
          <ac:spMkLst>
            <pc:docMk/>
            <pc:sldMk cId="2244780704" sldId="266"/>
            <ac:spMk id="4" creationId="{CABE9F5D-16F1-FA2D-D832-1F440B0229C3}"/>
          </ac:spMkLst>
        </pc:spChg>
        <pc:spChg chg="add del mod">
          <ac:chgData name="Luca Longinotti" userId="4fe812bbf5e873c0" providerId="LiveId" clId="{ED5BFA4C-6A6C-4203-95DC-218005CAD3A0}" dt="2022-06-26T19:23:15.464" v="2534" actId="478"/>
          <ac:spMkLst>
            <pc:docMk/>
            <pc:sldMk cId="2244780704" sldId="266"/>
            <ac:spMk id="10" creationId="{0EF2138D-6261-5807-10EB-CD875AF1A883}"/>
          </ac:spMkLst>
        </pc:spChg>
        <pc:spChg chg="add del mod">
          <ac:chgData name="Luca Longinotti" userId="4fe812bbf5e873c0" providerId="LiveId" clId="{ED5BFA4C-6A6C-4203-95DC-218005CAD3A0}" dt="2022-06-27T12:59:20.708" v="3111" actId="14100"/>
          <ac:spMkLst>
            <pc:docMk/>
            <pc:sldMk cId="2244780704" sldId="266"/>
            <ac:spMk id="11" creationId="{8AF9D55D-9D6F-0772-41C5-C470A5D97D31}"/>
          </ac:spMkLst>
        </pc:spChg>
        <pc:spChg chg="add mod">
          <ac:chgData name="Luca Longinotti" userId="4fe812bbf5e873c0" providerId="LiveId" clId="{ED5BFA4C-6A6C-4203-95DC-218005CAD3A0}" dt="2022-06-27T08:28:19.689" v="3048" actId="1076"/>
          <ac:spMkLst>
            <pc:docMk/>
            <pc:sldMk cId="2244780704" sldId="266"/>
            <ac:spMk id="16" creationId="{3B899CFC-7226-779E-D8BB-E4E77AEA4811}"/>
          </ac:spMkLst>
        </pc:spChg>
        <pc:spChg chg="add mod">
          <ac:chgData name="Luca Longinotti" userId="4fe812bbf5e873c0" providerId="LiveId" clId="{ED5BFA4C-6A6C-4203-95DC-218005CAD3A0}" dt="2022-06-27T13:12:52.185" v="3265" actId="1076"/>
          <ac:spMkLst>
            <pc:docMk/>
            <pc:sldMk cId="2244780704" sldId="266"/>
            <ac:spMk id="21" creationId="{6AE70AAB-03B6-D77D-B000-BE49CF5EF836}"/>
          </ac:spMkLst>
        </pc:spChg>
        <pc:spChg chg="add mod">
          <ac:chgData name="Luca Longinotti" userId="4fe812bbf5e873c0" providerId="LiveId" clId="{ED5BFA4C-6A6C-4203-95DC-218005CAD3A0}" dt="2022-06-27T22:02:23.016" v="4984" actId="1076"/>
          <ac:spMkLst>
            <pc:docMk/>
            <pc:sldMk cId="2244780704" sldId="266"/>
            <ac:spMk id="22" creationId="{8353605C-3744-6C19-3324-B45B07606E24}"/>
          </ac:spMkLst>
        </pc:spChg>
        <pc:spChg chg="add del mod">
          <ac:chgData name="Luca Longinotti" userId="4fe812bbf5e873c0" providerId="LiveId" clId="{ED5BFA4C-6A6C-4203-95DC-218005CAD3A0}" dt="2022-06-27T13:18:42.228" v="3336" actId="1076"/>
          <ac:spMkLst>
            <pc:docMk/>
            <pc:sldMk cId="2244780704" sldId="266"/>
            <ac:spMk id="23" creationId="{8F6E1840-E078-C637-F2AD-FD7C671340DA}"/>
          </ac:spMkLst>
        </pc:spChg>
        <pc:spChg chg="add mod">
          <ac:chgData name="Luca Longinotti" userId="4fe812bbf5e873c0" providerId="LiveId" clId="{ED5BFA4C-6A6C-4203-95DC-218005CAD3A0}" dt="2022-06-27T13:18:35.386" v="3335" actId="1076"/>
          <ac:spMkLst>
            <pc:docMk/>
            <pc:sldMk cId="2244780704" sldId="266"/>
            <ac:spMk id="24" creationId="{48798CFB-FA1C-B225-F651-40368FF4E137}"/>
          </ac:spMkLst>
        </pc:spChg>
        <pc:spChg chg="add mod">
          <ac:chgData name="Luca Longinotti" userId="4fe812bbf5e873c0" providerId="LiveId" clId="{ED5BFA4C-6A6C-4203-95DC-218005CAD3A0}" dt="2022-06-27T22:08:31.552" v="5043" actId="1076"/>
          <ac:spMkLst>
            <pc:docMk/>
            <pc:sldMk cId="2244780704" sldId="266"/>
            <ac:spMk id="26" creationId="{35EB66DF-4220-E598-543D-7895A641D17D}"/>
          </ac:spMkLst>
        </pc:spChg>
        <pc:spChg chg="add mod">
          <ac:chgData name="Luca Longinotti" userId="4fe812bbf5e873c0" providerId="LiveId" clId="{ED5BFA4C-6A6C-4203-95DC-218005CAD3A0}" dt="2022-06-28T12:53:10.098" v="5671" actId="2"/>
          <ac:spMkLst>
            <pc:docMk/>
            <pc:sldMk cId="2244780704" sldId="266"/>
            <ac:spMk id="31" creationId="{63346071-DE20-743B-1233-DA9A6827E759}"/>
          </ac:spMkLst>
        </pc:spChg>
        <pc:spChg chg="add mod">
          <ac:chgData name="Luca Longinotti" userId="4fe812bbf5e873c0" providerId="LiveId" clId="{ED5BFA4C-6A6C-4203-95DC-218005CAD3A0}" dt="2022-06-27T22:09:34.249" v="5055" actId="1076"/>
          <ac:spMkLst>
            <pc:docMk/>
            <pc:sldMk cId="2244780704" sldId="266"/>
            <ac:spMk id="32" creationId="{1E34FAA9-CF20-63A5-55E0-825CA60E228B}"/>
          </ac:spMkLst>
        </pc:spChg>
        <pc:spChg chg="add mod">
          <ac:chgData name="Luca Longinotti" userId="4fe812bbf5e873c0" providerId="LiveId" clId="{ED5BFA4C-6A6C-4203-95DC-218005CAD3A0}" dt="2022-06-27T22:09:10.705" v="5050" actId="1076"/>
          <ac:spMkLst>
            <pc:docMk/>
            <pc:sldMk cId="2244780704" sldId="266"/>
            <ac:spMk id="33" creationId="{08A27EA7-A8BD-D4C2-96D1-919289AC861E}"/>
          </ac:spMkLst>
        </pc:spChg>
        <pc:spChg chg="add mod">
          <ac:chgData name="Luca Longinotti" userId="4fe812bbf5e873c0" providerId="LiveId" clId="{ED5BFA4C-6A6C-4203-95DC-218005CAD3A0}" dt="2022-06-27T22:09:06.205" v="5049" actId="1076"/>
          <ac:spMkLst>
            <pc:docMk/>
            <pc:sldMk cId="2244780704" sldId="266"/>
            <ac:spMk id="34" creationId="{2C675495-C647-19A8-82B2-F4FD72BFB905}"/>
          </ac:spMkLst>
        </pc:spChg>
        <pc:spChg chg="add mod">
          <ac:chgData name="Luca Longinotti" userId="4fe812bbf5e873c0" providerId="LiveId" clId="{ED5BFA4C-6A6C-4203-95DC-218005CAD3A0}" dt="2022-06-27T08:28:51.211" v="3053" actId="1076"/>
          <ac:spMkLst>
            <pc:docMk/>
            <pc:sldMk cId="2244780704" sldId="266"/>
            <ac:spMk id="35" creationId="{87CE5EDD-3FB8-3FF2-FDF9-914C84A409DB}"/>
          </ac:spMkLst>
        </pc:spChg>
        <pc:spChg chg="add mod">
          <ac:chgData name="Luca Longinotti" userId="4fe812bbf5e873c0" providerId="LiveId" clId="{ED5BFA4C-6A6C-4203-95DC-218005CAD3A0}" dt="2022-06-27T13:12:58.143" v="3266" actId="1076"/>
          <ac:spMkLst>
            <pc:docMk/>
            <pc:sldMk cId="2244780704" sldId="266"/>
            <ac:spMk id="37" creationId="{EC092688-A768-AC9B-0B81-5EC230390081}"/>
          </ac:spMkLst>
        </pc:spChg>
        <pc:spChg chg="add mod">
          <ac:chgData name="Luca Longinotti" userId="4fe812bbf5e873c0" providerId="LiveId" clId="{ED5BFA4C-6A6C-4203-95DC-218005CAD3A0}" dt="2022-06-27T12:59:42.078" v="3112" actId="207"/>
          <ac:spMkLst>
            <pc:docMk/>
            <pc:sldMk cId="2244780704" sldId="266"/>
            <ac:spMk id="41" creationId="{618D42C5-67AC-9A81-7F24-84FD410C45D2}"/>
          </ac:spMkLst>
        </pc:spChg>
        <pc:spChg chg="add mod">
          <ac:chgData name="Luca Longinotti" userId="4fe812bbf5e873c0" providerId="LiveId" clId="{ED5BFA4C-6A6C-4203-95DC-218005CAD3A0}" dt="2022-06-27T13:10:39.141" v="3237" actId="1076"/>
          <ac:spMkLst>
            <pc:docMk/>
            <pc:sldMk cId="2244780704" sldId="266"/>
            <ac:spMk id="54" creationId="{24DC049A-D528-0949-7910-D136361E601C}"/>
          </ac:spMkLst>
        </pc:spChg>
        <pc:spChg chg="add mod">
          <ac:chgData name="Luca Longinotti" userId="4fe812bbf5e873c0" providerId="LiveId" clId="{ED5BFA4C-6A6C-4203-95DC-218005CAD3A0}" dt="2022-06-27T13:20:04.905" v="3338" actId="1076"/>
          <ac:spMkLst>
            <pc:docMk/>
            <pc:sldMk cId="2244780704" sldId="266"/>
            <ac:spMk id="55" creationId="{12F30307-FE6D-7A8F-80B7-48F4226F25AF}"/>
          </ac:spMkLst>
        </pc:spChg>
        <pc:spChg chg="add mod">
          <ac:chgData name="Luca Longinotti" userId="4fe812bbf5e873c0" providerId="LiveId" clId="{ED5BFA4C-6A6C-4203-95DC-218005CAD3A0}" dt="2022-06-27T13:20:02.238" v="3337" actId="1076"/>
          <ac:spMkLst>
            <pc:docMk/>
            <pc:sldMk cId="2244780704" sldId="266"/>
            <ac:spMk id="56" creationId="{96EADEB6-72D9-7A2E-191F-318A5F53E5E9}"/>
          </ac:spMkLst>
        </pc:spChg>
        <pc:spChg chg="add del mod">
          <ac:chgData name="Luca Longinotti" userId="4fe812bbf5e873c0" providerId="LiveId" clId="{ED5BFA4C-6A6C-4203-95DC-218005CAD3A0}" dt="2022-06-26T19:46:12.149" v="2985" actId="478"/>
          <ac:spMkLst>
            <pc:docMk/>
            <pc:sldMk cId="2244780704" sldId="266"/>
            <ac:spMk id="59" creationId="{A9F8873D-B281-E3A2-1311-14DDE811BE83}"/>
          </ac:spMkLst>
        </pc:spChg>
        <pc:spChg chg="add mod">
          <ac:chgData name="Luca Longinotti" userId="4fe812bbf5e873c0" providerId="LiveId" clId="{ED5BFA4C-6A6C-4203-95DC-218005CAD3A0}" dt="2022-06-27T12:58:13.802" v="3093" actId="1076"/>
          <ac:spMkLst>
            <pc:docMk/>
            <pc:sldMk cId="2244780704" sldId="266"/>
            <ac:spMk id="60" creationId="{7286C774-0FD7-75CC-C113-E3066A437D99}"/>
          </ac:spMkLst>
        </pc:spChg>
        <pc:spChg chg="add mod">
          <ac:chgData name="Luca Longinotti" userId="4fe812bbf5e873c0" providerId="LiveId" clId="{ED5BFA4C-6A6C-4203-95DC-218005CAD3A0}" dt="2022-06-27T12:58:48.830" v="3097" actId="14100"/>
          <ac:spMkLst>
            <pc:docMk/>
            <pc:sldMk cId="2244780704" sldId="266"/>
            <ac:spMk id="62" creationId="{23ABDE9B-DEA2-F9C3-F1BD-DC883402A052}"/>
          </ac:spMkLst>
        </pc:spChg>
        <pc:spChg chg="add mod">
          <ac:chgData name="Luca Longinotti" userId="4fe812bbf5e873c0" providerId="LiveId" clId="{ED5BFA4C-6A6C-4203-95DC-218005CAD3A0}" dt="2022-06-27T22:09:18.460" v="5052" actId="1076"/>
          <ac:spMkLst>
            <pc:docMk/>
            <pc:sldMk cId="2244780704" sldId="266"/>
            <ac:spMk id="68" creationId="{15CD7BCC-AF05-F09E-A249-039CE5ACF5BD}"/>
          </ac:spMkLst>
        </pc:spChg>
        <pc:spChg chg="add mod">
          <ac:chgData name="Luca Longinotti" userId="4fe812bbf5e873c0" providerId="LiveId" clId="{ED5BFA4C-6A6C-4203-95DC-218005CAD3A0}" dt="2022-06-27T13:33:03.213" v="3349" actId="20577"/>
          <ac:spMkLst>
            <pc:docMk/>
            <pc:sldMk cId="2244780704" sldId="266"/>
            <ac:spMk id="69" creationId="{B2B0CB26-5E34-2D81-4ED8-FA9E36C75618}"/>
          </ac:spMkLst>
        </pc:spChg>
        <pc:spChg chg="add mod">
          <ac:chgData name="Luca Longinotti" userId="4fe812bbf5e873c0" providerId="LiveId" clId="{ED5BFA4C-6A6C-4203-95DC-218005CAD3A0}" dt="2022-06-27T22:09:29.605" v="5054" actId="1076"/>
          <ac:spMkLst>
            <pc:docMk/>
            <pc:sldMk cId="2244780704" sldId="266"/>
            <ac:spMk id="70" creationId="{F191BA04-6111-36DB-2457-82323C6848A2}"/>
          </ac:spMkLst>
        </pc:spChg>
        <pc:spChg chg="add mod">
          <ac:chgData name="Luca Longinotti" userId="4fe812bbf5e873c0" providerId="LiveId" clId="{ED5BFA4C-6A6C-4203-95DC-218005CAD3A0}" dt="2022-06-27T22:09:41.813" v="5056" actId="1076"/>
          <ac:spMkLst>
            <pc:docMk/>
            <pc:sldMk cId="2244780704" sldId="266"/>
            <ac:spMk id="71" creationId="{E143DDC0-1DF5-8D5F-CBD7-10BF1AECA746}"/>
          </ac:spMkLst>
        </pc:spChg>
        <pc:spChg chg="add mod">
          <ac:chgData name="Luca Longinotti" userId="4fe812bbf5e873c0" providerId="LiveId" clId="{ED5BFA4C-6A6C-4203-95DC-218005CAD3A0}" dt="2022-06-27T22:08:40.462" v="5045" actId="1076"/>
          <ac:spMkLst>
            <pc:docMk/>
            <pc:sldMk cId="2244780704" sldId="266"/>
            <ac:spMk id="73" creationId="{FD822C31-654F-CF77-9358-E396ABA297DB}"/>
          </ac:spMkLst>
        </pc:spChg>
        <pc:spChg chg="add mod">
          <ac:chgData name="Luca Longinotti" userId="4fe812bbf5e873c0" providerId="LiveId" clId="{ED5BFA4C-6A6C-4203-95DC-218005CAD3A0}" dt="2022-06-27T22:02:39.559" v="4986" actId="207"/>
          <ac:spMkLst>
            <pc:docMk/>
            <pc:sldMk cId="2244780704" sldId="266"/>
            <ac:spMk id="77" creationId="{A2F5BEAD-BA6F-B65B-0A3C-5D6DDEA8243A}"/>
          </ac:spMkLst>
        </pc:spChg>
        <pc:spChg chg="add del mod">
          <ac:chgData name="Luca Longinotti" userId="4fe812bbf5e873c0" providerId="LiveId" clId="{ED5BFA4C-6A6C-4203-95DC-218005CAD3A0}" dt="2022-06-27T13:03:13.759" v="3173" actId="478"/>
          <ac:spMkLst>
            <pc:docMk/>
            <pc:sldMk cId="2244780704" sldId="266"/>
            <ac:spMk id="78" creationId="{DD2CC2E2-B7A8-D27B-0683-7971C28584BB}"/>
          </ac:spMkLst>
        </pc:spChg>
        <pc:spChg chg="add del mod">
          <ac:chgData name="Luca Longinotti" userId="4fe812bbf5e873c0" providerId="LiveId" clId="{ED5BFA4C-6A6C-4203-95DC-218005CAD3A0}" dt="2022-06-27T13:03:04.773" v="3169" actId="478"/>
          <ac:spMkLst>
            <pc:docMk/>
            <pc:sldMk cId="2244780704" sldId="266"/>
            <ac:spMk id="79" creationId="{D96DB630-09EC-2436-D0BC-C3C36E1574A5}"/>
          </ac:spMkLst>
        </pc:spChg>
        <pc:spChg chg="add del mod">
          <ac:chgData name="Luca Longinotti" userId="4fe812bbf5e873c0" providerId="LiveId" clId="{ED5BFA4C-6A6C-4203-95DC-218005CAD3A0}" dt="2022-06-27T13:03:11.926" v="3172" actId="478"/>
          <ac:spMkLst>
            <pc:docMk/>
            <pc:sldMk cId="2244780704" sldId="266"/>
            <ac:spMk id="80" creationId="{9CF1195E-013F-FE47-57D5-36B571E9862B}"/>
          </ac:spMkLst>
        </pc:spChg>
        <pc:spChg chg="add del mod">
          <ac:chgData name="Luca Longinotti" userId="4fe812bbf5e873c0" providerId="LiveId" clId="{ED5BFA4C-6A6C-4203-95DC-218005CAD3A0}" dt="2022-06-28T17:37:12.510" v="6247" actId="478"/>
          <ac:spMkLst>
            <pc:docMk/>
            <pc:sldMk cId="2244780704" sldId="266"/>
            <ac:spMk id="81" creationId="{3508FAF8-84FC-FFED-DF5C-11408A3635CA}"/>
          </ac:spMkLst>
        </pc:spChg>
        <pc:spChg chg="add mod">
          <ac:chgData name="Luca Longinotti" userId="4fe812bbf5e873c0" providerId="LiveId" clId="{ED5BFA4C-6A6C-4203-95DC-218005CAD3A0}" dt="2022-06-27T08:28:59.758" v="3055" actId="1076"/>
          <ac:spMkLst>
            <pc:docMk/>
            <pc:sldMk cId="2244780704" sldId="266"/>
            <ac:spMk id="82" creationId="{01B23CA7-DF81-375A-C180-8DA55DC12CEE}"/>
          </ac:spMkLst>
        </pc:spChg>
        <pc:spChg chg="add mod">
          <ac:chgData name="Luca Longinotti" userId="4fe812bbf5e873c0" providerId="LiveId" clId="{ED5BFA4C-6A6C-4203-95DC-218005CAD3A0}" dt="2022-06-27T13:11:28.813" v="3260" actId="1076"/>
          <ac:spMkLst>
            <pc:docMk/>
            <pc:sldMk cId="2244780704" sldId="266"/>
            <ac:spMk id="83" creationId="{12FF5078-32CE-9290-C20C-9AF7B6E86F31}"/>
          </ac:spMkLst>
        </pc:spChg>
        <pc:spChg chg="add del mod">
          <ac:chgData name="Luca Longinotti" userId="4fe812bbf5e873c0" providerId="LiveId" clId="{ED5BFA4C-6A6C-4203-95DC-218005CAD3A0}" dt="2022-06-28T17:37:14.314" v="6248" actId="478"/>
          <ac:spMkLst>
            <pc:docMk/>
            <pc:sldMk cId="2244780704" sldId="266"/>
            <ac:spMk id="85" creationId="{25BE35ED-8D24-56C0-01C6-B0134BA2DF8F}"/>
          </ac:spMkLst>
        </pc:spChg>
        <pc:spChg chg="add mod">
          <ac:chgData name="Luca Longinotti" userId="4fe812bbf5e873c0" providerId="LiveId" clId="{ED5BFA4C-6A6C-4203-95DC-218005CAD3A0}" dt="2022-06-27T13:10:13.330" v="3226" actId="1076"/>
          <ac:spMkLst>
            <pc:docMk/>
            <pc:sldMk cId="2244780704" sldId="266"/>
            <ac:spMk id="90" creationId="{D5D1106A-4115-E560-D8B7-B6FAB173F474}"/>
          </ac:spMkLst>
        </pc:spChg>
        <pc:spChg chg="add mod">
          <ac:chgData name="Luca Longinotti" userId="4fe812bbf5e873c0" providerId="LiveId" clId="{ED5BFA4C-6A6C-4203-95DC-218005CAD3A0}" dt="2022-06-27T13:10:03.664" v="3223" actId="1076"/>
          <ac:spMkLst>
            <pc:docMk/>
            <pc:sldMk cId="2244780704" sldId="266"/>
            <ac:spMk id="91" creationId="{45C6A9D7-8B49-DE8A-BD1F-75D0E95C3618}"/>
          </ac:spMkLst>
        </pc:spChg>
        <pc:spChg chg="add mod">
          <ac:chgData name="Luca Longinotti" userId="4fe812bbf5e873c0" providerId="LiveId" clId="{ED5BFA4C-6A6C-4203-95DC-218005CAD3A0}" dt="2022-06-27T13:11:06.316" v="3248" actId="20577"/>
          <ac:spMkLst>
            <pc:docMk/>
            <pc:sldMk cId="2244780704" sldId="266"/>
            <ac:spMk id="92" creationId="{49DAB6C5-27C2-142C-66AC-B712D2304A95}"/>
          </ac:spMkLst>
        </pc:spChg>
        <pc:spChg chg="add mod">
          <ac:chgData name="Luca Longinotti" userId="4fe812bbf5e873c0" providerId="LiveId" clId="{ED5BFA4C-6A6C-4203-95DC-218005CAD3A0}" dt="2022-06-28T12:53:10.808" v="5675" actId="2"/>
          <ac:spMkLst>
            <pc:docMk/>
            <pc:sldMk cId="2244780704" sldId="266"/>
            <ac:spMk id="93" creationId="{5E94DFC5-613E-0416-3A26-6FE7501845C8}"/>
          </ac:spMkLst>
        </pc:spChg>
        <pc:spChg chg="add mod">
          <ac:chgData name="Luca Longinotti" userId="4fe812bbf5e873c0" providerId="LiveId" clId="{ED5BFA4C-6A6C-4203-95DC-218005CAD3A0}" dt="2022-06-28T12:53:11.283" v="5678" actId="2"/>
          <ac:spMkLst>
            <pc:docMk/>
            <pc:sldMk cId="2244780704" sldId="266"/>
            <ac:spMk id="94" creationId="{D142385A-855D-D4EB-04D2-310560C073D2}"/>
          </ac:spMkLst>
        </pc:spChg>
        <pc:spChg chg="add mod">
          <ac:chgData name="Luca Longinotti" userId="4fe812bbf5e873c0" providerId="LiveId" clId="{ED5BFA4C-6A6C-4203-95DC-218005CAD3A0}" dt="2022-06-28T12:53:10.275" v="5672" actId="2"/>
          <ac:spMkLst>
            <pc:docMk/>
            <pc:sldMk cId="2244780704" sldId="266"/>
            <ac:spMk id="95" creationId="{961895FB-AA10-5A8A-DA7F-9C2BC1CB1BE0}"/>
          </ac:spMkLst>
        </pc:spChg>
        <pc:spChg chg="add mod">
          <ac:chgData name="Luca Longinotti" userId="4fe812bbf5e873c0" providerId="LiveId" clId="{ED5BFA4C-6A6C-4203-95DC-218005CAD3A0}" dt="2022-06-28T12:53:10.425" v="5673" actId="2"/>
          <ac:spMkLst>
            <pc:docMk/>
            <pc:sldMk cId="2244780704" sldId="266"/>
            <ac:spMk id="96" creationId="{A0F75A08-1609-5DFF-018A-1BF6391B1349}"/>
          </ac:spMkLst>
        </pc:spChg>
        <pc:spChg chg="add mod">
          <ac:chgData name="Luca Longinotti" userId="4fe812bbf5e873c0" providerId="LiveId" clId="{ED5BFA4C-6A6C-4203-95DC-218005CAD3A0}" dt="2022-06-27T22:08:46.837" v="5047" actId="1076"/>
          <ac:spMkLst>
            <pc:docMk/>
            <pc:sldMk cId="2244780704" sldId="266"/>
            <ac:spMk id="97" creationId="{9CC7AA2A-44A7-2B8B-EE70-3C025B1DAD09}"/>
          </ac:spMkLst>
        </pc:spChg>
        <pc:spChg chg="add del mod">
          <ac:chgData name="Luca Longinotti" userId="4fe812bbf5e873c0" providerId="LiveId" clId="{ED5BFA4C-6A6C-4203-95DC-218005CAD3A0}" dt="2022-06-26T19:47:18.158" v="3018" actId="478"/>
          <ac:spMkLst>
            <pc:docMk/>
            <pc:sldMk cId="2244780704" sldId="266"/>
            <ac:spMk id="98" creationId="{540B6CD3-D80C-106A-EAB2-CD63EF106A59}"/>
          </ac:spMkLst>
        </pc:spChg>
        <pc:spChg chg="add del mod">
          <ac:chgData name="Luca Longinotti" userId="4fe812bbf5e873c0" providerId="LiveId" clId="{ED5BFA4C-6A6C-4203-95DC-218005CAD3A0}" dt="2022-06-27T21:58:42.194" v="4949"/>
          <ac:spMkLst>
            <pc:docMk/>
            <pc:sldMk cId="2244780704" sldId="266"/>
            <ac:spMk id="98" creationId="{A857EE29-2746-7475-0612-6C5BD9C18148}"/>
          </ac:spMkLst>
        </pc:spChg>
        <pc:spChg chg="add mod">
          <ac:chgData name="Luca Longinotti" userId="4fe812bbf5e873c0" providerId="LiveId" clId="{ED5BFA4C-6A6C-4203-95DC-218005CAD3A0}" dt="2022-06-27T22:06:12.477" v="5025" actId="14100"/>
          <ac:spMkLst>
            <pc:docMk/>
            <pc:sldMk cId="2244780704" sldId="266"/>
            <ac:spMk id="99" creationId="{E75A9B06-8D46-FD26-31B2-01BCD069312B}"/>
          </ac:spMkLst>
        </pc:spChg>
        <pc:spChg chg="add mod">
          <ac:chgData name="Luca Longinotti" userId="4fe812bbf5e873c0" providerId="LiveId" clId="{ED5BFA4C-6A6C-4203-95DC-218005CAD3A0}" dt="2022-06-27T13:14:04.967" v="3277" actId="1076"/>
          <ac:spMkLst>
            <pc:docMk/>
            <pc:sldMk cId="2244780704" sldId="266"/>
            <ac:spMk id="102" creationId="{AC0AC7C7-77E3-5960-AB86-C876CF6B1AF1}"/>
          </ac:spMkLst>
        </pc:spChg>
        <pc:spChg chg="add mod">
          <ac:chgData name="Luca Longinotti" userId="4fe812bbf5e873c0" providerId="LiveId" clId="{ED5BFA4C-6A6C-4203-95DC-218005CAD3A0}" dt="2022-06-27T13:14:22.382" v="3278" actId="1076"/>
          <ac:spMkLst>
            <pc:docMk/>
            <pc:sldMk cId="2244780704" sldId="266"/>
            <ac:spMk id="103" creationId="{9E1F22C7-DE97-A60A-4B61-9099C9FB49A7}"/>
          </ac:spMkLst>
        </pc:spChg>
        <pc:spChg chg="add mod">
          <ac:chgData name="Luca Longinotti" userId="4fe812bbf5e873c0" providerId="LiveId" clId="{ED5BFA4C-6A6C-4203-95DC-218005CAD3A0}" dt="2022-06-28T12:53:10.978" v="5676" actId="2"/>
          <ac:spMkLst>
            <pc:docMk/>
            <pc:sldMk cId="2244780704" sldId="266"/>
            <ac:spMk id="104" creationId="{BC85E8D1-498E-DE62-209A-91EB3275C123}"/>
          </ac:spMkLst>
        </pc:spChg>
        <pc:spChg chg="add mod">
          <ac:chgData name="Luca Longinotti" userId="4fe812bbf5e873c0" providerId="LiveId" clId="{ED5BFA4C-6A6C-4203-95DC-218005CAD3A0}" dt="2022-06-27T13:15:13.885" v="3292" actId="1076"/>
          <ac:spMkLst>
            <pc:docMk/>
            <pc:sldMk cId="2244780704" sldId="266"/>
            <ac:spMk id="105" creationId="{EE68160F-9269-7802-EEED-A2848D870535}"/>
          </ac:spMkLst>
        </pc:spChg>
        <pc:spChg chg="add mod">
          <ac:chgData name="Luca Longinotti" userId="4fe812bbf5e873c0" providerId="LiveId" clId="{ED5BFA4C-6A6C-4203-95DC-218005CAD3A0}" dt="2022-06-27T13:16:00.215" v="3307" actId="1076"/>
          <ac:spMkLst>
            <pc:docMk/>
            <pc:sldMk cId="2244780704" sldId="266"/>
            <ac:spMk id="107" creationId="{988F4ABA-3676-5476-2FA3-6F3298711BA5}"/>
          </ac:spMkLst>
        </pc:spChg>
        <pc:spChg chg="add mod">
          <ac:chgData name="Luca Longinotti" userId="4fe812bbf5e873c0" providerId="LiveId" clId="{ED5BFA4C-6A6C-4203-95DC-218005CAD3A0}" dt="2022-06-27T22:04:23.471" v="5004" actId="1076"/>
          <ac:spMkLst>
            <pc:docMk/>
            <pc:sldMk cId="2244780704" sldId="266"/>
            <ac:spMk id="108" creationId="{62C6896D-0C2B-913C-7703-CBF3C84C527F}"/>
          </ac:spMkLst>
        </pc:spChg>
        <pc:spChg chg="add del mod">
          <ac:chgData name="Luca Longinotti" userId="4fe812bbf5e873c0" providerId="LiveId" clId="{ED5BFA4C-6A6C-4203-95DC-218005CAD3A0}" dt="2022-06-27T13:15:54.200" v="3305"/>
          <ac:spMkLst>
            <pc:docMk/>
            <pc:sldMk cId="2244780704" sldId="266"/>
            <ac:spMk id="108" creationId="{F9F6D5E4-7966-504D-A506-820C982F6F4E}"/>
          </ac:spMkLst>
        </pc:spChg>
        <pc:spChg chg="add mod">
          <ac:chgData name="Luca Longinotti" userId="4fe812bbf5e873c0" providerId="LiveId" clId="{ED5BFA4C-6A6C-4203-95DC-218005CAD3A0}" dt="2022-06-27T13:16:12.436" v="3313" actId="20577"/>
          <ac:spMkLst>
            <pc:docMk/>
            <pc:sldMk cId="2244780704" sldId="266"/>
            <ac:spMk id="109" creationId="{98CAC163-4B34-13FF-4A7D-BAA44826AB8B}"/>
          </ac:spMkLst>
        </pc:spChg>
        <pc:spChg chg="add mod">
          <ac:chgData name="Luca Longinotti" userId="4fe812bbf5e873c0" providerId="LiveId" clId="{ED5BFA4C-6A6C-4203-95DC-218005CAD3A0}" dt="2022-06-28T12:53:11.439" v="5679" actId="2"/>
          <ac:spMkLst>
            <pc:docMk/>
            <pc:sldMk cId="2244780704" sldId="266"/>
            <ac:spMk id="111" creationId="{5780969B-0187-E379-E47F-CF1722950D88}"/>
          </ac:spMkLst>
        </pc:spChg>
        <pc:spChg chg="add del mod">
          <ac:chgData name="Luca Longinotti" userId="4fe812bbf5e873c0" providerId="LiveId" clId="{ED5BFA4C-6A6C-4203-95DC-218005CAD3A0}" dt="2022-06-26T19:48:09.831" v="3026" actId="1076"/>
          <ac:spMkLst>
            <pc:docMk/>
            <pc:sldMk cId="2244780704" sldId="266"/>
            <ac:spMk id="114" creationId="{BE9F82DE-68E7-EDA9-3510-BF5DE29883E6}"/>
          </ac:spMkLst>
        </pc:spChg>
        <pc:spChg chg="add mod">
          <ac:chgData name="Luca Longinotti" userId="4fe812bbf5e873c0" providerId="LiveId" clId="{ED5BFA4C-6A6C-4203-95DC-218005CAD3A0}" dt="2022-06-27T13:17:20.252" v="3324" actId="1076"/>
          <ac:spMkLst>
            <pc:docMk/>
            <pc:sldMk cId="2244780704" sldId="266"/>
            <ac:spMk id="117" creationId="{4193FCBB-84A6-36B1-4DA5-A7A600FA3DE0}"/>
          </ac:spMkLst>
        </pc:spChg>
        <pc:spChg chg="add mod">
          <ac:chgData name="Luca Longinotti" userId="4fe812bbf5e873c0" providerId="LiveId" clId="{ED5BFA4C-6A6C-4203-95DC-218005CAD3A0}" dt="2022-06-27T13:17:41.246" v="3327" actId="1076"/>
          <ac:spMkLst>
            <pc:docMk/>
            <pc:sldMk cId="2244780704" sldId="266"/>
            <ac:spMk id="118" creationId="{92AD730A-CAE3-ABBA-752D-9F7386E66362}"/>
          </ac:spMkLst>
        </pc:spChg>
        <pc:spChg chg="add mod">
          <ac:chgData name="Luca Longinotti" userId="4fe812bbf5e873c0" providerId="LiveId" clId="{ED5BFA4C-6A6C-4203-95DC-218005CAD3A0}" dt="2022-06-27T13:17:57.204" v="3334" actId="20577"/>
          <ac:spMkLst>
            <pc:docMk/>
            <pc:sldMk cId="2244780704" sldId="266"/>
            <ac:spMk id="119" creationId="{0B460522-1527-3316-3378-471CFBA25FA9}"/>
          </ac:spMkLst>
        </pc:spChg>
        <pc:spChg chg="add mod">
          <ac:chgData name="Luca Longinotti" userId="4fe812bbf5e873c0" providerId="LiveId" clId="{ED5BFA4C-6A6C-4203-95DC-218005CAD3A0}" dt="2022-06-27T13:20:30.857" v="3344" actId="1076"/>
          <ac:spMkLst>
            <pc:docMk/>
            <pc:sldMk cId="2244780704" sldId="266"/>
            <ac:spMk id="120" creationId="{20CEDDD5-9912-C64F-917B-3880F4AFE682}"/>
          </ac:spMkLst>
        </pc:spChg>
        <pc:spChg chg="add mod">
          <ac:chgData name="Luca Longinotti" userId="4fe812bbf5e873c0" providerId="LiveId" clId="{ED5BFA4C-6A6C-4203-95DC-218005CAD3A0}" dt="2022-06-27T13:20:50.904" v="3348" actId="1076"/>
          <ac:spMkLst>
            <pc:docMk/>
            <pc:sldMk cId="2244780704" sldId="266"/>
            <ac:spMk id="121" creationId="{B7362EE8-007B-BE65-D257-B98C75E2BACA}"/>
          </ac:spMkLst>
        </pc:spChg>
        <pc:spChg chg="add mod">
          <ac:chgData name="Luca Longinotti" userId="4fe812bbf5e873c0" providerId="LiveId" clId="{ED5BFA4C-6A6C-4203-95DC-218005CAD3A0}" dt="2022-06-28T12:53:11.134" v="5677" actId="2"/>
          <ac:spMkLst>
            <pc:docMk/>
            <pc:sldMk cId="2244780704" sldId="266"/>
            <ac:spMk id="122" creationId="{4102196C-2298-5DA1-F415-3093A4927DE8}"/>
          </ac:spMkLst>
        </pc:spChg>
        <pc:spChg chg="add mod">
          <ac:chgData name="Luca Longinotti" userId="4fe812bbf5e873c0" providerId="LiveId" clId="{ED5BFA4C-6A6C-4203-95DC-218005CAD3A0}" dt="2022-06-27T22:10:09.427" v="5061" actId="1076"/>
          <ac:spMkLst>
            <pc:docMk/>
            <pc:sldMk cId="2244780704" sldId="266"/>
            <ac:spMk id="123" creationId="{C96D16C7-ADB1-30CB-6FAC-450ECB26734B}"/>
          </ac:spMkLst>
        </pc:spChg>
        <pc:cxnChg chg="add del mod">
          <ac:chgData name="Luca Longinotti" userId="4fe812bbf5e873c0" providerId="LiveId" clId="{ED5BFA4C-6A6C-4203-95DC-218005CAD3A0}" dt="2022-06-27T22:02:53.727" v="4988" actId="478"/>
          <ac:cxnSpMkLst>
            <pc:docMk/>
            <pc:sldMk cId="2244780704" sldId="266"/>
            <ac:cxnSpMk id="5" creationId="{D3A7A487-5A7F-602F-FFC8-C602BB82AF46}"/>
          </ac:cxnSpMkLst>
        </pc:cxnChg>
        <pc:cxnChg chg="add del mod">
          <ac:chgData name="Luca Longinotti" userId="4fe812bbf5e873c0" providerId="LiveId" clId="{ED5BFA4C-6A6C-4203-95DC-218005CAD3A0}" dt="2022-06-26T19:23:17.372" v="2535" actId="478"/>
          <ac:cxnSpMkLst>
            <pc:docMk/>
            <pc:sldMk cId="2244780704" sldId="266"/>
            <ac:cxnSpMk id="6" creationId="{5C928F4B-DA80-CA32-F6B3-1890B0E68C1A}"/>
          </ac:cxnSpMkLst>
        </pc:cxnChg>
        <pc:cxnChg chg="add del">
          <ac:chgData name="Luca Longinotti" userId="4fe812bbf5e873c0" providerId="LiveId" clId="{ED5BFA4C-6A6C-4203-95DC-218005CAD3A0}" dt="2022-06-27T22:03:04.298" v="4990" actId="478"/>
          <ac:cxnSpMkLst>
            <pc:docMk/>
            <pc:sldMk cId="2244780704" sldId="266"/>
            <ac:cxnSpMk id="7" creationId="{340BEDFA-A2E8-0A9F-1882-6992ECFF264E}"/>
          </ac:cxnSpMkLst>
        </pc:cxnChg>
        <pc:cxnChg chg="add del mod">
          <ac:chgData name="Luca Longinotti" userId="4fe812bbf5e873c0" providerId="LiveId" clId="{ED5BFA4C-6A6C-4203-95DC-218005CAD3A0}" dt="2022-06-26T19:22:29.640" v="2529" actId="11529"/>
          <ac:cxnSpMkLst>
            <pc:docMk/>
            <pc:sldMk cId="2244780704" sldId="266"/>
            <ac:cxnSpMk id="8" creationId="{36493A32-F711-1A0D-FDB1-F9C9A20A09E7}"/>
          </ac:cxnSpMkLst>
        </pc:cxnChg>
        <pc:cxnChg chg="add del mod">
          <ac:chgData name="Luca Longinotti" userId="4fe812bbf5e873c0" providerId="LiveId" clId="{ED5BFA4C-6A6C-4203-95DC-218005CAD3A0}" dt="2022-06-26T19:23:18.069" v="2536" actId="478"/>
          <ac:cxnSpMkLst>
            <pc:docMk/>
            <pc:sldMk cId="2244780704" sldId="266"/>
            <ac:cxnSpMk id="9" creationId="{30755CD1-FD51-85ED-F0F8-E56DBD7DC237}"/>
          </ac:cxnSpMkLst>
        </pc:cxnChg>
        <pc:cxnChg chg="add del">
          <ac:chgData name="Luca Longinotti" userId="4fe812bbf5e873c0" providerId="LiveId" clId="{ED5BFA4C-6A6C-4203-95DC-218005CAD3A0}" dt="2022-06-27T22:03:10.495" v="4992" actId="478"/>
          <ac:cxnSpMkLst>
            <pc:docMk/>
            <pc:sldMk cId="2244780704" sldId="266"/>
            <ac:cxnSpMk id="9" creationId="{AFF1CF84-6161-764C-6F47-F11BA4CAE359}"/>
          </ac:cxnSpMkLst>
        </pc:cxnChg>
        <pc:cxnChg chg="add mod">
          <ac:chgData name="Luca Longinotti" userId="4fe812bbf5e873c0" providerId="LiveId" clId="{ED5BFA4C-6A6C-4203-95DC-218005CAD3A0}" dt="2022-06-27T22:03:58.472" v="5000" actId="14100"/>
          <ac:cxnSpMkLst>
            <pc:docMk/>
            <pc:sldMk cId="2244780704" sldId="266"/>
            <ac:cxnSpMk id="12" creationId="{CCE242CA-1B64-7671-457E-376D1411A2E0}"/>
          </ac:cxnSpMkLst>
        </pc:cxnChg>
        <pc:cxnChg chg="add del mod">
          <ac:chgData name="Luca Longinotti" userId="4fe812bbf5e873c0" providerId="LiveId" clId="{ED5BFA4C-6A6C-4203-95DC-218005CAD3A0}" dt="2022-06-26T19:24:31.210" v="2571" actId="11529"/>
          <ac:cxnSpMkLst>
            <pc:docMk/>
            <pc:sldMk cId="2244780704" sldId="266"/>
            <ac:cxnSpMk id="13" creationId="{A73E456F-A56F-1232-988D-9B68F5A855A4}"/>
          </ac:cxnSpMkLst>
        </pc:cxnChg>
        <pc:cxnChg chg="add mod">
          <ac:chgData name="Luca Longinotti" userId="4fe812bbf5e873c0" providerId="LiveId" clId="{ED5BFA4C-6A6C-4203-95DC-218005CAD3A0}" dt="2022-06-27T08:28:28.512" v="3049" actId="1076"/>
          <ac:cxnSpMkLst>
            <pc:docMk/>
            <pc:sldMk cId="2244780704" sldId="266"/>
            <ac:cxnSpMk id="15" creationId="{C39DAB4D-EEBF-59E6-24BA-10C31AB2A9A3}"/>
          </ac:cxnSpMkLst>
        </pc:cxnChg>
        <pc:cxnChg chg="add mod">
          <ac:chgData name="Luca Longinotti" userId="4fe812bbf5e873c0" providerId="LiveId" clId="{ED5BFA4C-6A6C-4203-95DC-218005CAD3A0}" dt="2022-06-27T13:12:52.185" v="3265" actId="1076"/>
          <ac:cxnSpMkLst>
            <pc:docMk/>
            <pc:sldMk cId="2244780704" sldId="266"/>
            <ac:cxnSpMk id="18" creationId="{2C7D08FF-AC72-7C18-1585-91DCC2B78C19}"/>
          </ac:cxnSpMkLst>
        </pc:cxnChg>
        <pc:cxnChg chg="add mod">
          <ac:chgData name="Luca Longinotti" userId="4fe812bbf5e873c0" providerId="LiveId" clId="{ED5BFA4C-6A6C-4203-95DC-218005CAD3A0}" dt="2022-06-27T22:04:34.921" v="5005" actId="14100"/>
          <ac:cxnSpMkLst>
            <pc:docMk/>
            <pc:sldMk cId="2244780704" sldId="266"/>
            <ac:cxnSpMk id="19" creationId="{1D14C1E6-AC50-7402-12D9-B581CE61816B}"/>
          </ac:cxnSpMkLst>
        </pc:cxnChg>
        <pc:cxnChg chg="add del mod">
          <ac:chgData name="Luca Longinotti" userId="4fe812bbf5e873c0" providerId="LiveId" clId="{ED5BFA4C-6A6C-4203-95DC-218005CAD3A0}" dt="2022-06-26T19:25:45.992" v="2581"/>
          <ac:cxnSpMkLst>
            <pc:docMk/>
            <pc:sldMk cId="2244780704" sldId="266"/>
            <ac:cxnSpMk id="20" creationId="{92310FAA-4ECF-C089-CFC8-11FE47D3E424}"/>
          </ac:cxnSpMkLst>
        </pc:cxnChg>
        <pc:cxnChg chg="add mod">
          <ac:chgData name="Luca Longinotti" userId="4fe812bbf5e873c0" providerId="LiveId" clId="{ED5BFA4C-6A6C-4203-95DC-218005CAD3A0}" dt="2022-06-27T22:08:51.797" v="5048" actId="14100"/>
          <ac:cxnSpMkLst>
            <pc:docMk/>
            <pc:sldMk cId="2244780704" sldId="266"/>
            <ac:cxnSpMk id="27" creationId="{2856E84C-0360-74FE-7FDA-5303299BD924}"/>
          </ac:cxnSpMkLst>
        </pc:cxnChg>
        <pc:cxnChg chg="add mod">
          <ac:chgData name="Luca Longinotti" userId="4fe812bbf5e873c0" providerId="LiveId" clId="{ED5BFA4C-6A6C-4203-95DC-218005CAD3A0}" dt="2022-06-27T22:08:22.950" v="5041" actId="14100"/>
          <ac:cxnSpMkLst>
            <pc:docMk/>
            <pc:sldMk cId="2244780704" sldId="266"/>
            <ac:cxnSpMk id="28" creationId="{2A842C57-F235-8709-DD26-27C16D7A0DAF}"/>
          </ac:cxnSpMkLst>
        </pc:cxnChg>
        <pc:cxnChg chg="add del mod">
          <ac:chgData name="Luca Longinotti" userId="4fe812bbf5e873c0" providerId="LiveId" clId="{ED5BFA4C-6A6C-4203-95DC-218005CAD3A0}" dt="2022-06-26T19:49:06.030" v="3041" actId="478"/>
          <ac:cxnSpMkLst>
            <pc:docMk/>
            <pc:sldMk cId="2244780704" sldId="266"/>
            <ac:cxnSpMk id="38" creationId="{4F15FA71-4C8A-D8B3-126F-2F0CA25CE93E}"/>
          </ac:cxnSpMkLst>
        </pc:cxnChg>
        <pc:cxnChg chg="add mod">
          <ac:chgData name="Luca Longinotti" userId="4fe812bbf5e873c0" providerId="LiveId" clId="{ED5BFA4C-6A6C-4203-95DC-218005CAD3A0}" dt="2022-06-27T12:57:01.843" v="3071" actId="1076"/>
          <ac:cxnSpMkLst>
            <pc:docMk/>
            <pc:sldMk cId="2244780704" sldId="266"/>
            <ac:cxnSpMk id="38" creationId="{C1207B21-1C6F-571C-8C8C-BB50D1F3CE0C}"/>
          </ac:cxnSpMkLst>
        </pc:cxnChg>
        <pc:cxnChg chg="add mod">
          <ac:chgData name="Luca Longinotti" userId="4fe812bbf5e873c0" providerId="LiveId" clId="{ED5BFA4C-6A6C-4203-95DC-218005CAD3A0}" dt="2022-06-27T13:12:58.143" v="3266" actId="1076"/>
          <ac:cxnSpMkLst>
            <pc:docMk/>
            <pc:sldMk cId="2244780704" sldId="266"/>
            <ac:cxnSpMk id="39" creationId="{3AA10062-BB2F-748A-036E-08C51031AEA8}"/>
          </ac:cxnSpMkLst>
        </pc:cxnChg>
        <pc:cxnChg chg="add mod">
          <ac:chgData name="Luca Longinotti" userId="4fe812bbf5e873c0" providerId="LiveId" clId="{ED5BFA4C-6A6C-4203-95DC-218005CAD3A0}" dt="2022-06-27T13:12:58.143" v="3266" actId="1076"/>
          <ac:cxnSpMkLst>
            <pc:docMk/>
            <pc:sldMk cId="2244780704" sldId="266"/>
            <ac:cxnSpMk id="50" creationId="{FEEFE223-5745-F788-ED78-199CEF4C205F}"/>
          </ac:cxnSpMkLst>
        </pc:cxnChg>
        <pc:cxnChg chg="add del mod">
          <ac:chgData name="Luca Longinotti" userId="4fe812bbf5e873c0" providerId="LiveId" clId="{ED5BFA4C-6A6C-4203-95DC-218005CAD3A0}" dt="2022-06-26T19:48:56.194" v="3039" actId="478"/>
          <ac:cxnSpMkLst>
            <pc:docMk/>
            <pc:sldMk cId="2244780704" sldId="266"/>
            <ac:cxnSpMk id="58" creationId="{B71B6870-24EB-228F-A299-508A81B9C674}"/>
          </ac:cxnSpMkLst>
        </pc:cxnChg>
        <pc:cxnChg chg="add mod">
          <ac:chgData name="Luca Longinotti" userId="4fe812bbf5e873c0" providerId="LiveId" clId="{ED5BFA4C-6A6C-4203-95DC-218005CAD3A0}" dt="2022-06-27T12:58:20.276" v="3094" actId="14100"/>
          <ac:cxnSpMkLst>
            <pc:docMk/>
            <pc:sldMk cId="2244780704" sldId="266"/>
            <ac:cxnSpMk id="59" creationId="{29E42D3C-9464-74B7-471B-ADF0D6118686}"/>
          </ac:cxnSpMkLst>
        </pc:cxnChg>
        <pc:cxnChg chg="add del mod">
          <ac:chgData name="Luca Longinotti" userId="4fe812bbf5e873c0" providerId="LiveId" clId="{ED5BFA4C-6A6C-4203-95DC-218005CAD3A0}" dt="2022-06-26T19:46:18.997" v="3004" actId="478"/>
          <ac:cxnSpMkLst>
            <pc:docMk/>
            <pc:sldMk cId="2244780704" sldId="266"/>
            <ac:cxnSpMk id="62" creationId="{C774FE03-8E74-C715-1179-322A2ECA887D}"/>
          </ac:cxnSpMkLst>
        </pc:cxnChg>
        <pc:cxnChg chg="add del mod">
          <ac:chgData name="Luca Longinotti" userId="4fe812bbf5e873c0" providerId="LiveId" clId="{ED5BFA4C-6A6C-4203-95DC-218005CAD3A0}" dt="2022-06-27T13:00:17.434" v="3122" actId="478"/>
          <ac:cxnSpMkLst>
            <pc:docMk/>
            <pc:sldMk cId="2244780704" sldId="266"/>
            <ac:cxnSpMk id="63" creationId="{3C5457EE-8114-4733-0DF0-EF63890A7D9B}"/>
          </ac:cxnSpMkLst>
        </pc:cxnChg>
        <pc:cxnChg chg="add mod">
          <ac:chgData name="Luca Longinotti" userId="4fe812bbf5e873c0" providerId="LiveId" clId="{ED5BFA4C-6A6C-4203-95DC-218005CAD3A0}" dt="2022-06-27T22:09:16.168" v="5051" actId="1076"/>
          <ac:cxnSpMkLst>
            <pc:docMk/>
            <pc:sldMk cId="2244780704" sldId="266"/>
            <ac:cxnSpMk id="64" creationId="{B4F9D79B-3641-D41F-F07A-583F7882F141}"/>
          </ac:cxnSpMkLst>
        </pc:cxnChg>
        <pc:cxnChg chg="add del mod">
          <ac:chgData name="Luca Longinotti" userId="4fe812bbf5e873c0" providerId="LiveId" clId="{ED5BFA4C-6A6C-4203-95DC-218005CAD3A0}" dt="2022-06-26T19:44:26.009" v="2940" actId="478"/>
          <ac:cxnSpMkLst>
            <pc:docMk/>
            <pc:sldMk cId="2244780704" sldId="266"/>
            <ac:cxnSpMk id="66" creationId="{91E6417F-0F9E-343D-B953-63AC7ECF70C0}"/>
          </ac:cxnSpMkLst>
        </pc:cxnChg>
        <pc:cxnChg chg="add mod">
          <ac:chgData name="Luca Longinotti" userId="4fe812bbf5e873c0" providerId="LiveId" clId="{ED5BFA4C-6A6C-4203-95DC-218005CAD3A0}" dt="2022-06-27T22:09:21.905" v="5053" actId="1076"/>
          <ac:cxnSpMkLst>
            <pc:docMk/>
            <pc:sldMk cId="2244780704" sldId="266"/>
            <ac:cxnSpMk id="67" creationId="{15FDD5F7-C172-EAF3-6D28-30009F92CA67}"/>
          </ac:cxnSpMkLst>
        </pc:cxnChg>
        <pc:cxnChg chg="add mod">
          <ac:chgData name="Luca Longinotti" userId="4fe812bbf5e873c0" providerId="LiveId" clId="{ED5BFA4C-6A6C-4203-95DC-218005CAD3A0}" dt="2022-06-27T22:08:38.073" v="5044" actId="1076"/>
          <ac:cxnSpMkLst>
            <pc:docMk/>
            <pc:sldMk cId="2244780704" sldId="266"/>
            <ac:cxnSpMk id="72" creationId="{62733AA4-84AB-5044-41AB-66A3F08BA1CD}"/>
          </ac:cxnSpMkLst>
        </pc:cxnChg>
        <pc:cxnChg chg="add del mod">
          <ac:chgData name="Luca Longinotti" userId="4fe812bbf5e873c0" providerId="LiveId" clId="{ED5BFA4C-6A6C-4203-95DC-218005CAD3A0}" dt="2022-06-26T19:46:59.183" v="3012" actId="478"/>
          <ac:cxnSpMkLst>
            <pc:docMk/>
            <pc:sldMk cId="2244780704" sldId="266"/>
            <ac:cxnSpMk id="73" creationId="{7120753E-4E01-CDE1-1ABD-C72A99726BA6}"/>
          </ac:cxnSpMkLst>
        </pc:cxnChg>
        <pc:cxnChg chg="add mod">
          <ac:chgData name="Luca Longinotti" userId="4fe812bbf5e873c0" providerId="LiveId" clId="{ED5BFA4C-6A6C-4203-95DC-218005CAD3A0}" dt="2022-06-27T22:02:06.201" v="4981" actId="1076"/>
          <ac:cxnSpMkLst>
            <pc:docMk/>
            <pc:sldMk cId="2244780704" sldId="266"/>
            <ac:cxnSpMk id="74" creationId="{9365CBD8-86B2-6026-344F-630B33D66AAC}"/>
          </ac:cxnSpMkLst>
        </pc:cxnChg>
        <pc:cxnChg chg="add mod">
          <ac:chgData name="Luca Longinotti" userId="4fe812bbf5e873c0" providerId="LiveId" clId="{ED5BFA4C-6A6C-4203-95DC-218005CAD3A0}" dt="2022-06-27T22:10:13.477" v="5062" actId="1076"/>
          <ac:cxnSpMkLst>
            <pc:docMk/>
            <pc:sldMk cId="2244780704" sldId="266"/>
            <ac:cxnSpMk id="75" creationId="{0D9F0D30-42C5-40B5-5130-99F5492C23BD}"/>
          </ac:cxnSpMkLst>
        </pc:cxnChg>
        <pc:cxnChg chg="add del mod">
          <ac:chgData name="Luca Longinotti" userId="4fe812bbf5e873c0" providerId="LiveId" clId="{ED5BFA4C-6A6C-4203-95DC-218005CAD3A0}" dt="2022-06-28T17:37:11.454" v="6246" actId="478"/>
          <ac:cxnSpMkLst>
            <pc:docMk/>
            <pc:sldMk cId="2244780704" sldId="266"/>
            <ac:cxnSpMk id="76" creationId="{799D6886-9D4F-AF1A-4CA1-C1BAB9B638D2}"/>
          </ac:cxnSpMkLst>
        </pc:cxnChg>
        <pc:cxnChg chg="add mod">
          <ac:chgData name="Luca Longinotti" userId="4fe812bbf5e873c0" providerId="LiveId" clId="{ED5BFA4C-6A6C-4203-95DC-218005CAD3A0}" dt="2022-06-27T08:28:59.758" v="3055" actId="1076"/>
          <ac:cxnSpMkLst>
            <pc:docMk/>
            <pc:sldMk cId="2244780704" sldId="266"/>
            <ac:cxnSpMk id="84" creationId="{D30DCD23-78C2-5AA8-08FD-643C1C0E65D5}"/>
          </ac:cxnSpMkLst>
        </pc:cxnChg>
        <pc:cxnChg chg="add mod">
          <ac:chgData name="Luca Longinotti" userId="4fe812bbf5e873c0" providerId="LiveId" clId="{ED5BFA4C-6A6C-4203-95DC-218005CAD3A0}" dt="2022-06-27T13:10:08.081" v="3224" actId="1076"/>
          <ac:cxnSpMkLst>
            <pc:docMk/>
            <pc:sldMk cId="2244780704" sldId="266"/>
            <ac:cxnSpMk id="86" creationId="{EB837CBD-F44A-FA52-1AA3-333EA90666C7}"/>
          </ac:cxnSpMkLst>
        </pc:cxnChg>
        <pc:cxnChg chg="add mod">
          <ac:chgData name="Luca Longinotti" userId="4fe812bbf5e873c0" providerId="LiveId" clId="{ED5BFA4C-6A6C-4203-95DC-218005CAD3A0}" dt="2022-06-27T13:09:56.291" v="3221" actId="1076"/>
          <ac:cxnSpMkLst>
            <pc:docMk/>
            <pc:sldMk cId="2244780704" sldId="266"/>
            <ac:cxnSpMk id="87" creationId="{2ACBCF71-6DF3-8C48-820A-FDF968434032}"/>
          </ac:cxnSpMkLst>
        </pc:cxnChg>
        <pc:cxnChg chg="add mod">
          <ac:chgData name="Luca Longinotti" userId="4fe812bbf5e873c0" providerId="LiveId" clId="{ED5BFA4C-6A6C-4203-95DC-218005CAD3A0}" dt="2022-06-27T08:28:59.758" v="3055" actId="1076"/>
          <ac:cxnSpMkLst>
            <pc:docMk/>
            <pc:sldMk cId="2244780704" sldId="266"/>
            <ac:cxnSpMk id="88" creationId="{CE36C017-767A-8B6D-B793-122DA3CEFD51}"/>
          </ac:cxnSpMkLst>
        </pc:cxnChg>
        <pc:cxnChg chg="add mod">
          <ac:chgData name="Luca Longinotti" userId="4fe812bbf5e873c0" providerId="LiveId" clId="{ED5BFA4C-6A6C-4203-95DC-218005CAD3A0}" dt="2022-06-27T13:11:23.082" v="3258" actId="1076"/>
          <ac:cxnSpMkLst>
            <pc:docMk/>
            <pc:sldMk cId="2244780704" sldId="266"/>
            <ac:cxnSpMk id="89" creationId="{02071C13-130D-2D1A-0C13-4BC352811B60}"/>
          </ac:cxnSpMkLst>
        </pc:cxnChg>
        <pc:cxnChg chg="add mod">
          <ac:chgData name="Luca Longinotti" userId="4fe812bbf5e873c0" providerId="LiveId" clId="{ED5BFA4C-6A6C-4203-95DC-218005CAD3A0}" dt="2022-06-27T13:13:45.280" v="3274" actId="1076"/>
          <ac:cxnSpMkLst>
            <pc:docMk/>
            <pc:sldMk cId="2244780704" sldId="266"/>
            <ac:cxnSpMk id="100" creationId="{A3985835-0934-5DF9-1390-BA19CC4F9304}"/>
          </ac:cxnSpMkLst>
        </pc:cxnChg>
        <pc:cxnChg chg="add mod">
          <ac:chgData name="Luca Longinotti" userId="4fe812bbf5e873c0" providerId="LiveId" clId="{ED5BFA4C-6A6C-4203-95DC-218005CAD3A0}" dt="2022-06-27T13:13:43.513" v="3273" actId="1076"/>
          <ac:cxnSpMkLst>
            <pc:docMk/>
            <pc:sldMk cId="2244780704" sldId="266"/>
            <ac:cxnSpMk id="101" creationId="{9A218FB2-4C69-A73C-7045-8ACF0F6116FD}"/>
          </ac:cxnSpMkLst>
        </pc:cxnChg>
        <pc:cxnChg chg="add mod">
          <ac:chgData name="Luca Longinotti" userId="4fe812bbf5e873c0" providerId="LiveId" clId="{ED5BFA4C-6A6C-4203-95DC-218005CAD3A0}" dt="2022-06-27T13:15:26.716" v="3295" actId="1076"/>
          <ac:cxnSpMkLst>
            <pc:docMk/>
            <pc:sldMk cId="2244780704" sldId="266"/>
            <ac:cxnSpMk id="106" creationId="{47ED7D31-3467-7603-942B-5242F6450ACB}"/>
          </ac:cxnSpMkLst>
        </pc:cxnChg>
        <pc:cxnChg chg="add mod">
          <ac:chgData name="Luca Longinotti" userId="4fe812bbf5e873c0" providerId="LiveId" clId="{ED5BFA4C-6A6C-4203-95DC-218005CAD3A0}" dt="2022-06-27T13:17:07.081" v="3322" actId="14100"/>
          <ac:cxnSpMkLst>
            <pc:docMk/>
            <pc:sldMk cId="2244780704" sldId="266"/>
            <ac:cxnSpMk id="110" creationId="{1F765B42-C682-78CF-C6B1-83FFDE436106}"/>
          </ac:cxnSpMkLst>
        </pc:cxnChg>
        <pc:cxnChg chg="add mod">
          <ac:chgData name="Luca Longinotti" userId="4fe812bbf5e873c0" providerId="LiveId" clId="{ED5BFA4C-6A6C-4203-95DC-218005CAD3A0}" dt="2022-06-27T13:16:59.732" v="3321" actId="14100"/>
          <ac:cxnSpMkLst>
            <pc:docMk/>
            <pc:sldMk cId="2244780704" sldId="266"/>
            <ac:cxnSpMk id="112" creationId="{40903B54-E296-E743-A5FA-D75AB1B0AD76}"/>
          </ac:cxnSpMkLst>
        </pc:cxnChg>
        <pc:cxnChg chg="add del mod">
          <ac:chgData name="Luca Longinotti" userId="4fe812bbf5e873c0" providerId="LiveId" clId="{ED5BFA4C-6A6C-4203-95DC-218005CAD3A0}" dt="2022-06-26T19:46:20.090" v="3005" actId="478"/>
          <ac:cxnSpMkLst>
            <pc:docMk/>
            <pc:sldMk cId="2244780704" sldId="266"/>
            <ac:cxnSpMk id="119" creationId="{E41EA5EB-DFEB-7F69-9DB4-F58B8611099A}"/>
          </ac:cxnSpMkLst>
        </pc:cxnChg>
        <pc:cxnChg chg="add del mod">
          <ac:chgData name="Luca Longinotti" userId="4fe812bbf5e873c0" providerId="LiveId" clId="{ED5BFA4C-6A6C-4203-95DC-218005CAD3A0}" dt="2022-06-26T19:48:54.819" v="3038" actId="478"/>
          <ac:cxnSpMkLst>
            <pc:docMk/>
            <pc:sldMk cId="2244780704" sldId="266"/>
            <ac:cxnSpMk id="128" creationId="{764C7C9E-026B-6367-9DCC-6AE8C232A3E6}"/>
          </ac:cxnSpMkLst>
        </pc:cxnChg>
        <pc:cxnChg chg="add del mod">
          <ac:chgData name="Luca Longinotti" userId="4fe812bbf5e873c0" providerId="LiveId" clId="{ED5BFA4C-6A6C-4203-95DC-218005CAD3A0}" dt="2022-06-26T19:48:53.951" v="3037" actId="478"/>
          <ac:cxnSpMkLst>
            <pc:docMk/>
            <pc:sldMk cId="2244780704" sldId="266"/>
            <ac:cxnSpMk id="132" creationId="{8D5CA658-C74B-1360-19BA-A9629DC29DC1}"/>
          </ac:cxnSpMkLst>
        </pc:cxnChg>
        <pc:cxnChg chg="add del mod">
          <ac:chgData name="Luca Longinotti" userId="4fe812bbf5e873c0" providerId="LiveId" clId="{ED5BFA4C-6A6C-4203-95DC-218005CAD3A0}" dt="2022-06-26T19:48:52.980" v="3036" actId="478"/>
          <ac:cxnSpMkLst>
            <pc:docMk/>
            <pc:sldMk cId="2244780704" sldId="266"/>
            <ac:cxnSpMk id="134" creationId="{F6CE59B8-8A7B-8065-1FD4-5E83C6A09CA0}"/>
          </ac:cxnSpMkLst>
        </pc:cxnChg>
        <pc:cxnChg chg="add mod">
          <ac:chgData name="Luca Longinotti" userId="4fe812bbf5e873c0" providerId="LiveId" clId="{ED5BFA4C-6A6C-4203-95DC-218005CAD3A0}" dt="2022-06-26T19:47:59.351" v="3025" actId="14100"/>
          <ac:cxnSpMkLst>
            <pc:docMk/>
            <pc:sldMk cId="2244780704" sldId="266"/>
            <ac:cxnSpMk id="138" creationId="{EE3092A1-5A93-35EF-EC30-2140B95BB876}"/>
          </ac:cxnSpMkLst>
        </pc:cxnChg>
        <pc:cxnChg chg="add del mod">
          <ac:chgData name="Luca Longinotti" userId="4fe812bbf5e873c0" providerId="LiveId" clId="{ED5BFA4C-6A6C-4203-95DC-218005CAD3A0}" dt="2022-06-26T19:48:19.327" v="3029" actId="478"/>
          <ac:cxnSpMkLst>
            <pc:docMk/>
            <pc:sldMk cId="2244780704" sldId="266"/>
            <ac:cxnSpMk id="141" creationId="{A400DCC3-6C8E-DD36-DDB2-2CF584384A52}"/>
          </ac:cxnSpMkLst>
        </pc:cxnChg>
        <pc:cxnChg chg="add mod">
          <ac:chgData name="Luca Longinotti" userId="4fe812bbf5e873c0" providerId="LiveId" clId="{ED5BFA4C-6A6C-4203-95DC-218005CAD3A0}" dt="2022-06-26T19:48:26.386" v="3031" actId="14100"/>
          <ac:cxnSpMkLst>
            <pc:docMk/>
            <pc:sldMk cId="2244780704" sldId="266"/>
            <ac:cxnSpMk id="143" creationId="{7C20467A-9F72-853D-A8D6-DE4CB394914A}"/>
          </ac:cxnSpMkLst>
        </pc:cxnChg>
        <pc:cxnChg chg="add">
          <ac:chgData name="Luca Longinotti" userId="4fe812bbf5e873c0" providerId="LiveId" clId="{ED5BFA4C-6A6C-4203-95DC-218005CAD3A0}" dt="2022-06-26T19:48:39.949" v="3032" actId="11529"/>
          <ac:cxnSpMkLst>
            <pc:docMk/>
            <pc:sldMk cId="2244780704" sldId="266"/>
            <ac:cxnSpMk id="146" creationId="{F66D6C58-DED7-9BDA-DADD-E2D543B4E576}"/>
          </ac:cxnSpMkLst>
        </pc:cxnChg>
        <pc:cxnChg chg="add mod">
          <ac:chgData name="Luca Longinotti" userId="4fe812bbf5e873c0" providerId="LiveId" clId="{ED5BFA4C-6A6C-4203-95DC-218005CAD3A0}" dt="2022-06-26T19:48:49.667" v="3035" actId="14100"/>
          <ac:cxnSpMkLst>
            <pc:docMk/>
            <pc:sldMk cId="2244780704" sldId="266"/>
            <ac:cxnSpMk id="148" creationId="{C84E5F1A-3A2B-3442-1A37-A5ED87CA9747}"/>
          </ac:cxnSpMkLst>
        </pc:cxnChg>
      </pc:sldChg>
      <pc:sldChg chg="modSp add mod">
        <pc:chgData name="Luca Longinotti" userId="4fe812bbf5e873c0" providerId="LiveId" clId="{ED5BFA4C-6A6C-4203-95DC-218005CAD3A0}" dt="2022-06-28T12:53:11.606" v="5680" actId="2"/>
        <pc:sldMkLst>
          <pc:docMk/>
          <pc:sldMk cId="1275990003" sldId="267"/>
        </pc:sldMkLst>
        <pc:spChg chg="mod">
          <ac:chgData name="Luca Longinotti" userId="4fe812bbf5e873c0" providerId="LiveId" clId="{ED5BFA4C-6A6C-4203-95DC-218005CAD3A0}" dt="2022-06-25T20:29:13.927" v="2492" actId="20577"/>
          <ac:spMkLst>
            <pc:docMk/>
            <pc:sldMk cId="1275990003" sldId="267"/>
            <ac:spMk id="2" creationId="{03A7C58A-46C8-7D49-100A-9AED7EC03EC0}"/>
          </ac:spMkLst>
        </pc:spChg>
        <pc:spChg chg="mod">
          <ac:chgData name="Luca Longinotti" userId="4fe812bbf5e873c0" providerId="LiveId" clId="{ED5BFA4C-6A6C-4203-95DC-218005CAD3A0}" dt="2022-06-28T12:53:11.606" v="5680" actId="2"/>
          <ac:spMkLst>
            <pc:docMk/>
            <pc:sldMk cId="1275990003" sldId="267"/>
            <ac:spMk id="3" creationId="{184236CD-1C63-1ABE-FE8B-A185F8B88A7F}"/>
          </ac:spMkLst>
        </pc:spChg>
      </pc:sldChg>
      <pc:sldChg chg="modSp add mod">
        <pc:chgData name="Luca Longinotti" userId="4fe812bbf5e873c0" providerId="LiveId" clId="{ED5BFA4C-6A6C-4203-95DC-218005CAD3A0}" dt="2022-06-28T12:53:15.940" v="5703" actId="2"/>
        <pc:sldMkLst>
          <pc:docMk/>
          <pc:sldMk cId="3413637382" sldId="268"/>
        </pc:sldMkLst>
        <pc:spChg chg="mod">
          <ac:chgData name="Luca Longinotti" userId="4fe812bbf5e873c0" providerId="LiveId" clId="{ED5BFA4C-6A6C-4203-95DC-218005CAD3A0}" dt="2022-06-25T20:29:18.643" v="2495" actId="20577"/>
          <ac:spMkLst>
            <pc:docMk/>
            <pc:sldMk cId="3413637382" sldId="268"/>
            <ac:spMk id="2" creationId="{03A7C58A-46C8-7D49-100A-9AED7EC03EC0}"/>
          </ac:spMkLst>
        </pc:spChg>
        <pc:spChg chg="mod">
          <ac:chgData name="Luca Longinotti" userId="4fe812bbf5e873c0" providerId="LiveId" clId="{ED5BFA4C-6A6C-4203-95DC-218005CAD3A0}" dt="2022-06-28T12:53:15.940" v="5703" actId="2"/>
          <ac:spMkLst>
            <pc:docMk/>
            <pc:sldMk cId="3413637382" sldId="268"/>
            <ac:spMk id="3" creationId="{184236CD-1C63-1ABE-FE8B-A185F8B88A7F}"/>
          </ac:spMkLst>
        </pc:spChg>
      </pc:sldChg>
      <pc:sldChg chg="modSp add mod">
        <pc:chgData name="Luca Longinotti" userId="4fe812bbf5e873c0" providerId="LiveId" clId="{ED5BFA4C-6A6C-4203-95DC-218005CAD3A0}" dt="2022-06-28T12:53:17.941" v="5714" actId="2"/>
        <pc:sldMkLst>
          <pc:docMk/>
          <pc:sldMk cId="3814619345" sldId="269"/>
        </pc:sldMkLst>
        <pc:spChg chg="mod">
          <ac:chgData name="Luca Longinotti" userId="4fe812bbf5e873c0" providerId="LiveId" clId="{ED5BFA4C-6A6C-4203-95DC-218005CAD3A0}" dt="2022-06-25T20:29:21.571" v="2496" actId="20577"/>
          <ac:spMkLst>
            <pc:docMk/>
            <pc:sldMk cId="3814619345" sldId="269"/>
            <ac:spMk id="2" creationId="{03A7C58A-46C8-7D49-100A-9AED7EC03EC0}"/>
          </ac:spMkLst>
        </pc:spChg>
        <pc:spChg chg="mod">
          <ac:chgData name="Luca Longinotti" userId="4fe812bbf5e873c0" providerId="LiveId" clId="{ED5BFA4C-6A6C-4203-95DC-218005CAD3A0}" dt="2022-06-28T12:53:17.941" v="5714" actId="2"/>
          <ac:spMkLst>
            <pc:docMk/>
            <pc:sldMk cId="3814619345" sldId="269"/>
            <ac:spMk id="3" creationId="{184236CD-1C63-1ABE-FE8B-A185F8B88A7F}"/>
          </ac:spMkLst>
        </pc:spChg>
      </pc:sldChg>
      <pc:sldChg chg="addSp delSp modSp new mod">
        <pc:chgData name="Luca Longinotti" userId="4fe812bbf5e873c0" providerId="LiveId" clId="{ED5BFA4C-6A6C-4203-95DC-218005CAD3A0}" dt="2022-06-28T12:52:42.465" v="5553" actId="2"/>
        <pc:sldMkLst>
          <pc:docMk/>
          <pc:sldMk cId="2710566177" sldId="270"/>
        </pc:sldMkLst>
        <pc:spChg chg="del">
          <ac:chgData name="Luca Longinotti" userId="4fe812bbf5e873c0" providerId="LiveId" clId="{ED5BFA4C-6A6C-4203-95DC-218005CAD3A0}" dt="2022-06-27T14:15:21.967" v="3894" actId="478"/>
          <ac:spMkLst>
            <pc:docMk/>
            <pc:sldMk cId="2710566177" sldId="270"/>
            <ac:spMk id="2" creationId="{09871B58-A376-4E97-B1A4-0BE0F70ED751}"/>
          </ac:spMkLst>
        </pc:spChg>
        <pc:spChg chg="del">
          <ac:chgData name="Luca Longinotti" userId="4fe812bbf5e873c0" providerId="LiveId" clId="{ED5BFA4C-6A6C-4203-95DC-218005CAD3A0}" dt="2022-06-27T14:15:22.667" v="3895" actId="478"/>
          <ac:spMkLst>
            <pc:docMk/>
            <pc:sldMk cId="2710566177" sldId="270"/>
            <ac:spMk id="3" creationId="{09CB3218-FA74-F6BB-47B2-1CBDF35D4909}"/>
          </ac:spMkLst>
        </pc:spChg>
        <pc:spChg chg="add mod">
          <ac:chgData name="Luca Longinotti" userId="4fe812bbf5e873c0" providerId="LiveId" clId="{ED5BFA4C-6A6C-4203-95DC-218005CAD3A0}" dt="2022-06-27T14:16:01.525" v="3913" actId="20577"/>
          <ac:spMkLst>
            <pc:docMk/>
            <pc:sldMk cId="2710566177" sldId="270"/>
            <ac:spMk id="4" creationId="{96D4395D-0C59-0174-7F22-0DDADF24CED6}"/>
          </ac:spMkLst>
        </pc:spChg>
        <pc:spChg chg="add mod">
          <ac:chgData name="Luca Longinotti" userId="4fe812bbf5e873c0" providerId="LiveId" clId="{ED5BFA4C-6A6C-4203-95DC-218005CAD3A0}" dt="2022-06-27T15:45:21.360" v="4073" actId="14100"/>
          <ac:spMkLst>
            <pc:docMk/>
            <pc:sldMk cId="2710566177" sldId="270"/>
            <ac:spMk id="5" creationId="{DD9E13D2-F3EC-B8D6-B93A-7B2B90A8F543}"/>
          </ac:spMkLst>
        </pc:spChg>
        <pc:spChg chg="add mod">
          <ac:chgData name="Luca Longinotti" userId="4fe812bbf5e873c0" providerId="LiveId" clId="{ED5BFA4C-6A6C-4203-95DC-218005CAD3A0}" dt="2022-06-28T12:52:34.944" v="5534" actId="2"/>
          <ac:spMkLst>
            <pc:docMk/>
            <pc:sldMk cId="2710566177" sldId="270"/>
            <ac:spMk id="6" creationId="{C37C98CC-E717-67D8-8E98-91A61F51C47C}"/>
          </ac:spMkLst>
        </pc:spChg>
        <pc:spChg chg="add mod">
          <ac:chgData name="Luca Longinotti" userId="4fe812bbf5e873c0" providerId="LiveId" clId="{ED5BFA4C-6A6C-4203-95DC-218005CAD3A0}" dt="2022-06-27T15:55:41.218" v="4118" actId="1076"/>
          <ac:spMkLst>
            <pc:docMk/>
            <pc:sldMk cId="2710566177" sldId="270"/>
            <ac:spMk id="7" creationId="{45646C1B-9A7A-4088-F90D-BBB15FC81A6B}"/>
          </ac:spMkLst>
        </pc:spChg>
        <pc:spChg chg="add mod">
          <ac:chgData name="Luca Longinotti" userId="4fe812bbf5e873c0" providerId="LiveId" clId="{ED5BFA4C-6A6C-4203-95DC-218005CAD3A0}" dt="2022-06-28T12:52:36.057" v="5537" actId="2"/>
          <ac:spMkLst>
            <pc:docMk/>
            <pc:sldMk cId="2710566177" sldId="270"/>
            <ac:spMk id="9" creationId="{F4B69D26-5A0B-A695-73FE-648AB6668011}"/>
          </ac:spMkLst>
        </pc:spChg>
        <pc:spChg chg="add mod">
          <ac:chgData name="Luca Longinotti" userId="4fe812bbf5e873c0" providerId="LiveId" clId="{ED5BFA4C-6A6C-4203-95DC-218005CAD3A0}" dt="2022-06-27T16:27:48.556" v="4460" actId="14100"/>
          <ac:spMkLst>
            <pc:docMk/>
            <pc:sldMk cId="2710566177" sldId="270"/>
            <ac:spMk id="13" creationId="{3FB0B7B3-8080-45F3-5A28-A750EAFE7F73}"/>
          </ac:spMkLst>
        </pc:spChg>
        <pc:spChg chg="add mod">
          <ac:chgData name="Luca Longinotti" userId="4fe812bbf5e873c0" providerId="LiveId" clId="{ED5BFA4C-6A6C-4203-95DC-218005CAD3A0}" dt="2022-06-28T12:52:36.360" v="5538" actId="2"/>
          <ac:spMkLst>
            <pc:docMk/>
            <pc:sldMk cId="2710566177" sldId="270"/>
            <ac:spMk id="19" creationId="{55CB786A-94C1-5CA8-2527-33E3A936CB92}"/>
          </ac:spMkLst>
        </pc:spChg>
        <pc:spChg chg="add mod">
          <ac:chgData name="Luca Longinotti" userId="4fe812bbf5e873c0" providerId="LiveId" clId="{ED5BFA4C-6A6C-4203-95DC-218005CAD3A0}" dt="2022-06-27T16:07:24.267" v="4196" actId="1076"/>
          <ac:spMkLst>
            <pc:docMk/>
            <pc:sldMk cId="2710566177" sldId="270"/>
            <ac:spMk id="20" creationId="{B5E5386D-7675-90B1-2C92-0D21B17DE286}"/>
          </ac:spMkLst>
        </pc:spChg>
        <pc:spChg chg="add mod">
          <ac:chgData name="Luca Longinotti" userId="4fe812bbf5e873c0" providerId="LiveId" clId="{ED5BFA4C-6A6C-4203-95DC-218005CAD3A0}" dt="2022-06-28T12:52:38.061" v="5542" actId="2"/>
          <ac:spMkLst>
            <pc:docMk/>
            <pc:sldMk cId="2710566177" sldId="270"/>
            <ac:spMk id="22" creationId="{C51E3ADB-B494-6B49-B00E-BDF4A1ED85C6}"/>
          </ac:spMkLst>
        </pc:spChg>
        <pc:spChg chg="add mod">
          <ac:chgData name="Luca Longinotti" userId="4fe812bbf5e873c0" providerId="LiveId" clId="{ED5BFA4C-6A6C-4203-95DC-218005CAD3A0}" dt="2022-06-27T16:10:39.932" v="4269" actId="14100"/>
          <ac:spMkLst>
            <pc:docMk/>
            <pc:sldMk cId="2710566177" sldId="270"/>
            <ac:spMk id="26" creationId="{F0F0D59D-DC58-4CD7-A0AF-D12BCCC09147}"/>
          </ac:spMkLst>
        </pc:spChg>
        <pc:spChg chg="add mod">
          <ac:chgData name="Luca Longinotti" userId="4fe812bbf5e873c0" providerId="LiveId" clId="{ED5BFA4C-6A6C-4203-95DC-218005CAD3A0}" dt="2022-06-28T10:23:42.846" v="5340" actId="1076"/>
          <ac:spMkLst>
            <pc:docMk/>
            <pc:sldMk cId="2710566177" sldId="270"/>
            <ac:spMk id="27" creationId="{1081E857-5BE1-234A-443B-243B5391AB94}"/>
          </ac:spMkLst>
        </pc:spChg>
        <pc:spChg chg="add mod">
          <ac:chgData name="Luca Longinotti" userId="4fe812bbf5e873c0" providerId="LiveId" clId="{ED5BFA4C-6A6C-4203-95DC-218005CAD3A0}" dt="2022-06-28T12:52:38.476" v="5543" actId="2"/>
          <ac:spMkLst>
            <pc:docMk/>
            <pc:sldMk cId="2710566177" sldId="270"/>
            <ac:spMk id="28" creationId="{CC2975ED-5354-F5A9-455A-15D08CAE1046}"/>
          </ac:spMkLst>
        </pc:spChg>
        <pc:spChg chg="add mod">
          <ac:chgData name="Luca Longinotti" userId="4fe812bbf5e873c0" providerId="LiveId" clId="{ED5BFA4C-6A6C-4203-95DC-218005CAD3A0}" dt="2022-06-28T12:52:39.053" v="5544" actId="2"/>
          <ac:spMkLst>
            <pc:docMk/>
            <pc:sldMk cId="2710566177" sldId="270"/>
            <ac:spMk id="32" creationId="{1CB163C5-792C-3767-09F2-961BF4AC4C38}"/>
          </ac:spMkLst>
        </pc:spChg>
        <pc:spChg chg="add mod">
          <ac:chgData name="Luca Longinotti" userId="4fe812bbf5e873c0" providerId="LiveId" clId="{ED5BFA4C-6A6C-4203-95DC-218005CAD3A0}" dt="2022-06-28T10:23:28.327" v="5337" actId="1076"/>
          <ac:spMkLst>
            <pc:docMk/>
            <pc:sldMk cId="2710566177" sldId="270"/>
            <ac:spMk id="33" creationId="{BC225BBF-73CF-F7F8-3E03-7B89DBE0CE77}"/>
          </ac:spMkLst>
        </pc:spChg>
        <pc:spChg chg="add mod">
          <ac:chgData name="Luca Longinotti" userId="4fe812bbf5e873c0" providerId="LiveId" clId="{ED5BFA4C-6A6C-4203-95DC-218005CAD3A0}" dt="2022-06-28T10:23:49.879" v="5341" actId="1076"/>
          <ac:spMkLst>
            <pc:docMk/>
            <pc:sldMk cId="2710566177" sldId="270"/>
            <ac:spMk id="35" creationId="{65503662-23FD-5147-7DDA-6E69A7E0AFF5}"/>
          </ac:spMkLst>
        </pc:spChg>
        <pc:spChg chg="add mod">
          <ac:chgData name="Luca Longinotti" userId="4fe812bbf5e873c0" providerId="LiveId" clId="{ED5BFA4C-6A6C-4203-95DC-218005CAD3A0}" dt="2022-06-28T12:52:40.109" v="5547" actId="2"/>
          <ac:spMkLst>
            <pc:docMk/>
            <pc:sldMk cId="2710566177" sldId="270"/>
            <ac:spMk id="36" creationId="{48C53A7F-726A-E9C6-709F-FB55D8B8394C}"/>
          </ac:spMkLst>
        </pc:spChg>
        <pc:spChg chg="add mod">
          <ac:chgData name="Luca Longinotti" userId="4fe812bbf5e873c0" providerId="LiveId" clId="{ED5BFA4C-6A6C-4203-95DC-218005CAD3A0}" dt="2022-06-28T12:52:41.810" v="5551" actId="2"/>
          <ac:spMkLst>
            <pc:docMk/>
            <pc:sldMk cId="2710566177" sldId="270"/>
            <ac:spMk id="37" creationId="{4BDCF65A-7163-573A-BFBF-5350CA8593B4}"/>
          </ac:spMkLst>
        </pc:spChg>
        <pc:spChg chg="add mod">
          <ac:chgData name="Luca Longinotti" userId="4fe812bbf5e873c0" providerId="LiveId" clId="{ED5BFA4C-6A6C-4203-95DC-218005CAD3A0}" dt="2022-06-28T12:52:42.112" v="5552" actId="2"/>
          <ac:spMkLst>
            <pc:docMk/>
            <pc:sldMk cId="2710566177" sldId="270"/>
            <ac:spMk id="38" creationId="{3DD9C64A-5F90-423D-C6E4-C90EC7330DD9}"/>
          </ac:spMkLst>
        </pc:spChg>
        <pc:spChg chg="add mod">
          <ac:chgData name="Luca Longinotti" userId="4fe812bbf5e873c0" providerId="LiveId" clId="{ED5BFA4C-6A6C-4203-95DC-218005CAD3A0}" dt="2022-06-28T12:52:42.465" v="5553" actId="2"/>
          <ac:spMkLst>
            <pc:docMk/>
            <pc:sldMk cId="2710566177" sldId="270"/>
            <ac:spMk id="39" creationId="{3A5E42CF-2F6D-907B-16A8-BAD7CA1DE791}"/>
          </ac:spMkLst>
        </pc:spChg>
        <pc:cxnChg chg="add mod">
          <ac:chgData name="Luca Longinotti" userId="4fe812bbf5e873c0" providerId="LiveId" clId="{ED5BFA4C-6A6C-4203-95DC-218005CAD3A0}" dt="2022-06-28T10:13:44.808" v="5277" actId="14100"/>
          <ac:cxnSpMkLst>
            <pc:docMk/>
            <pc:sldMk cId="2710566177" sldId="270"/>
            <ac:cxnSpMk id="8" creationId="{E4C6A5A1-7EE8-AB8C-FF22-2AD0BB41C8FF}"/>
          </ac:cxnSpMkLst>
        </pc:cxnChg>
        <pc:cxnChg chg="add del mod">
          <ac:chgData name="Luca Longinotti" userId="4fe812bbf5e873c0" providerId="LiveId" clId="{ED5BFA4C-6A6C-4203-95DC-218005CAD3A0}" dt="2022-06-27T15:57:12.989" v="4146" actId="478"/>
          <ac:cxnSpMkLst>
            <pc:docMk/>
            <pc:sldMk cId="2710566177" sldId="270"/>
            <ac:cxnSpMk id="10" creationId="{6213665F-BD2E-AD74-51C5-BA158BD88D16}"/>
          </ac:cxnSpMkLst>
        </pc:cxnChg>
        <pc:cxnChg chg="add del mod">
          <ac:chgData name="Luca Longinotti" userId="4fe812bbf5e873c0" providerId="LiveId" clId="{ED5BFA4C-6A6C-4203-95DC-218005CAD3A0}" dt="2022-06-27T15:56:28.468" v="4126" actId="478"/>
          <ac:cxnSpMkLst>
            <pc:docMk/>
            <pc:sldMk cId="2710566177" sldId="270"/>
            <ac:cxnSpMk id="11" creationId="{D1248B28-BB7C-393E-545A-EFC96FCA5721}"/>
          </ac:cxnSpMkLst>
        </pc:cxnChg>
        <pc:cxnChg chg="add del mod">
          <ac:chgData name="Luca Longinotti" userId="4fe812bbf5e873c0" providerId="LiveId" clId="{ED5BFA4C-6A6C-4203-95DC-218005CAD3A0}" dt="2022-06-27T15:56:29.456" v="4127" actId="478"/>
          <ac:cxnSpMkLst>
            <pc:docMk/>
            <pc:sldMk cId="2710566177" sldId="270"/>
            <ac:cxnSpMk id="12" creationId="{428EC8F1-CA81-FA66-2725-449834B9C475}"/>
          </ac:cxnSpMkLst>
        </pc:cxnChg>
        <pc:cxnChg chg="add mod">
          <ac:chgData name="Luca Longinotti" userId="4fe812bbf5e873c0" providerId="LiveId" clId="{ED5BFA4C-6A6C-4203-95DC-218005CAD3A0}" dt="2022-06-27T15:58:06.103" v="4154" actId="14100"/>
          <ac:cxnSpMkLst>
            <pc:docMk/>
            <pc:sldMk cId="2710566177" sldId="270"/>
            <ac:cxnSpMk id="14" creationId="{84503667-0B8B-0B91-5D73-687E254FA396}"/>
          </ac:cxnSpMkLst>
        </pc:cxnChg>
        <pc:cxnChg chg="add mod">
          <ac:chgData name="Luca Longinotti" userId="4fe812bbf5e873c0" providerId="LiveId" clId="{ED5BFA4C-6A6C-4203-95DC-218005CAD3A0}" dt="2022-06-28T10:22:53.234" v="5330" actId="108"/>
          <ac:cxnSpMkLst>
            <pc:docMk/>
            <pc:sldMk cId="2710566177" sldId="270"/>
            <ac:cxnSpMk id="16" creationId="{E5F6C2B9-A334-E46F-11BC-ACCB5CF5C453}"/>
          </ac:cxnSpMkLst>
        </pc:cxnChg>
        <pc:cxnChg chg="add mod">
          <ac:chgData name="Luca Longinotti" userId="4fe812bbf5e873c0" providerId="LiveId" clId="{ED5BFA4C-6A6C-4203-95DC-218005CAD3A0}" dt="2022-06-27T16:07:31.681" v="4198" actId="1076"/>
          <ac:cxnSpMkLst>
            <pc:docMk/>
            <pc:sldMk cId="2710566177" sldId="270"/>
            <ac:cxnSpMk id="21" creationId="{401EFBF6-2877-1702-2808-36B04994D730}"/>
          </ac:cxnSpMkLst>
        </pc:cxnChg>
        <pc:cxnChg chg="add del mod">
          <ac:chgData name="Luca Longinotti" userId="4fe812bbf5e873c0" providerId="LiveId" clId="{ED5BFA4C-6A6C-4203-95DC-218005CAD3A0}" dt="2022-06-28T10:22:33.023" v="5327" actId="478"/>
          <ac:cxnSpMkLst>
            <pc:docMk/>
            <pc:sldMk cId="2710566177" sldId="270"/>
            <ac:cxnSpMk id="24" creationId="{CFEB5828-96F2-BA29-15B6-8FDAF268A214}"/>
          </ac:cxnSpMkLst>
        </pc:cxnChg>
        <pc:cxnChg chg="add mod">
          <ac:chgData name="Luca Longinotti" userId="4fe812bbf5e873c0" providerId="LiveId" clId="{ED5BFA4C-6A6C-4203-95DC-218005CAD3A0}" dt="2022-06-28T10:23:18.250" v="5335" actId="14100"/>
          <ac:cxnSpMkLst>
            <pc:docMk/>
            <pc:sldMk cId="2710566177" sldId="270"/>
            <ac:cxnSpMk id="30" creationId="{1929348D-01E0-A084-7EC9-B2A1C905DE4B}"/>
          </ac:cxnSpMkLst>
        </pc:cxnChg>
        <pc:cxnChg chg="add mod">
          <ac:chgData name="Luca Longinotti" userId="4fe812bbf5e873c0" providerId="LiveId" clId="{ED5BFA4C-6A6C-4203-95DC-218005CAD3A0}" dt="2022-06-28T10:21:52.269" v="5323" actId="14100"/>
          <ac:cxnSpMkLst>
            <pc:docMk/>
            <pc:sldMk cId="2710566177" sldId="270"/>
            <ac:cxnSpMk id="34" creationId="{12A25C80-8FAB-25F9-A09B-837CA92A9A33}"/>
          </ac:cxnSpMkLst>
        </pc:cxnChg>
        <pc:cxnChg chg="add mod">
          <ac:chgData name="Luca Longinotti" userId="4fe812bbf5e873c0" providerId="LiveId" clId="{ED5BFA4C-6A6C-4203-95DC-218005CAD3A0}" dt="2022-06-28T12:46:15.138" v="5464" actId="14100"/>
          <ac:cxnSpMkLst>
            <pc:docMk/>
            <pc:sldMk cId="2710566177" sldId="270"/>
            <ac:cxnSpMk id="40" creationId="{F6FBD851-0BAF-2A9A-A710-A1840DB9E4B9}"/>
          </ac:cxnSpMkLst>
        </pc:cxnChg>
      </pc:sldChg>
      <pc:sldChg chg="modSp add del mod">
        <pc:chgData name="Luca Longinotti" userId="4fe812bbf5e873c0" providerId="LiveId" clId="{ED5BFA4C-6A6C-4203-95DC-218005CAD3A0}" dt="2022-06-25T20:29:23.474" v="2497" actId="47"/>
        <pc:sldMkLst>
          <pc:docMk/>
          <pc:sldMk cId="2781424031" sldId="270"/>
        </pc:sldMkLst>
        <pc:spChg chg="mod">
          <ac:chgData name="Luca Longinotti" userId="4fe812bbf5e873c0" providerId="LiveId" clId="{ED5BFA4C-6A6C-4203-95DC-218005CAD3A0}" dt="2022-06-25T19:07:30.458" v="708" actId="20577"/>
          <ac:spMkLst>
            <pc:docMk/>
            <pc:sldMk cId="2781424031" sldId="270"/>
            <ac:spMk id="2" creationId="{03A7C58A-46C8-7D49-100A-9AED7EC03EC0}"/>
          </ac:spMkLst>
        </pc:spChg>
        <pc:spChg chg="mod">
          <ac:chgData name="Luca Longinotti" userId="4fe812bbf5e873c0" providerId="LiveId" clId="{ED5BFA4C-6A6C-4203-95DC-218005CAD3A0}" dt="2022-06-25T20:28:51.289" v="2485" actId="20577"/>
          <ac:spMkLst>
            <pc:docMk/>
            <pc:sldMk cId="2781424031" sldId="270"/>
            <ac:spMk id="3" creationId="{184236CD-1C63-1ABE-FE8B-A185F8B88A7F}"/>
          </ac:spMkLst>
        </pc:spChg>
      </pc:sldChg>
      <pc:sldChg chg="addSp delSp modSp new del mod">
        <pc:chgData name="Luca Longinotti" userId="4fe812bbf5e873c0" providerId="LiveId" clId="{ED5BFA4C-6A6C-4203-95DC-218005CAD3A0}" dt="2022-06-27T16:29:44.270" v="4525" actId="47"/>
        <pc:sldMkLst>
          <pc:docMk/>
          <pc:sldMk cId="1577859207" sldId="271"/>
        </pc:sldMkLst>
        <pc:spChg chg="del">
          <ac:chgData name="Luca Longinotti" userId="4fe812bbf5e873c0" providerId="LiveId" clId="{ED5BFA4C-6A6C-4203-95DC-218005CAD3A0}" dt="2022-06-27T14:15:29.678" v="3897" actId="478"/>
          <ac:spMkLst>
            <pc:docMk/>
            <pc:sldMk cId="1577859207" sldId="271"/>
            <ac:spMk id="2" creationId="{14033161-BEF3-96F5-ECF4-E0293DB0ACEB}"/>
          </ac:spMkLst>
        </pc:spChg>
        <pc:spChg chg="del">
          <ac:chgData name="Luca Longinotti" userId="4fe812bbf5e873c0" providerId="LiveId" clId="{ED5BFA4C-6A6C-4203-95DC-218005CAD3A0}" dt="2022-06-27T14:15:31.989" v="3898" actId="478"/>
          <ac:spMkLst>
            <pc:docMk/>
            <pc:sldMk cId="1577859207" sldId="271"/>
            <ac:spMk id="3" creationId="{75477AB8-B82C-523E-F3B0-7774A9E81B33}"/>
          </ac:spMkLst>
        </pc:spChg>
        <pc:spChg chg="add mod">
          <ac:chgData name="Luca Longinotti" userId="4fe812bbf5e873c0" providerId="LiveId" clId="{ED5BFA4C-6A6C-4203-95DC-218005CAD3A0}" dt="2022-06-27T14:16:11.256" v="3925" actId="20577"/>
          <ac:spMkLst>
            <pc:docMk/>
            <pc:sldMk cId="1577859207" sldId="271"/>
            <ac:spMk id="4" creationId="{C323C69B-47F2-6E94-638C-DDB38E64DA4C}"/>
          </ac:spMkLst>
        </pc:spChg>
      </pc:sldChg>
      <pc:sldChg chg="addSp delSp modSp add mod">
        <pc:chgData name="Luca Longinotti" userId="4fe812bbf5e873c0" providerId="LiveId" clId="{ED5BFA4C-6A6C-4203-95DC-218005CAD3A0}" dt="2022-06-28T12:52:50.485" v="5582" actId="2"/>
        <pc:sldMkLst>
          <pc:docMk/>
          <pc:sldMk cId="2624853299" sldId="272"/>
        </pc:sldMkLst>
        <pc:spChg chg="mod">
          <ac:chgData name="Luca Longinotti" userId="4fe812bbf5e873c0" providerId="LiveId" clId="{ED5BFA4C-6A6C-4203-95DC-218005CAD3A0}" dt="2022-06-28T12:52:42.720" v="5554" actId="2"/>
          <ac:spMkLst>
            <pc:docMk/>
            <pc:sldMk cId="2624853299" sldId="272"/>
            <ac:spMk id="4" creationId="{96D4395D-0C59-0174-7F22-0DDADF24CED6}"/>
          </ac:spMkLst>
        </pc:spChg>
        <pc:spChg chg="mod">
          <ac:chgData name="Luca Longinotti" userId="4fe812bbf5e873c0" providerId="LiveId" clId="{ED5BFA4C-6A6C-4203-95DC-218005CAD3A0}" dt="2022-06-28T10:30:06.020" v="5418" actId="108"/>
          <ac:spMkLst>
            <pc:docMk/>
            <pc:sldMk cId="2624853299" sldId="272"/>
            <ac:spMk id="5" creationId="{DD9E13D2-F3EC-B8D6-B93A-7B2B90A8F543}"/>
          </ac:spMkLst>
        </pc:spChg>
        <pc:spChg chg="mod">
          <ac:chgData name="Luca Longinotti" userId="4fe812bbf5e873c0" providerId="LiveId" clId="{ED5BFA4C-6A6C-4203-95DC-218005CAD3A0}" dt="2022-06-28T12:52:43.344" v="5556" actId="2"/>
          <ac:spMkLst>
            <pc:docMk/>
            <pc:sldMk cId="2624853299" sldId="272"/>
            <ac:spMk id="6" creationId="{C37C98CC-E717-67D8-8E98-91A61F51C47C}"/>
          </ac:spMkLst>
        </pc:spChg>
        <pc:spChg chg="mod">
          <ac:chgData name="Luca Longinotti" userId="4fe812bbf5e873c0" providerId="LiveId" clId="{ED5BFA4C-6A6C-4203-95DC-218005CAD3A0}" dt="2022-06-28T10:28:48.797" v="5401" actId="1076"/>
          <ac:spMkLst>
            <pc:docMk/>
            <pc:sldMk cId="2624853299" sldId="272"/>
            <ac:spMk id="7" creationId="{45646C1B-9A7A-4088-F90D-BBB15FC81A6B}"/>
          </ac:spMkLst>
        </pc:spChg>
        <pc:spChg chg="del">
          <ac:chgData name="Luca Longinotti" userId="4fe812bbf5e873c0" providerId="LiveId" clId="{ED5BFA4C-6A6C-4203-95DC-218005CAD3A0}" dt="2022-06-28T10:15:31.351" v="5317" actId="478"/>
          <ac:spMkLst>
            <pc:docMk/>
            <pc:sldMk cId="2624853299" sldId="272"/>
            <ac:spMk id="9" creationId="{F4B69D26-5A0B-A695-73FE-648AB6668011}"/>
          </ac:spMkLst>
        </pc:spChg>
        <pc:spChg chg="mod">
          <ac:chgData name="Luca Longinotti" userId="4fe812bbf5e873c0" providerId="LiveId" clId="{ED5BFA4C-6A6C-4203-95DC-218005CAD3A0}" dt="2022-06-28T12:52:43.668" v="5557" actId="2"/>
          <ac:spMkLst>
            <pc:docMk/>
            <pc:sldMk cId="2624853299" sldId="272"/>
            <ac:spMk id="19" creationId="{55CB786A-94C1-5CA8-2527-33E3A936CB92}"/>
          </ac:spMkLst>
        </pc:spChg>
        <pc:spChg chg="mod">
          <ac:chgData name="Luca Longinotti" userId="4fe812bbf5e873c0" providerId="LiveId" clId="{ED5BFA4C-6A6C-4203-95DC-218005CAD3A0}" dt="2022-06-28T10:29:04.117" v="5405" actId="1076"/>
          <ac:spMkLst>
            <pc:docMk/>
            <pc:sldMk cId="2624853299" sldId="272"/>
            <ac:spMk id="20" creationId="{B5E5386D-7675-90B1-2C92-0D21B17DE286}"/>
          </ac:spMkLst>
        </pc:spChg>
        <pc:spChg chg="mod">
          <ac:chgData name="Luca Longinotti" userId="4fe812bbf5e873c0" providerId="LiveId" clId="{ED5BFA4C-6A6C-4203-95DC-218005CAD3A0}" dt="2022-06-28T12:52:44.436" v="5559" actId="2"/>
          <ac:spMkLst>
            <pc:docMk/>
            <pc:sldMk cId="2624853299" sldId="272"/>
            <ac:spMk id="22" creationId="{C51E3ADB-B494-6B49-B00E-BDF4A1ED85C6}"/>
          </ac:spMkLst>
        </pc:spChg>
        <pc:spChg chg="add mod">
          <ac:chgData name="Luca Longinotti" userId="4fe812bbf5e873c0" providerId="LiveId" clId="{ED5BFA4C-6A6C-4203-95DC-218005CAD3A0}" dt="2022-06-28T12:52:47.560" v="5570" actId="2"/>
          <ac:spMkLst>
            <pc:docMk/>
            <pc:sldMk cId="2624853299" sldId="272"/>
            <ac:spMk id="23" creationId="{773A3B61-BE3B-4BFF-BCB4-CEE1B7AD66F7}"/>
          </ac:spMkLst>
        </pc:spChg>
        <pc:spChg chg="add mod">
          <ac:chgData name="Luca Longinotti" userId="4fe812bbf5e873c0" providerId="LiveId" clId="{ED5BFA4C-6A6C-4203-95DC-218005CAD3A0}" dt="2022-06-28T12:52:48.345" v="5574" actId="2"/>
          <ac:spMkLst>
            <pc:docMk/>
            <pc:sldMk cId="2624853299" sldId="272"/>
            <ac:spMk id="25" creationId="{FB07315A-520A-D6B1-9EB3-50E98334DA69}"/>
          </ac:spMkLst>
        </pc:spChg>
        <pc:spChg chg="mod">
          <ac:chgData name="Luca Longinotti" userId="4fe812bbf5e873c0" providerId="LiveId" clId="{ED5BFA4C-6A6C-4203-95DC-218005CAD3A0}" dt="2022-06-27T16:52:16.267" v="4817" actId="1076"/>
          <ac:spMkLst>
            <pc:docMk/>
            <pc:sldMk cId="2624853299" sldId="272"/>
            <ac:spMk id="26" creationId="{F0F0D59D-DC58-4CD7-A0AF-D12BCCC09147}"/>
          </ac:spMkLst>
        </pc:spChg>
        <pc:spChg chg="mod">
          <ac:chgData name="Luca Longinotti" userId="4fe812bbf5e873c0" providerId="LiveId" clId="{ED5BFA4C-6A6C-4203-95DC-218005CAD3A0}" dt="2022-06-28T12:52:44.644" v="5560" actId="2"/>
          <ac:spMkLst>
            <pc:docMk/>
            <pc:sldMk cId="2624853299" sldId="272"/>
            <ac:spMk id="27" creationId="{1081E857-5BE1-234A-443B-243B5391AB94}"/>
          </ac:spMkLst>
        </pc:spChg>
        <pc:spChg chg="del mod">
          <ac:chgData name="Luca Longinotti" userId="4fe812bbf5e873c0" providerId="LiveId" clId="{ED5BFA4C-6A6C-4203-95DC-218005CAD3A0}" dt="2022-06-27T16:49:32.010" v="4713" actId="478"/>
          <ac:spMkLst>
            <pc:docMk/>
            <pc:sldMk cId="2624853299" sldId="272"/>
            <ac:spMk id="28" creationId="{CC2975ED-5354-F5A9-455A-15D08CAE1046}"/>
          </ac:spMkLst>
        </pc:spChg>
        <pc:spChg chg="add del mod">
          <ac:chgData name="Luca Longinotti" userId="4fe812bbf5e873c0" providerId="LiveId" clId="{ED5BFA4C-6A6C-4203-95DC-218005CAD3A0}" dt="2022-06-27T16:52:23.140" v="4820" actId="478"/>
          <ac:spMkLst>
            <pc:docMk/>
            <pc:sldMk cId="2624853299" sldId="272"/>
            <ac:spMk id="29" creationId="{2B6B7A5A-0020-61EC-ECB8-15F2DE02F77E}"/>
          </ac:spMkLst>
        </pc:spChg>
        <pc:spChg chg="add mod">
          <ac:chgData name="Luca Longinotti" userId="4fe812bbf5e873c0" providerId="LiveId" clId="{ED5BFA4C-6A6C-4203-95DC-218005CAD3A0}" dt="2022-06-28T12:52:50.022" v="5580" actId="2"/>
          <ac:spMkLst>
            <pc:docMk/>
            <pc:sldMk cId="2624853299" sldId="272"/>
            <ac:spMk id="29" creationId="{A600B385-5BF2-462D-FE81-F5813A70A1C2}"/>
          </ac:spMkLst>
        </pc:spChg>
        <pc:spChg chg="add del mod">
          <ac:chgData name="Luca Longinotti" userId="4fe812bbf5e873c0" providerId="LiveId" clId="{ED5BFA4C-6A6C-4203-95DC-218005CAD3A0}" dt="2022-06-28T12:52:48.715" v="5576" actId="2"/>
          <ac:spMkLst>
            <pc:docMk/>
            <pc:sldMk cId="2624853299" sldId="272"/>
            <ac:spMk id="31" creationId="{D14362D3-151D-18E0-0059-D54EE9423534}"/>
          </ac:spMkLst>
        </pc:spChg>
        <pc:spChg chg="mod">
          <ac:chgData name="Luca Longinotti" userId="4fe812bbf5e873c0" providerId="LiveId" clId="{ED5BFA4C-6A6C-4203-95DC-218005CAD3A0}" dt="2022-06-28T10:29:33.504" v="5413" actId="1076"/>
          <ac:spMkLst>
            <pc:docMk/>
            <pc:sldMk cId="2624853299" sldId="272"/>
            <ac:spMk id="32" creationId="{1CB163C5-792C-3767-09F2-961BF4AC4C38}"/>
          </ac:spMkLst>
        </pc:spChg>
        <pc:spChg chg="add del mod">
          <ac:chgData name="Luca Longinotti" userId="4fe812bbf5e873c0" providerId="LiveId" clId="{ED5BFA4C-6A6C-4203-95DC-218005CAD3A0}" dt="2022-06-27T16:52:30.566" v="4824" actId="478"/>
          <ac:spMkLst>
            <pc:docMk/>
            <pc:sldMk cId="2624853299" sldId="272"/>
            <ac:spMk id="33" creationId="{435D8F4A-E76A-07EF-5858-BDE0D7117260}"/>
          </ac:spMkLst>
        </pc:spChg>
        <pc:spChg chg="add mod">
          <ac:chgData name="Luca Longinotti" userId="4fe812bbf5e873c0" providerId="LiveId" clId="{ED5BFA4C-6A6C-4203-95DC-218005CAD3A0}" dt="2022-06-28T12:52:50.246" v="5581" actId="2"/>
          <ac:spMkLst>
            <pc:docMk/>
            <pc:sldMk cId="2624853299" sldId="272"/>
            <ac:spMk id="33" creationId="{ED94235A-6E1D-ED21-F49F-9860AD7656DC}"/>
          </ac:spMkLst>
        </pc:spChg>
        <pc:spChg chg="add mod">
          <ac:chgData name="Luca Longinotti" userId="4fe812bbf5e873c0" providerId="LiveId" clId="{ED5BFA4C-6A6C-4203-95DC-218005CAD3A0}" dt="2022-06-27T16:52:35.808" v="4826" actId="1076"/>
          <ac:spMkLst>
            <pc:docMk/>
            <pc:sldMk cId="2624853299" sldId="272"/>
            <ac:spMk id="35" creationId="{A8E0BA38-60B6-4250-0C0C-6478D702754E}"/>
          </ac:spMkLst>
        </pc:spChg>
        <pc:spChg chg="mod">
          <ac:chgData name="Luca Longinotti" userId="4fe812bbf5e873c0" providerId="LiveId" clId="{ED5BFA4C-6A6C-4203-95DC-218005CAD3A0}" dt="2022-06-28T12:52:45.445" v="5563" actId="2"/>
          <ac:spMkLst>
            <pc:docMk/>
            <pc:sldMk cId="2624853299" sldId="272"/>
            <ac:spMk id="36" creationId="{48C53A7F-726A-E9C6-709F-FB55D8B8394C}"/>
          </ac:spMkLst>
        </pc:spChg>
        <pc:spChg chg="mod">
          <ac:chgData name="Luca Longinotti" userId="4fe812bbf5e873c0" providerId="LiveId" clId="{ED5BFA4C-6A6C-4203-95DC-218005CAD3A0}" dt="2022-06-28T12:52:46.840" v="5567" actId="2"/>
          <ac:spMkLst>
            <pc:docMk/>
            <pc:sldMk cId="2624853299" sldId="272"/>
            <ac:spMk id="37" creationId="{4BDCF65A-7163-573A-BFBF-5350CA8593B4}"/>
          </ac:spMkLst>
        </pc:spChg>
        <pc:spChg chg="add mod">
          <ac:chgData name="Luca Longinotti" userId="4fe812bbf5e873c0" providerId="LiveId" clId="{ED5BFA4C-6A6C-4203-95DC-218005CAD3A0}" dt="2022-06-28T12:52:48.889" v="5577" actId="2"/>
          <ac:spMkLst>
            <pc:docMk/>
            <pc:sldMk cId="2624853299" sldId="272"/>
            <ac:spMk id="39" creationId="{6A804851-09E9-FE33-4FEE-19F009163251}"/>
          </ac:spMkLst>
        </pc:spChg>
        <pc:spChg chg="add mod">
          <ac:chgData name="Luca Longinotti" userId="4fe812bbf5e873c0" providerId="LiveId" clId="{ED5BFA4C-6A6C-4203-95DC-218005CAD3A0}" dt="2022-06-28T12:52:50.485" v="5582" actId="2"/>
          <ac:spMkLst>
            <pc:docMk/>
            <pc:sldMk cId="2624853299" sldId="272"/>
            <ac:spMk id="51" creationId="{82E61F85-333C-5D72-6F0A-E3F6FD97F686}"/>
          </ac:spMkLst>
        </pc:spChg>
        <pc:cxnChg chg="mod">
          <ac:chgData name="Luca Longinotti" userId="4fe812bbf5e873c0" providerId="LiveId" clId="{ED5BFA4C-6A6C-4203-95DC-218005CAD3A0}" dt="2022-06-28T10:28:51.593" v="5402" actId="14100"/>
          <ac:cxnSpMkLst>
            <pc:docMk/>
            <pc:sldMk cId="2624853299" sldId="272"/>
            <ac:cxnSpMk id="8" creationId="{E4C6A5A1-7EE8-AB8C-FF22-2AD0BB41C8FF}"/>
          </ac:cxnSpMkLst>
        </pc:cxnChg>
        <pc:cxnChg chg="mod">
          <ac:chgData name="Luca Longinotti" userId="4fe812bbf5e873c0" providerId="LiveId" clId="{ED5BFA4C-6A6C-4203-95DC-218005CAD3A0}" dt="2022-06-28T10:15:14.935" v="5314" actId="14100"/>
          <ac:cxnSpMkLst>
            <pc:docMk/>
            <pc:sldMk cId="2624853299" sldId="272"/>
            <ac:cxnSpMk id="14" creationId="{84503667-0B8B-0B91-5D73-687E254FA396}"/>
          </ac:cxnSpMkLst>
        </pc:cxnChg>
        <pc:cxnChg chg="mod">
          <ac:chgData name="Luca Longinotti" userId="4fe812bbf5e873c0" providerId="LiveId" clId="{ED5BFA4C-6A6C-4203-95DC-218005CAD3A0}" dt="2022-06-28T12:40:37.987" v="5429" actId="14100"/>
          <ac:cxnSpMkLst>
            <pc:docMk/>
            <pc:sldMk cId="2624853299" sldId="272"/>
            <ac:cxnSpMk id="21" creationId="{401EFBF6-2877-1702-2808-36B04994D730}"/>
          </ac:cxnSpMkLst>
        </pc:cxnChg>
        <pc:cxnChg chg="mod">
          <ac:chgData name="Luca Longinotti" userId="4fe812bbf5e873c0" providerId="LiveId" clId="{ED5BFA4C-6A6C-4203-95DC-218005CAD3A0}" dt="2022-06-28T12:40:59.890" v="5434" actId="14100"/>
          <ac:cxnSpMkLst>
            <pc:docMk/>
            <pc:sldMk cId="2624853299" sldId="272"/>
            <ac:cxnSpMk id="24" creationId="{CFEB5828-96F2-BA29-15B6-8FDAF268A214}"/>
          </ac:cxnSpMkLst>
        </pc:cxnChg>
        <pc:cxnChg chg="mod">
          <ac:chgData name="Luca Longinotti" userId="4fe812bbf5e873c0" providerId="LiveId" clId="{ED5BFA4C-6A6C-4203-95DC-218005CAD3A0}" dt="2022-06-28T12:41:31.573" v="5440" actId="14100"/>
          <ac:cxnSpMkLst>
            <pc:docMk/>
            <pc:sldMk cId="2624853299" sldId="272"/>
            <ac:cxnSpMk id="30" creationId="{1929348D-01E0-A084-7EC9-B2A1C905DE4B}"/>
          </ac:cxnSpMkLst>
        </pc:cxnChg>
        <pc:cxnChg chg="mod">
          <ac:chgData name="Luca Longinotti" userId="4fe812bbf5e873c0" providerId="LiveId" clId="{ED5BFA4C-6A6C-4203-95DC-218005CAD3A0}" dt="2022-06-28T12:43:04.210" v="5457" actId="1076"/>
          <ac:cxnSpMkLst>
            <pc:docMk/>
            <pc:sldMk cId="2624853299" sldId="272"/>
            <ac:cxnSpMk id="34" creationId="{12A25C80-8FAB-25F9-A09B-837CA92A9A33}"/>
          </ac:cxnSpMkLst>
        </pc:cxnChg>
        <pc:cxnChg chg="add mod">
          <ac:chgData name="Luca Longinotti" userId="4fe812bbf5e873c0" providerId="LiveId" clId="{ED5BFA4C-6A6C-4203-95DC-218005CAD3A0}" dt="2022-06-28T12:46:58.414" v="5493" actId="1076"/>
          <ac:cxnSpMkLst>
            <pc:docMk/>
            <pc:sldMk cId="2624853299" sldId="272"/>
            <ac:cxnSpMk id="52" creationId="{F3E8D736-36FC-226F-3088-A6E45425DD2F}"/>
          </ac:cxnSpMkLst>
        </pc:cxnChg>
      </pc:sldChg>
      <pc:sldChg chg="addSp delSp modSp mod">
        <pc:chgData name="Luca Longinotti" userId="4fe812bbf5e873c0" providerId="LiveId" clId="{ED5BFA4C-6A6C-4203-95DC-218005CAD3A0}" dt="2022-06-28T13:07:47.994" v="5947" actId="1076"/>
        <pc:sldMkLst>
          <pc:docMk/>
          <pc:sldMk cId="3425753174" sldId="279"/>
        </pc:sldMkLst>
        <pc:spChg chg="add del mod">
          <ac:chgData name="Luca Longinotti" userId="4fe812bbf5e873c0" providerId="LiveId" clId="{ED5BFA4C-6A6C-4203-95DC-218005CAD3A0}" dt="2022-06-28T12:58:52.031" v="5729" actId="478"/>
          <ac:spMkLst>
            <pc:docMk/>
            <pc:sldMk cId="3425753174" sldId="279"/>
            <ac:spMk id="3" creationId="{5393BFBE-89E2-D8CB-7281-51437CF8333C}"/>
          </ac:spMkLst>
        </pc:spChg>
        <pc:spChg chg="del">
          <ac:chgData name="Luca Longinotti" userId="4fe812bbf5e873c0" providerId="LiveId" clId="{ED5BFA4C-6A6C-4203-95DC-218005CAD3A0}" dt="2022-06-28T12:58:49.903" v="5728" actId="478"/>
          <ac:spMkLst>
            <pc:docMk/>
            <pc:sldMk cId="3425753174" sldId="279"/>
            <ac:spMk id="4" creationId="{00000000-0000-0000-0000-000000000000}"/>
          </ac:spMkLst>
        </pc:spChg>
        <pc:spChg chg="mod">
          <ac:chgData name="Luca Longinotti" userId="4fe812bbf5e873c0" providerId="LiveId" clId="{ED5BFA4C-6A6C-4203-95DC-218005CAD3A0}" dt="2022-06-28T13:07:37.271" v="5937" actId="2"/>
          <ac:spMkLst>
            <pc:docMk/>
            <pc:sldMk cId="3425753174" sldId="279"/>
            <ac:spMk id="5" creationId="{00000000-0000-0000-0000-000000000000}"/>
          </ac:spMkLst>
        </pc:spChg>
        <pc:spChg chg="mod">
          <ac:chgData name="Luca Longinotti" userId="4fe812bbf5e873c0" providerId="LiveId" clId="{ED5BFA4C-6A6C-4203-95DC-218005CAD3A0}" dt="2022-06-28T13:07:37.664" v="5938" actId="2"/>
          <ac:spMkLst>
            <pc:docMk/>
            <pc:sldMk cId="3425753174" sldId="279"/>
            <ac:spMk id="8" creationId="{00000000-0000-0000-0000-000000000000}"/>
          </ac:spMkLst>
        </pc:spChg>
        <pc:spChg chg="mod">
          <ac:chgData name="Luca Longinotti" userId="4fe812bbf5e873c0" providerId="LiveId" clId="{ED5BFA4C-6A6C-4203-95DC-218005CAD3A0}" dt="2022-06-28T13:07:37.839" v="5939" actId="2"/>
          <ac:spMkLst>
            <pc:docMk/>
            <pc:sldMk cId="3425753174" sldId="279"/>
            <ac:spMk id="10" creationId="{00000000-0000-0000-0000-000000000000}"/>
          </ac:spMkLst>
        </pc:spChg>
        <pc:spChg chg="mod">
          <ac:chgData name="Luca Longinotti" userId="4fe812bbf5e873c0" providerId="LiveId" clId="{ED5BFA4C-6A6C-4203-95DC-218005CAD3A0}" dt="2022-06-28T13:07:38.303" v="5940" actId="2"/>
          <ac:spMkLst>
            <pc:docMk/>
            <pc:sldMk cId="3425753174" sldId="279"/>
            <ac:spMk id="13" creationId="{00000000-0000-0000-0000-000000000000}"/>
          </ac:spMkLst>
        </pc:spChg>
        <pc:spChg chg="mod">
          <ac:chgData name="Luca Longinotti" userId="4fe812bbf5e873c0" providerId="LiveId" clId="{ED5BFA4C-6A6C-4203-95DC-218005CAD3A0}" dt="2022-06-28T13:03:23.703" v="5849" actId="108"/>
          <ac:spMkLst>
            <pc:docMk/>
            <pc:sldMk cId="3425753174" sldId="279"/>
            <ac:spMk id="17" creationId="{00000000-0000-0000-0000-000000000000}"/>
          </ac:spMkLst>
        </pc:spChg>
        <pc:spChg chg="mod">
          <ac:chgData name="Luca Longinotti" userId="4fe812bbf5e873c0" providerId="LiveId" clId="{ED5BFA4C-6A6C-4203-95DC-218005CAD3A0}" dt="2022-06-28T13:07:38.526" v="5941" actId="2"/>
          <ac:spMkLst>
            <pc:docMk/>
            <pc:sldMk cId="3425753174" sldId="279"/>
            <ac:spMk id="21" creationId="{00000000-0000-0000-0000-000000000000}"/>
          </ac:spMkLst>
        </pc:spChg>
        <pc:spChg chg="mod">
          <ac:chgData name="Luca Longinotti" userId="4fe812bbf5e873c0" providerId="LiveId" clId="{ED5BFA4C-6A6C-4203-95DC-218005CAD3A0}" dt="2022-06-28T13:07:38.848" v="5942" actId="2"/>
          <ac:spMkLst>
            <pc:docMk/>
            <pc:sldMk cId="3425753174" sldId="279"/>
            <ac:spMk id="27" creationId="{00000000-0000-0000-0000-000000000000}"/>
          </ac:spMkLst>
        </pc:spChg>
        <pc:spChg chg="mod">
          <ac:chgData name="Luca Longinotti" userId="4fe812bbf5e873c0" providerId="LiveId" clId="{ED5BFA4C-6A6C-4203-95DC-218005CAD3A0}" dt="2022-06-28T13:07:39.183" v="5943" actId="2"/>
          <ac:spMkLst>
            <pc:docMk/>
            <pc:sldMk cId="3425753174" sldId="279"/>
            <ac:spMk id="34" creationId="{00000000-0000-0000-0000-000000000000}"/>
          </ac:spMkLst>
        </pc:spChg>
        <pc:spChg chg="mod">
          <ac:chgData name="Luca Longinotti" userId="4fe812bbf5e873c0" providerId="LiveId" clId="{ED5BFA4C-6A6C-4203-95DC-218005CAD3A0}" dt="2022-06-28T13:07:39.375" v="5944" actId="2"/>
          <ac:spMkLst>
            <pc:docMk/>
            <pc:sldMk cId="3425753174" sldId="279"/>
            <ac:spMk id="37" creationId="{00000000-0000-0000-0000-000000000000}"/>
          </ac:spMkLst>
        </pc:spChg>
        <pc:spChg chg="mod">
          <ac:chgData name="Luca Longinotti" userId="4fe812bbf5e873c0" providerId="LiveId" clId="{ED5BFA4C-6A6C-4203-95DC-218005CAD3A0}" dt="2022-06-28T13:07:19.255" v="5935" actId="1076"/>
          <ac:spMkLst>
            <pc:docMk/>
            <pc:sldMk cId="3425753174" sldId="279"/>
            <ac:spMk id="39" creationId="{00000000-0000-0000-0000-000000000000}"/>
          </ac:spMkLst>
        </pc:spChg>
        <pc:spChg chg="add mod">
          <ac:chgData name="Luca Longinotti" userId="4fe812bbf5e873c0" providerId="LiveId" clId="{ED5BFA4C-6A6C-4203-95DC-218005CAD3A0}" dt="2022-06-28T13:07:47.994" v="5947" actId="1076"/>
          <ac:spMkLst>
            <pc:docMk/>
            <pc:sldMk cId="3425753174" sldId="279"/>
            <ac:spMk id="40" creationId="{85E86413-F3C7-401C-BBD9-C166B9FAB693}"/>
          </ac:spMkLst>
        </pc:spChg>
        <pc:spChg chg="mod">
          <ac:chgData name="Luca Longinotti" userId="4fe812bbf5e873c0" providerId="LiveId" clId="{ED5BFA4C-6A6C-4203-95DC-218005CAD3A0}" dt="2022-06-28T13:07:39.535" v="5945" actId="2"/>
          <ac:spMkLst>
            <pc:docMk/>
            <pc:sldMk cId="3425753174" sldId="279"/>
            <ac:spMk id="42" creationId="{00000000-0000-0000-0000-000000000000}"/>
          </ac:spMkLst>
        </pc:spChg>
        <pc:spChg chg="mod">
          <ac:chgData name="Luca Longinotti" userId="4fe812bbf5e873c0" providerId="LiveId" clId="{ED5BFA4C-6A6C-4203-95DC-218005CAD3A0}" dt="2022-06-28T13:07:39.715" v="5946" actId="2"/>
          <ac:spMkLst>
            <pc:docMk/>
            <pc:sldMk cId="3425753174" sldId="279"/>
            <ac:spMk id="43" creationId="{00000000-0000-0000-0000-000000000000}"/>
          </ac:spMkLst>
        </pc:spChg>
        <pc:cxnChg chg="mod">
          <ac:chgData name="Luca Longinotti" userId="4fe812bbf5e873c0" providerId="LiveId" clId="{ED5BFA4C-6A6C-4203-95DC-218005CAD3A0}" dt="2022-06-28T13:01:39.920" v="5809" actId="14100"/>
          <ac:cxnSpMkLst>
            <pc:docMk/>
            <pc:sldMk cId="3425753174" sldId="279"/>
            <ac:cxnSpMk id="6" creationId="{00000000-0000-0000-0000-000000000000}"/>
          </ac:cxnSpMkLst>
        </pc:cxnChg>
        <pc:cxnChg chg="mod">
          <ac:chgData name="Luca Longinotti" userId="4fe812bbf5e873c0" providerId="LiveId" clId="{ED5BFA4C-6A6C-4203-95DC-218005CAD3A0}" dt="2022-06-28T13:01:40.482" v="5810" actId="14100"/>
          <ac:cxnSpMkLst>
            <pc:docMk/>
            <pc:sldMk cId="3425753174" sldId="279"/>
            <ac:cxnSpMk id="11" creationId="{00000000-0000-0000-0000-000000000000}"/>
          </ac:cxnSpMkLst>
        </pc:cxnChg>
        <pc:cxnChg chg="mod">
          <ac:chgData name="Luca Longinotti" userId="4fe812bbf5e873c0" providerId="LiveId" clId="{ED5BFA4C-6A6C-4203-95DC-218005CAD3A0}" dt="2022-06-28T13:05:54.152" v="5899" actId="14100"/>
          <ac:cxnSpMkLst>
            <pc:docMk/>
            <pc:sldMk cId="3425753174" sldId="279"/>
            <ac:cxnSpMk id="35" creationId="{00000000-0000-0000-0000-000000000000}"/>
          </ac:cxnSpMkLst>
        </pc:cxnChg>
        <pc:cxnChg chg="mod">
          <ac:chgData name="Luca Longinotti" userId="4fe812bbf5e873c0" providerId="LiveId" clId="{ED5BFA4C-6A6C-4203-95DC-218005CAD3A0}" dt="2022-06-28T13:07:19.255" v="5935" actId="1076"/>
          <ac:cxnSpMkLst>
            <pc:docMk/>
            <pc:sldMk cId="3425753174" sldId="279"/>
            <ac:cxnSpMk id="38" creationId="{00000000-0000-0000-0000-000000000000}"/>
          </ac:cxnSpMkLst>
        </pc:cxnChg>
        <pc:cxnChg chg="mod">
          <ac:chgData name="Luca Longinotti" userId="4fe812bbf5e873c0" providerId="LiveId" clId="{ED5BFA4C-6A6C-4203-95DC-218005CAD3A0}" dt="2022-06-28T13:07:25.278" v="5936" actId="14100"/>
          <ac:cxnSpMkLst>
            <pc:docMk/>
            <pc:sldMk cId="3425753174" sldId="279"/>
            <ac:cxnSpMk id="48" creationId="{00000000-0000-0000-0000-000000000000}"/>
          </ac:cxnSpMkLst>
        </pc:cxnChg>
      </pc:sldChg>
      <pc:sldChg chg="add del">
        <pc:chgData name="Luca Longinotti" userId="4fe812bbf5e873c0" providerId="LiveId" clId="{ED5BFA4C-6A6C-4203-95DC-218005CAD3A0}" dt="2022-06-28T13:09:15.654" v="5949" actId="47"/>
        <pc:sldMkLst>
          <pc:docMk/>
          <pc:sldMk cId="3149118680" sldId="280"/>
        </pc:sldMkLst>
      </pc:sldChg>
      <pc:sldChg chg="addSp delSp modSp mod">
        <pc:chgData name="Luca Longinotti" userId="4fe812bbf5e873c0" providerId="LiveId" clId="{ED5BFA4C-6A6C-4203-95DC-218005CAD3A0}" dt="2022-06-28T13:16:28.069" v="6243" actId="2"/>
        <pc:sldMkLst>
          <pc:docMk/>
          <pc:sldMk cId="1817528031" sldId="281"/>
        </pc:sldMkLst>
        <pc:spChg chg="add del mod">
          <ac:chgData name="Luca Longinotti" userId="4fe812bbf5e873c0" providerId="LiveId" clId="{ED5BFA4C-6A6C-4203-95DC-218005CAD3A0}" dt="2022-06-28T13:09:33.130" v="5953" actId="478"/>
          <ac:spMkLst>
            <pc:docMk/>
            <pc:sldMk cId="1817528031" sldId="281"/>
            <ac:spMk id="3" creationId="{4FD06511-B5B8-E907-29AA-1E8856373509}"/>
          </ac:spMkLst>
        </pc:spChg>
        <pc:spChg chg="del mod">
          <ac:chgData name="Luca Longinotti" userId="4fe812bbf5e873c0" providerId="LiveId" clId="{ED5BFA4C-6A6C-4203-95DC-218005CAD3A0}" dt="2022-06-28T13:09:31.234" v="5952" actId="478"/>
          <ac:spMkLst>
            <pc:docMk/>
            <pc:sldMk cId="1817528031" sldId="281"/>
            <ac:spMk id="4" creationId="{00000000-0000-0000-0000-000000000000}"/>
          </ac:spMkLst>
        </pc:spChg>
        <pc:spChg chg="mod">
          <ac:chgData name="Luca Longinotti" userId="4fe812bbf5e873c0" providerId="LiveId" clId="{ED5BFA4C-6A6C-4203-95DC-218005CAD3A0}" dt="2022-06-28T13:16:26.195" v="6234" actId="2"/>
          <ac:spMkLst>
            <pc:docMk/>
            <pc:sldMk cId="1817528031" sldId="281"/>
            <ac:spMk id="10" creationId="{00000000-0000-0000-0000-000000000000}"/>
          </ac:spMkLst>
        </pc:spChg>
        <pc:spChg chg="mod">
          <ac:chgData name="Luca Longinotti" userId="4fe812bbf5e873c0" providerId="LiveId" clId="{ED5BFA4C-6A6C-4203-95DC-218005CAD3A0}" dt="2022-06-28T13:16:26.323" v="6235" actId="2"/>
          <ac:spMkLst>
            <pc:docMk/>
            <pc:sldMk cId="1817528031" sldId="281"/>
            <ac:spMk id="21" creationId="{00000000-0000-0000-0000-000000000000}"/>
          </ac:spMkLst>
        </pc:spChg>
        <pc:spChg chg="mod">
          <ac:chgData name="Luca Longinotti" userId="4fe812bbf5e873c0" providerId="LiveId" clId="{ED5BFA4C-6A6C-4203-95DC-218005CAD3A0}" dt="2022-06-28T13:11:45.216" v="6033" actId="255"/>
          <ac:spMkLst>
            <pc:docMk/>
            <pc:sldMk cId="1817528031" sldId="281"/>
            <ac:spMk id="22" creationId="{00000000-0000-0000-0000-000000000000}"/>
          </ac:spMkLst>
        </pc:spChg>
        <pc:spChg chg="mod">
          <ac:chgData name="Luca Longinotti" userId="4fe812bbf5e873c0" providerId="LiveId" clId="{ED5BFA4C-6A6C-4203-95DC-218005CAD3A0}" dt="2022-06-28T13:16:26.641" v="6236" actId="2"/>
          <ac:spMkLst>
            <pc:docMk/>
            <pc:sldMk cId="1817528031" sldId="281"/>
            <ac:spMk id="26" creationId="{00000000-0000-0000-0000-000000000000}"/>
          </ac:spMkLst>
        </pc:spChg>
        <pc:spChg chg="add mod">
          <ac:chgData name="Luca Longinotti" userId="4fe812bbf5e873c0" providerId="LiveId" clId="{ED5BFA4C-6A6C-4203-95DC-218005CAD3A0}" dt="2022-06-28T13:16:28.069" v="6243" actId="2"/>
          <ac:spMkLst>
            <pc:docMk/>
            <pc:sldMk cId="1817528031" sldId="281"/>
            <ac:spMk id="27" creationId="{2E3BCBCE-7218-5028-7138-75C3CC8676E5}"/>
          </ac:spMkLst>
        </pc:spChg>
        <pc:spChg chg="mod">
          <ac:chgData name="Luca Longinotti" userId="4fe812bbf5e873c0" providerId="LiveId" clId="{ED5BFA4C-6A6C-4203-95DC-218005CAD3A0}" dt="2022-06-28T13:16:26.800" v="6237" actId="2"/>
          <ac:spMkLst>
            <pc:docMk/>
            <pc:sldMk cId="1817528031" sldId="281"/>
            <ac:spMk id="34" creationId="{00000000-0000-0000-0000-000000000000}"/>
          </ac:spMkLst>
        </pc:spChg>
        <pc:spChg chg="mod">
          <ac:chgData name="Luca Longinotti" userId="4fe812bbf5e873c0" providerId="LiveId" clId="{ED5BFA4C-6A6C-4203-95DC-218005CAD3A0}" dt="2022-06-28T13:16:27.105" v="6238" actId="2"/>
          <ac:spMkLst>
            <pc:docMk/>
            <pc:sldMk cId="1817528031" sldId="281"/>
            <ac:spMk id="42" creationId="{00000000-0000-0000-0000-000000000000}"/>
          </ac:spMkLst>
        </pc:spChg>
        <pc:spChg chg="mod">
          <ac:chgData name="Luca Longinotti" userId="4fe812bbf5e873c0" providerId="LiveId" clId="{ED5BFA4C-6A6C-4203-95DC-218005CAD3A0}" dt="2022-06-28T13:16:27.264" v="6239" actId="2"/>
          <ac:spMkLst>
            <pc:docMk/>
            <pc:sldMk cId="1817528031" sldId="281"/>
            <ac:spMk id="43" creationId="{00000000-0000-0000-0000-000000000000}"/>
          </ac:spMkLst>
        </pc:spChg>
        <pc:spChg chg="mod">
          <ac:chgData name="Luca Longinotti" userId="4fe812bbf5e873c0" providerId="LiveId" clId="{ED5BFA4C-6A6C-4203-95DC-218005CAD3A0}" dt="2022-06-28T13:16:27.429" v="6240" actId="2"/>
          <ac:spMkLst>
            <pc:docMk/>
            <pc:sldMk cId="1817528031" sldId="281"/>
            <ac:spMk id="54" creationId="{00000000-0000-0000-0000-000000000000}"/>
          </ac:spMkLst>
        </pc:spChg>
        <pc:spChg chg="mod">
          <ac:chgData name="Luca Longinotti" userId="4fe812bbf5e873c0" providerId="LiveId" clId="{ED5BFA4C-6A6C-4203-95DC-218005CAD3A0}" dt="2022-06-28T13:16:17.141" v="6233" actId="1076"/>
          <ac:spMkLst>
            <pc:docMk/>
            <pc:sldMk cId="1817528031" sldId="281"/>
            <ac:spMk id="61"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83C667-D495-D4CA-CD65-9ADE6A45CE0D}"/>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22214ACD-65FD-F721-6B9B-EFC6FF8208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3FB3AD06-9F2C-124D-445D-8D4917E00CAD}"/>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11B59B35-E968-BE06-E4E7-A2B0B4ACEFB6}"/>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27A6DCF-6B17-AF77-D0BD-F07DDA2D00F7}"/>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313122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09D187C-1A34-889B-0EDC-665044C649F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E6F373E9-B705-1836-2B71-A76443E955A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1BE4D7D6-D8C0-E120-9CE6-84EC53F34CDA}"/>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32D0C978-1A8D-D352-B149-496166D11A36}"/>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AE59D85D-9038-E2A1-6D57-007E6CC059B8}"/>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2040983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40EA65-6D90-EF75-2B13-A4741D1A10BF}"/>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9B73C08E-B77D-2E97-DE59-0C1482C6107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ED65E155-FC47-2784-08BF-A5FDD8F5EC2F}"/>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02354E43-FE44-94C2-6638-94389D8953B0}"/>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A09F8B9-ECC7-BE42-2267-EE046014FE0E}"/>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37322093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8EE9C0-6459-9A7B-E5BC-CF550693A444}"/>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B9E9B57A-3E97-43A6-DCB6-A67810EAF45F}"/>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9D221888-51D0-7511-4A06-D5FEEC7775EC}"/>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F1D342E2-45B1-30BB-08D6-27E292F6B9B4}"/>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6" name="Segnaposto piè di pagina 5">
            <a:extLst>
              <a:ext uri="{FF2B5EF4-FFF2-40B4-BE49-F238E27FC236}">
                <a16:creationId xmlns:a16="http://schemas.microsoft.com/office/drawing/2014/main" id="{0F65ECA4-E37E-3859-6F33-3581F0695D6D}"/>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FE202D25-F6BD-9E3B-F6A3-A67967351432}"/>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32266776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1546D1-2E68-B648-BE7C-C740E0FE771D}"/>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B3909898-6189-6802-37E8-2AA32B8EE8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9952E689-348C-12F4-3E1F-C4EB7F3F1306}"/>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64F8B8F9-191E-F804-4A53-C307E0BDE5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E72A148E-3494-F1A7-11C8-66465A1E0074}"/>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F6D7D81F-C049-B9B4-BF89-A8DC11832F92}"/>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8" name="Segnaposto piè di pagina 7">
            <a:extLst>
              <a:ext uri="{FF2B5EF4-FFF2-40B4-BE49-F238E27FC236}">
                <a16:creationId xmlns:a16="http://schemas.microsoft.com/office/drawing/2014/main" id="{11BB99E7-2B42-E031-3393-8A5A240C4CD3}"/>
              </a:ext>
            </a:extLst>
          </p:cNvPr>
          <p:cNvSpPr>
            <a:spLocks noGrp="1"/>
          </p:cNvSpPr>
          <p:nvPr>
            <p:ph type="ftr" sz="quarter" idx="11"/>
          </p:nvPr>
        </p:nvSpPr>
        <p:spPr/>
        <p:txBody>
          <a:bodyPr/>
          <a:lstStyle/>
          <a:p>
            <a:endParaRPr lang="it-IT" dirty="0"/>
          </a:p>
        </p:txBody>
      </p:sp>
      <p:sp>
        <p:nvSpPr>
          <p:cNvPr id="9" name="Segnaposto numero diapositiva 8">
            <a:extLst>
              <a:ext uri="{FF2B5EF4-FFF2-40B4-BE49-F238E27FC236}">
                <a16:creationId xmlns:a16="http://schemas.microsoft.com/office/drawing/2014/main" id="{A958D548-375E-800E-ADD1-D0C7BC853FC7}"/>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797818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612B56-E343-2A5C-93C2-571F0ED87FA8}"/>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44BA7FC7-5601-0349-506D-2DBD5AA2EBB7}"/>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4" name="Segnaposto piè di pagina 3">
            <a:extLst>
              <a:ext uri="{FF2B5EF4-FFF2-40B4-BE49-F238E27FC236}">
                <a16:creationId xmlns:a16="http://schemas.microsoft.com/office/drawing/2014/main" id="{D67183C0-04BD-252D-1C56-8A7824D3F965}"/>
              </a:ext>
            </a:extLst>
          </p:cNvPr>
          <p:cNvSpPr>
            <a:spLocks noGrp="1"/>
          </p:cNvSpPr>
          <p:nvPr>
            <p:ph type="ftr" sz="quarter" idx="11"/>
          </p:nvPr>
        </p:nvSpPr>
        <p:spPr/>
        <p:txBody>
          <a:bodyPr/>
          <a:lstStyle/>
          <a:p>
            <a:endParaRPr lang="it-IT" dirty="0"/>
          </a:p>
        </p:txBody>
      </p:sp>
      <p:sp>
        <p:nvSpPr>
          <p:cNvPr id="5" name="Segnaposto numero diapositiva 4">
            <a:extLst>
              <a:ext uri="{FF2B5EF4-FFF2-40B4-BE49-F238E27FC236}">
                <a16:creationId xmlns:a16="http://schemas.microsoft.com/office/drawing/2014/main" id="{F07453DD-48DD-CABC-732A-3F6FD3BB0C70}"/>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6268649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F03CD3D0-CE1D-2DE2-C0B0-4DF1EF860B2F}"/>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3" name="Segnaposto piè di pagina 2">
            <a:extLst>
              <a:ext uri="{FF2B5EF4-FFF2-40B4-BE49-F238E27FC236}">
                <a16:creationId xmlns:a16="http://schemas.microsoft.com/office/drawing/2014/main" id="{EADDC857-ADD1-1BA8-7452-8CEB9D593798}"/>
              </a:ext>
            </a:extLst>
          </p:cNvPr>
          <p:cNvSpPr>
            <a:spLocks noGrp="1"/>
          </p:cNvSpPr>
          <p:nvPr>
            <p:ph type="ftr" sz="quarter" idx="11"/>
          </p:nvPr>
        </p:nvSpPr>
        <p:spPr/>
        <p:txBody>
          <a:bodyPr/>
          <a:lstStyle/>
          <a:p>
            <a:endParaRPr lang="it-IT" dirty="0"/>
          </a:p>
        </p:txBody>
      </p:sp>
      <p:sp>
        <p:nvSpPr>
          <p:cNvPr id="4" name="Segnaposto numero diapositiva 3">
            <a:extLst>
              <a:ext uri="{FF2B5EF4-FFF2-40B4-BE49-F238E27FC236}">
                <a16:creationId xmlns:a16="http://schemas.microsoft.com/office/drawing/2014/main" id="{B2178589-3F33-C01D-5242-1A79996DB529}"/>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4268725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3BD852-E5FB-51B4-DFE4-40A4C81AAD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5E68DA39-D165-F413-3F18-8A073AD5E3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B4C7FA29-D8C0-7290-05CE-031AEFB183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EF8A0AE7-EC9F-0DD7-DD7F-76F58FDC8D09}"/>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6" name="Segnaposto piè di pagina 5">
            <a:extLst>
              <a:ext uri="{FF2B5EF4-FFF2-40B4-BE49-F238E27FC236}">
                <a16:creationId xmlns:a16="http://schemas.microsoft.com/office/drawing/2014/main" id="{C69BE2D9-257A-CC81-EC47-5FE9601CD8BB}"/>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A3E4BA39-CBD6-AF4D-D0F9-44BF68077BF6}"/>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4071936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7C6D84-3575-9414-6F31-C021A75D912D}"/>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AD77ECCC-7199-F3F6-7DE2-9200A4EBD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6A83AFB5-C7A4-4DFA-BCE1-AB5F2D065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ECEEA59-DF5A-4CBD-4E3D-4637B7CFC581}"/>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6" name="Segnaposto piè di pagina 5">
            <a:extLst>
              <a:ext uri="{FF2B5EF4-FFF2-40B4-BE49-F238E27FC236}">
                <a16:creationId xmlns:a16="http://schemas.microsoft.com/office/drawing/2014/main" id="{9CDF1C3E-27C0-F1B8-5D18-ABC32E28E4EF}"/>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C4A5E4FA-2F0F-7579-205D-5521B254ED5D}"/>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377314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FAA8040-182D-A33C-F275-8690422E27BD}"/>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9D95117-77AB-4E51-EBE3-E7B152121C7B}"/>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D1A0849-773D-A81E-551F-25B2F7737FA3}"/>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1406EDEC-EF49-5F66-9B01-D4CC8D588289}"/>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075D019E-C579-F8C1-962B-8B73C0BA8033}"/>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5691979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114A6B92-B243-4987-967B-9DC9E709CFDF}"/>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C2A4EE9A-6F56-F7BF-968E-9A2EFE7D4466}"/>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2B22784-E465-71F9-8F1A-6D74309FB293}"/>
              </a:ext>
            </a:extLst>
          </p:cNvPr>
          <p:cNvSpPr>
            <a:spLocks noGrp="1"/>
          </p:cNvSpPr>
          <p:nvPr>
            <p:ph type="dt" sz="half" idx="10"/>
          </p:nvPr>
        </p:nvSpPr>
        <p:spPr/>
        <p:txBody>
          <a:body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5A936C7C-D3D4-4183-A857-D10B2B1C5CA4}"/>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A81D4E38-FABC-DDFC-ED2B-5AEB9BBD784F}"/>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1384291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7023762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8552222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382459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40434736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08778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5397822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538334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34741564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87381217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3408055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6/28/2022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968643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1BC7A7E-A86C-3B52-8D68-3CB5E82D7C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EB007AFC-E3D4-6598-6EE2-ECEC4890BE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A57308B-2375-3289-16B0-3337FF4B90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B489A-F662-491D-9FF1-6FDA3ED1B341}" type="datetimeFigureOut">
              <a:rPr lang="it-IT" smtClean="0"/>
              <a:t>28/06/2022</a:t>
            </a:fld>
            <a:endParaRPr lang="it-IT" dirty="0"/>
          </a:p>
        </p:txBody>
      </p:sp>
      <p:sp>
        <p:nvSpPr>
          <p:cNvPr id="5" name="Segnaposto piè di pagina 4">
            <a:extLst>
              <a:ext uri="{FF2B5EF4-FFF2-40B4-BE49-F238E27FC236}">
                <a16:creationId xmlns:a16="http://schemas.microsoft.com/office/drawing/2014/main" id="{84A6ECC3-3598-D929-B1FC-7EDF3A5C1DE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sp>
        <p:nvSpPr>
          <p:cNvPr id="6" name="Segnaposto numero diapositiva 5">
            <a:extLst>
              <a:ext uri="{FF2B5EF4-FFF2-40B4-BE49-F238E27FC236}">
                <a16:creationId xmlns:a16="http://schemas.microsoft.com/office/drawing/2014/main" id="{D8024EDB-BC43-1200-93F1-6DBD9DEEFD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BEE6B0-DE02-40E4-BB77-973755F811B0}" type="slidenum">
              <a:rPr lang="it-IT" smtClean="0"/>
              <a:t>‹N›</a:t>
            </a:fld>
            <a:endParaRPr lang="it-IT" dirty="0"/>
          </a:p>
        </p:txBody>
      </p:sp>
    </p:spTree>
    <p:extLst>
      <p:ext uri="{BB962C8B-B14F-4D97-AF65-F5344CB8AC3E}">
        <p14:creationId xmlns:p14="http://schemas.microsoft.com/office/powerpoint/2010/main" val="28053710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B53C6F-6285-4061-9994-6EAFF3018963}" type="datetimeFigureOut">
              <a:rPr lang="en-US" smtClean="0"/>
              <a:t>6/28/2022</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8CBF04-D241-4986-947E-411460146C72}" type="slidenum">
              <a:rPr lang="en-US" smtClean="0"/>
              <a:t>‹N›</a:t>
            </a:fld>
            <a:endParaRPr lang="en-US" dirty="0"/>
          </a:p>
        </p:txBody>
      </p:sp>
    </p:spTree>
    <p:extLst>
      <p:ext uri="{BB962C8B-B14F-4D97-AF65-F5344CB8AC3E}">
        <p14:creationId xmlns:p14="http://schemas.microsoft.com/office/powerpoint/2010/main" val="10528041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28E099D-BF57-8923-A2D7-D4A79CFBEFDE}"/>
              </a:ext>
            </a:extLst>
          </p:cNvPr>
          <p:cNvSpPr>
            <a:spLocks noGrp="1"/>
          </p:cNvSpPr>
          <p:nvPr>
            <p:ph type="ctrTitle"/>
          </p:nvPr>
        </p:nvSpPr>
        <p:spPr>
          <a:xfrm>
            <a:off x="1524000" y="772161"/>
            <a:ext cx="9144000" cy="3444240"/>
          </a:xfrm>
        </p:spPr>
        <p:txBody>
          <a:bodyPr/>
          <a:lstStyle/>
          <a:p>
            <a:r>
              <a:rPr lang="it-IT" dirty="0"/>
              <a:t>PROGETTO TECNOLOGIE INFORMTICHE DEL WEB</a:t>
            </a:r>
            <a:br>
              <a:rPr lang="it-IT" dirty="0"/>
            </a:br>
            <a:r>
              <a:rPr lang="it-IT" sz="1600" dirty="0">
                <a:latin typeface="Baskerville Old Face" panose="02020602080505020303" pitchFamily="18" charset="0"/>
              </a:rPr>
              <a:t>HTML pure Version </a:t>
            </a:r>
            <a:r>
              <a:rPr lang="it-IT" sz="1600" dirty="0"/>
              <a:t>- </a:t>
            </a:r>
            <a:r>
              <a:rPr lang="it-IT" sz="1600" dirty="0">
                <a:latin typeface="Baskerville Old Face" panose="02020602080505020303" pitchFamily="18" charset="0"/>
              </a:rPr>
              <a:t>Esercizio 2</a:t>
            </a:r>
            <a:endParaRPr lang="it-IT" dirty="0">
              <a:latin typeface="Baskerville Old Face" panose="02020602080505020303" pitchFamily="18" charset="0"/>
            </a:endParaRPr>
          </a:p>
        </p:txBody>
      </p:sp>
      <p:sp>
        <p:nvSpPr>
          <p:cNvPr id="3" name="Sottotitolo 2">
            <a:extLst>
              <a:ext uri="{FF2B5EF4-FFF2-40B4-BE49-F238E27FC236}">
                <a16:creationId xmlns:a16="http://schemas.microsoft.com/office/drawing/2014/main" id="{265B2201-4FB9-FC9E-B0A4-D5CDA482BBE5}"/>
              </a:ext>
            </a:extLst>
          </p:cNvPr>
          <p:cNvSpPr>
            <a:spLocks noGrp="1"/>
          </p:cNvSpPr>
          <p:nvPr>
            <p:ph type="subTitle" idx="1"/>
          </p:nvPr>
        </p:nvSpPr>
        <p:spPr>
          <a:xfrm>
            <a:off x="1524000" y="4780598"/>
            <a:ext cx="9144000" cy="1655762"/>
          </a:xfrm>
        </p:spPr>
        <p:txBody>
          <a:bodyPr/>
          <a:lstStyle/>
          <a:p>
            <a:r>
              <a:rPr lang="it-IT" dirty="0">
                <a:latin typeface="Candara" panose="020E0502030303020204" pitchFamily="34" charset="0"/>
              </a:rPr>
              <a:t>Entiol Liko</a:t>
            </a:r>
          </a:p>
          <a:p>
            <a:r>
              <a:rPr lang="it-IT" dirty="0">
                <a:latin typeface="Candara" panose="020E0502030303020204" pitchFamily="34" charset="0"/>
              </a:rPr>
              <a:t>Luca Longinotti</a:t>
            </a:r>
          </a:p>
        </p:txBody>
      </p:sp>
    </p:spTree>
    <p:extLst>
      <p:ext uri="{BB962C8B-B14F-4D97-AF65-F5344CB8AC3E}">
        <p14:creationId xmlns:p14="http://schemas.microsoft.com/office/powerpoint/2010/main" val="2559178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Esercizio 2: gestione preventivi</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97195"/>
          </a:xfrm>
        </p:spPr>
        <p:txBody>
          <a:bodyPr>
            <a:normAutofit fontScale="92500" lnSpcReduction="2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supporta registrazione e login di clienti e impiegati mediante una pagina pubblica con opportune form. La registrazione controlla l’unicità dello username.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LOGIN PAGE, mediante la quale l’utente si autentica con username e password. Quando un cliente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impiegato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endParaRPr lang="it-IT" dirty="0"/>
          </a:p>
        </p:txBody>
      </p:sp>
    </p:spTree>
    <p:extLst>
      <p:ext uri="{BB962C8B-B14F-4D97-AF65-F5344CB8AC3E}">
        <p14:creationId xmlns:p14="http://schemas.microsoft.com/office/powerpoint/2010/main" val="3168788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r>
              <a:rPr lang="it-IT" sz="3600" dirty="0"/>
              <a:t>Data requirements analysis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fontScale="85000" lnSpcReduction="1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supporta registrazione e login di clienti e impiegati mediante una pagina pubblica con opportune form. La registrazione controlla l’unicità dello username. </a:t>
            </a:r>
            <a:r>
              <a:rPr lang="it-IT" sz="1800" b="0" i="0" u="none" strike="noStrike" baseline="0" dirty="0">
                <a:solidFill>
                  <a:srgbClr val="0070C0"/>
                </a:solidFill>
                <a:latin typeface="Arial" panose="020B0604020202020204" pitchFamily="34" charset="0"/>
              </a:rPr>
              <a:t>Un preventivo è associato a un prodotto</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70C0"/>
                </a:solidFill>
                <a:latin typeface="Arial" panose="020B0604020202020204" pitchFamily="34" charset="0"/>
              </a:rPr>
              <a:t>al cliente che l’ha richiesto e all’impiegato che l’ha gestito</a:t>
            </a:r>
            <a:r>
              <a:rPr lang="it-IT" sz="1800" b="0" i="0" u="none" strike="noStrike" baseline="0" dirty="0">
                <a:solidFill>
                  <a:srgbClr val="000000"/>
                </a:solidFill>
                <a:latin typeface="Arial" panose="020B0604020202020204" pitchFamily="34" charset="0"/>
              </a:rPr>
              <a:t>. Il </a:t>
            </a:r>
            <a:r>
              <a:rPr lang="it-IT" sz="1800" b="0" i="0" u="none" strike="noStrike" baseline="0" dirty="0">
                <a:solidFill>
                  <a:srgbClr val="FF0000"/>
                </a:solidFill>
                <a:latin typeface="Arial" panose="020B0604020202020204" pitchFamily="34" charset="0"/>
              </a:rPr>
              <a:t>preventivo</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70C0"/>
                </a:solidFill>
                <a:latin typeface="Arial" panose="020B0604020202020204" pitchFamily="34" charset="0"/>
              </a:rPr>
              <a:t>comprende una o più opzioni </a:t>
            </a:r>
            <a:r>
              <a:rPr lang="it-IT" sz="1800" b="0" i="0" u="none" strike="noStrike" baseline="0" dirty="0">
                <a:solidFill>
                  <a:srgbClr val="000000"/>
                </a:solidFill>
                <a:latin typeface="Arial" panose="020B0604020202020204" pitchFamily="34" charset="0"/>
              </a:rPr>
              <a:t>per il prodotto a cui è associato, che devono essere tra quelle disponibili per il prodotto. Un </a:t>
            </a:r>
            <a:r>
              <a:rPr lang="it-IT" sz="1800" b="0" i="0" u="none" strike="noStrike" baseline="0" dirty="0">
                <a:solidFill>
                  <a:srgbClr val="FF0000"/>
                </a:solidFill>
                <a:latin typeface="Arial" panose="020B0604020202020204" pitchFamily="34" charset="0"/>
              </a:rPr>
              <a:t>prodotto</a:t>
            </a:r>
            <a:r>
              <a:rPr lang="it-IT" sz="1800" b="0" i="0" u="none" strike="noStrike" baseline="0" dirty="0">
                <a:solidFill>
                  <a:srgbClr val="000000"/>
                </a:solidFill>
                <a:latin typeface="Arial" panose="020B0604020202020204" pitchFamily="34" charset="0"/>
              </a:rPr>
              <a:t> ha un </a:t>
            </a:r>
            <a:r>
              <a:rPr lang="it-IT" sz="1800" b="0" i="0" u="none" strike="noStrike" baseline="0" dirty="0">
                <a:solidFill>
                  <a:srgbClr val="00B050"/>
                </a:solidFill>
                <a:latin typeface="Arial" panose="020B0604020202020204" pitchFamily="34" charset="0"/>
              </a:rPr>
              <a:t>codice</a:t>
            </a:r>
            <a:r>
              <a:rPr lang="it-IT" sz="1800" b="0" i="0" u="none" strike="noStrike" baseline="0" dirty="0">
                <a:solidFill>
                  <a:srgbClr val="000000"/>
                </a:solidFill>
                <a:latin typeface="Arial" panose="020B0604020202020204" pitchFamily="34" charset="0"/>
              </a:rPr>
              <a:t>, </a:t>
            </a:r>
            <a:r>
              <a:rPr lang="it-IT" sz="1800" b="0" i="0" u="none" strike="noStrike" baseline="0" dirty="0">
                <a:latin typeface="Arial" panose="020B0604020202020204" pitchFamily="34" charset="0"/>
              </a:rPr>
              <a:t>un’</a:t>
            </a:r>
            <a:r>
              <a:rPr lang="it-IT" sz="1800" b="0" i="0" u="none" strike="noStrike" baseline="0" dirty="0">
                <a:solidFill>
                  <a:srgbClr val="00B050"/>
                </a:solidFill>
                <a:latin typeface="Arial" panose="020B0604020202020204" pitchFamily="34" charset="0"/>
              </a:rPr>
              <a:t>immagine</a:t>
            </a:r>
            <a:r>
              <a:rPr lang="it-IT" sz="1800" b="0" i="0" u="none" strike="noStrike" baseline="0" dirty="0">
                <a:solidFill>
                  <a:srgbClr val="000000"/>
                </a:solidFill>
                <a:latin typeface="Arial" panose="020B0604020202020204" pitchFamily="34" charset="0"/>
              </a:rPr>
              <a:t> e un </a:t>
            </a:r>
            <a:r>
              <a:rPr lang="it-IT" sz="1800" b="0" i="0" u="none" strike="noStrike" baseline="0" dirty="0">
                <a:solidFill>
                  <a:srgbClr val="00B050"/>
                </a:solidFill>
                <a:latin typeface="Arial" panose="020B0604020202020204" pitchFamily="34" charset="0"/>
              </a:rPr>
              <a:t>nome</a:t>
            </a:r>
            <a:r>
              <a:rPr lang="it-IT" sz="1800" b="0" i="0" u="none" strike="noStrike" baseline="0" dirty="0">
                <a:solidFill>
                  <a:srgbClr val="000000"/>
                </a:solidFill>
                <a:latin typeface="Arial" panose="020B0604020202020204" pitchFamily="34" charset="0"/>
              </a:rPr>
              <a:t>. </a:t>
            </a:r>
            <a:r>
              <a:rPr lang="it-IT" sz="1800" b="0" i="0" u="none" strike="noStrike" baseline="0" dirty="0">
                <a:latin typeface="Arial" panose="020B0604020202020204" pitchFamily="34" charset="0"/>
              </a:rPr>
              <a:t>Un’</a:t>
            </a:r>
            <a:r>
              <a:rPr lang="it-IT" sz="1800" b="0" i="0" u="none" strike="noStrike" baseline="0" dirty="0">
                <a:solidFill>
                  <a:srgbClr val="FF0000"/>
                </a:solidFill>
                <a:latin typeface="Arial" panose="020B0604020202020204" pitchFamily="34" charset="0"/>
              </a:rPr>
              <a:t>opzione</a:t>
            </a:r>
            <a:r>
              <a:rPr lang="it-IT" sz="1800" b="0" i="0" u="none" strike="noStrike" baseline="0" dirty="0">
                <a:solidFill>
                  <a:srgbClr val="000000"/>
                </a:solidFill>
                <a:latin typeface="Arial" panose="020B0604020202020204" pitchFamily="34" charset="0"/>
              </a:rPr>
              <a:t> ha un </a:t>
            </a:r>
            <a:r>
              <a:rPr lang="it-IT" sz="1800" b="0" i="0" u="none" strike="noStrike" baseline="0" dirty="0">
                <a:solidFill>
                  <a:srgbClr val="00B050"/>
                </a:solidFill>
                <a:latin typeface="Arial" panose="020B0604020202020204" pitchFamily="34" charset="0"/>
              </a:rPr>
              <a:t>codice</a:t>
            </a:r>
            <a:r>
              <a:rPr lang="it-IT" sz="1800" b="0" i="0" u="none" strike="noStrike" baseline="0" dirty="0">
                <a:solidFill>
                  <a:srgbClr val="000000"/>
                </a:solidFill>
                <a:latin typeface="Arial" panose="020B0604020202020204" pitchFamily="34" charset="0"/>
              </a:rPr>
              <a:t>, un </a:t>
            </a:r>
            <a:r>
              <a:rPr lang="it-IT" sz="1800" b="0" i="0" u="none" strike="noStrike" baseline="0" dirty="0">
                <a:solidFill>
                  <a:srgbClr val="00B050"/>
                </a:solidFill>
                <a:latin typeface="Arial" panose="020B0604020202020204" pitchFamily="34" charset="0"/>
              </a:rPr>
              <a:t>tipo</a:t>
            </a:r>
            <a:r>
              <a:rPr lang="it-IT" sz="1800" b="0" i="0" u="none" strike="noStrike" baseline="0" dirty="0">
                <a:solidFill>
                  <a:srgbClr val="000000"/>
                </a:solidFill>
                <a:latin typeface="Arial" panose="020B0604020202020204" pitchFamily="34" charset="0"/>
              </a:rPr>
              <a:t> (“normale”, “in offerta”) e un </a:t>
            </a:r>
            <a:r>
              <a:rPr lang="it-IT" sz="1800" b="0" i="0" u="none" strike="noStrike" baseline="0" dirty="0">
                <a:solidFill>
                  <a:srgbClr val="00B050"/>
                </a:solidFill>
                <a:latin typeface="Arial" panose="020B0604020202020204" pitchFamily="34" charset="0"/>
              </a:rPr>
              <a:t>nome</a:t>
            </a:r>
            <a:r>
              <a:rPr lang="it-IT" sz="1800" b="0" i="0" u="none" strike="noStrike" baseline="0" dirty="0">
                <a:solidFill>
                  <a:srgbClr val="000000"/>
                </a:solidFill>
                <a:latin typeface="Arial" panose="020B0604020202020204" pitchFamily="34" charset="0"/>
              </a:rPr>
              <a:t>. Un preventivo ha un </a:t>
            </a:r>
            <a:r>
              <a:rPr lang="it-IT" sz="1800" b="0" i="0" u="none" strike="noStrike" baseline="0" dirty="0">
                <a:solidFill>
                  <a:srgbClr val="00B050"/>
                </a:solidFill>
                <a:latin typeface="Arial" panose="020B0604020202020204" pitchFamily="34" charset="0"/>
              </a:rPr>
              <a:t>prezzo</a:t>
            </a:r>
            <a:r>
              <a:rPr lang="it-IT" sz="1800" b="0" i="0" u="none" strike="noStrike" baseline="0" dirty="0">
                <a:solidFill>
                  <a:srgbClr val="000000"/>
                </a:solidFill>
                <a:latin typeface="Arial" panose="020B0604020202020204" pitchFamily="34" charset="0"/>
              </a:rPr>
              <a:t>, definito dall’impiegato. Quando l’utente (cliente o impiegato) accede all’applicazione, appare una LOGIN PAGE, mediante la quale l’utente si autentica con </a:t>
            </a:r>
            <a:r>
              <a:rPr lang="it-IT" sz="1800" b="0" i="0" u="none" strike="noStrike" baseline="0" dirty="0">
                <a:solidFill>
                  <a:srgbClr val="00B050"/>
                </a:solidFill>
                <a:latin typeface="Arial" panose="020B0604020202020204" pitchFamily="34" charset="0"/>
              </a:rPr>
              <a:t>username</a:t>
            </a:r>
            <a:r>
              <a:rPr lang="it-IT" sz="1800" b="0" i="0" u="none" strike="noStrike" baseline="0" dirty="0">
                <a:solidFill>
                  <a:srgbClr val="000000"/>
                </a:solidFill>
                <a:latin typeface="Arial" panose="020B0604020202020204" pitchFamily="34" charset="0"/>
              </a:rPr>
              <a:t> e </a:t>
            </a:r>
            <a:r>
              <a:rPr lang="it-IT" sz="1800" b="0" i="0" u="none" strike="noStrike" baseline="0" dirty="0">
                <a:solidFill>
                  <a:srgbClr val="00B050"/>
                </a:solidFill>
                <a:latin typeface="Arial" panose="020B0604020202020204" pitchFamily="34" charset="0"/>
              </a:rPr>
              <a:t>password</a:t>
            </a:r>
            <a:r>
              <a:rPr lang="it-IT" sz="1800" b="0" i="0" u="none" strike="noStrike" baseline="0" dirty="0">
                <a:solidFill>
                  <a:srgbClr val="000000"/>
                </a:solidFill>
                <a:latin typeface="Arial" panose="020B0604020202020204" pitchFamily="34" charset="0"/>
              </a:rPr>
              <a:t>. Quando un </a:t>
            </a:r>
            <a:r>
              <a:rPr lang="it-IT" sz="1800" b="0" i="0" u="none" strike="noStrike" baseline="0" dirty="0">
                <a:solidFill>
                  <a:srgbClr val="FF0000"/>
                </a:solidFill>
                <a:latin typeface="Arial" panose="020B0604020202020204" pitchFamily="34" charset="0"/>
              </a:rPr>
              <a:t>cliente</a:t>
            </a:r>
            <a:r>
              <a:rPr lang="it-IT" sz="1800" b="0" i="0" u="none" strike="noStrike" baseline="0" dirty="0">
                <a:solidFill>
                  <a:srgbClr val="000000"/>
                </a:solidFill>
                <a:latin typeface="Arial" panose="020B0604020202020204" pitchFamily="34" charset="0"/>
              </a:rPr>
              <a:t>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a:t>
            </a:r>
            <a:r>
              <a:rPr lang="it-IT" sz="1800" b="0" i="0" u="none" strike="noStrike" baseline="0" dirty="0">
                <a:solidFill>
                  <a:srgbClr val="FF0000"/>
                </a:solidFill>
                <a:latin typeface="Arial" panose="020B0604020202020204" pitchFamily="34" charset="0"/>
              </a:rPr>
              <a:t>impiegato</a:t>
            </a:r>
            <a:r>
              <a:rPr lang="it-IT" sz="1800" b="0" i="0" u="none" strike="noStrike" baseline="0" dirty="0">
                <a:solidFill>
                  <a:srgbClr val="000000"/>
                </a:solidFill>
                <a:latin typeface="Arial" panose="020B0604020202020204" pitchFamily="34" charset="0"/>
              </a:rPr>
              <a:t>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p>
          <a:p>
            <a:pPr marL="0" indent="0">
              <a:lnSpc>
                <a:spcPct val="110000"/>
              </a:lnSpc>
              <a:buNone/>
            </a:pPr>
            <a:r>
              <a:rPr lang="it-IT" sz="1800" dirty="0">
                <a:solidFill>
                  <a:srgbClr val="FF0000"/>
                </a:solidFill>
                <a:latin typeface="Arial" panose="020B0604020202020204" pitchFamily="34" charset="0"/>
              </a:rPr>
              <a:t>Entites</a:t>
            </a:r>
            <a:r>
              <a:rPr lang="it-IT" sz="1800" dirty="0">
                <a:solidFill>
                  <a:srgbClr val="000000"/>
                </a:solidFill>
                <a:latin typeface="Arial" panose="020B0604020202020204" pitchFamily="34" charset="0"/>
              </a:rPr>
              <a:t>, </a:t>
            </a:r>
            <a:r>
              <a:rPr lang="it-IT" sz="1800" dirty="0">
                <a:solidFill>
                  <a:srgbClr val="00B050"/>
                </a:solidFill>
                <a:latin typeface="Arial" panose="020B0604020202020204" pitchFamily="34" charset="0"/>
              </a:rPr>
              <a:t>attributes</a:t>
            </a:r>
            <a:r>
              <a:rPr lang="it-IT" sz="1800" dirty="0">
                <a:solidFill>
                  <a:srgbClr val="000000"/>
                </a:solidFill>
                <a:latin typeface="Arial" panose="020B0604020202020204" pitchFamily="34" charset="0"/>
              </a:rPr>
              <a:t>, </a:t>
            </a:r>
            <a:r>
              <a:rPr lang="it-IT" sz="1800" dirty="0">
                <a:solidFill>
                  <a:srgbClr val="0070C0"/>
                </a:solidFill>
                <a:latin typeface="Arial" panose="020B0604020202020204" pitchFamily="34" charset="0"/>
              </a:rPr>
              <a:t>relationships</a:t>
            </a:r>
          </a:p>
          <a:p>
            <a:pPr marL="0" indent="0">
              <a:lnSpc>
                <a:spcPct val="110000"/>
              </a:lnSpc>
              <a:buNone/>
            </a:pPr>
            <a:endParaRPr lang="it-IT" dirty="0"/>
          </a:p>
        </p:txBody>
      </p:sp>
    </p:spTree>
    <p:extLst>
      <p:ext uri="{BB962C8B-B14F-4D97-AF65-F5344CB8AC3E}">
        <p14:creationId xmlns:p14="http://schemas.microsoft.com/office/powerpoint/2010/main" val="3799823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Database design</a:t>
            </a:r>
          </a:p>
        </p:txBody>
      </p:sp>
      <p:sp>
        <p:nvSpPr>
          <p:cNvPr id="4" name="Rettangolo 3">
            <a:extLst>
              <a:ext uri="{FF2B5EF4-FFF2-40B4-BE49-F238E27FC236}">
                <a16:creationId xmlns:a16="http://schemas.microsoft.com/office/drawing/2014/main" id="{CABE9F5D-16F1-FA2D-D832-1F440B0229C3}"/>
              </a:ext>
            </a:extLst>
          </p:cNvPr>
          <p:cNvSpPr/>
          <p:nvPr/>
        </p:nvSpPr>
        <p:spPr>
          <a:xfrm>
            <a:off x="9608963" y="2168262"/>
            <a:ext cx="1043796"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Client</a:t>
            </a:r>
          </a:p>
        </p:txBody>
      </p:sp>
      <p:sp>
        <p:nvSpPr>
          <p:cNvPr id="11" name="CasellaDiTesto 10">
            <a:extLst>
              <a:ext uri="{FF2B5EF4-FFF2-40B4-BE49-F238E27FC236}">
                <a16:creationId xmlns:a16="http://schemas.microsoft.com/office/drawing/2014/main" id="{8AF9D55D-9D6F-0772-41C5-C470A5D97D31}"/>
              </a:ext>
            </a:extLst>
          </p:cNvPr>
          <p:cNvSpPr txBox="1"/>
          <p:nvPr/>
        </p:nvSpPr>
        <p:spPr>
          <a:xfrm>
            <a:off x="10130861" y="1577123"/>
            <a:ext cx="749920" cy="246221"/>
          </a:xfrm>
          <a:prstGeom prst="rect">
            <a:avLst/>
          </a:prstGeom>
          <a:noFill/>
        </p:spPr>
        <p:txBody>
          <a:bodyPr wrap="square" rtlCol="0">
            <a:spAutoFit/>
          </a:bodyPr>
          <a:lstStyle/>
          <a:p>
            <a:r>
              <a:rPr lang="it-IT" sz="1000" dirty="0"/>
              <a:t>Password</a:t>
            </a:r>
          </a:p>
        </p:txBody>
      </p:sp>
      <p:cxnSp>
        <p:nvCxnSpPr>
          <p:cNvPr id="15" name="Connettore diritto 14">
            <a:extLst>
              <a:ext uri="{FF2B5EF4-FFF2-40B4-BE49-F238E27FC236}">
                <a16:creationId xmlns:a16="http://schemas.microsoft.com/office/drawing/2014/main" id="{C39DAB4D-EEBF-59E6-24BA-10C31AB2A9A3}"/>
              </a:ext>
            </a:extLst>
          </p:cNvPr>
          <p:cNvCxnSpPr>
            <a:cxnSpLocks/>
            <a:stCxn id="4" idx="1"/>
            <a:endCxn id="16" idx="3"/>
          </p:cNvCxnSpPr>
          <p:nvPr/>
        </p:nvCxnSpPr>
        <p:spPr>
          <a:xfrm flipH="1" flipV="1">
            <a:off x="8509088" y="2425909"/>
            <a:ext cx="1099875" cy="5459"/>
          </a:xfrm>
          <a:prstGeom prst="line">
            <a:avLst/>
          </a:prstGeom>
        </p:spPr>
        <p:style>
          <a:lnRef idx="1">
            <a:schemeClr val="accent1"/>
          </a:lnRef>
          <a:fillRef idx="0">
            <a:schemeClr val="accent1"/>
          </a:fillRef>
          <a:effectRef idx="0">
            <a:schemeClr val="accent1"/>
          </a:effectRef>
          <a:fontRef idx="minor">
            <a:schemeClr val="tx1"/>
          </a:fontRef>
        </p:style>
      </p:cxnSp>
      <p:sp>
        <p:nvSpPr>
          <p:cNvPr id="16" name="Rombo 15">
            <a:extLst>
              <a:ext uri="{FF2B5EF4-FFF2-40B4-BE49-F238E27FC236}">
                <a16:creationId xmlns:a16="http://schemas.microsoft.com/office/drawing/2014/main" id="{3B899CFC-7226-779E-D8BB-E4E77AEA4811}"/>
              </a:ext>
            </a:extLst>
          </p:cNvPr>
          <p:cNvSpPr/>
          <p:nvPr/>
        </p:nvSpPr>
        <p:spPr>
          <a:xfrm>
            <a:off x="8064829" y="2225854"/>
            <a:ext cx="444259"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18" name="Connettore diritto 17">
            <a:extLst>
              <a:ext uri="{FF2B5EF4-FFF2-40B4-BE49-F238E27FC236}">
                <a16:creationId xmlns:a16="http://schemas.microsoft.com/office/drawing/2014/main" id="{2C7D08FF-AC72-7C18-1585-91DCC2B78C19}"/>
              </a:ext>
            </a:extLst>
          </p:cNvPr>
          <p:cNvCxnSpPr>
            <a:cxnSpLocks/>
            <a:stCxn id="16" idx="1"/>
            <a:endCxn id="21" idx="3"/>
          </p:cNvCxnSpPr>
          <p:nvPr/>
        </p:nvCxnSpPr>
        <p:spPr>
          <a:xfrm flipH="1" flipV="1">
            <a:off x="7094162" y="2412976"/>
            <a:ext cx="970667" cy="12933"/>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ttangolo 20">
            <a:extLst>
              <a:ext uri="{FF2B5EF4-FFF2-40B4-BE49-F238E27FC236}">
                <a16:creationId xmlns:a16="http://schemas.microsoft.com/office/drawing/2014/main" id="{6AE70AAB-03B6-D77D-B000-BE49CF5EF836}"/>
              </a:ext>
            </a:extLst>
          </p:cNvPr>
          <p:cNvSpPr/>
          <p:nvPr/>
        </p:nvSpPr>
        <p:spPr>
          <a:xfrm>
            <a:off x="5908028" y="2149870"/>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Preventive</a:t>
            </a:r>
          </a:p>
        </p:txBody>
      </p:sp>
      <p:sp>
        <p:nvSpPr>
          <p:cNvPr id="22" name="CasellaDiTesto 21">
            <a:extLst>
              <a:ext uri="{FF2B5EF4-FFF2-40B4-BE49-F238E27FC236}">
                <a16:creationId xmlns:a16="http://schemas.microsoft.com/office/drawing/2014/main" id="{8353605C-3744-6C19-3324-B45B07606E24}"/>
              </a:ext>
            </a:extLst>
          </p:cNvPr>
          <p:cNvSpPr txBox="1"/>
          <p:nvPr/>
        </p:nvSpPr>
        <p:spPr>
          <a:xfrm>
            <a:off x="6847323" y="2963580"/>
            <a:ext cx="367703" cy="246221"/>
          </a:xfrm>
          <a:prstGeom prst="rect">
            <a:avLst/>
          </a:prstGeom>
          <a:noFill/>
        </p:spPr>
        <p:txBody>
          <a:bodyPr wrap="square" rtlCol="0">
            <a:spAutoFit/>
          </a:bodyPr>
          <a:lstStyle/>
          <a:p>
            <a:r>
              <a:rPr lang="it-IT" sz="1000" dirty="0"/>
              <a:t>ID</a:t>
            </a:r>
          </a:p>
        </p:txBody>
      </p:sp>
      <p:sp>
        <p:nvSpPr>
          <p:cNvPr id="23" name="CasellaDiTesto 22">
            <a:extLst>
              <a:ext uri="{FF2B5EF4-FFF2-40B4-BE49-F238E27FC236}">
                <a16:creationId xmlns:a16="http://schemas.microsoft.com/office/drawing/2014/main" id="{8F6E1840-E078-C637-F2AD-FD7C671340DA}"/>
              </a:ext>
            </a:extLst>
          </p:cNvPr>
          <p:cNvSpPr txBox="1"/>
          <p:nvPr/>
        </p:nvSpPr>
        <p:spPr>
          <a:xfrm>
            <a:off x="9225086" y="2404637"/>
            <a:ext cx="448573" cy="261610"/>
          </a:xfrm>
          <a:prstGeom prst="rect">
            <a:avLst/>
          </a:prstGeom>
          <a:noFill/>
        </p:spPr>
        <p:txBody>
          <a:bodyPr wrap="square" rtlCol="0">
            <a:spAutoFit/>
          </a:bodyPr>
          <a:lstStyle/>
          <a:p>
            <a:r>
              <a:rPr lang="it-IT" sz="1100" dirty="0"/>
              <a:t>0:N</a:t>
            </a:r>
          </a:p>
        </p:txBody>
      </p:sp>
      <p:sp>
        <p:nvSpPr>
          <p:cNvPr id="24" name="CasellaDiTesto 23">
            <a:extLst>
              <a:ext uri="{FF2B5EF4-FFF2-40B4-BE49-F238E27FC236}">
                <a16:creationId xmlns:a16="http://schemas.microsoft.com/office/drawing/2014/main" id="{48798CFB-FA1C-B225-F651-40368FF4E137}"/>
              </a:ext>
            </a:extLst>
          </p:cNvPr>
          <p:cNvSpPr txBox="1"/>
          <p:nvPr/>
        </p:nvSpPr>
        <p:spPr>
          <a:xfrm>
            <a:off x="7081364" y="2383033"/>
            <a:ext cx="448573" cy="261610"/>
          </a:xfrm>
          <a:prstGeom prst="rect">
            <a:avLst/>
          </a:prstGeom>
          <a:noFill/>
        </p:spPr>
        <p:txBody>
          <a:bodyPr wrap="square" rtlCol="0">
            <a:spAutoFit/>
          </a:bodyPr>
          <a:lstStyle/>
          <a:p>
            <a:r>
              <a:rPr lang="it-IT" sz="1100" dirty="0"/>
              <a:t>1:1</a:t>
            </a:r>
          </a:p>
        </p:txBody>
      </p:sp>
      <p:sp>
        <p:nvSpPr>
          <p:cNvPr id="26" name="Rombo 25">
            <a:extLst>
              <a:ext uri="{FF2B5EF4-FFF2-40B4-BE49-F238E27FC236}">
                <a16:creationId xmlns:a16="http://schemas.microsoft.com/office/drawing/2014/main" id="{35EB66DF-4220-E598-543D-7895A641D17D}"/>
              </a:ext>
            </a:extLst>
          </p:cNvPr>
          <p:cNvSpPr/>
          <p:nvPr/>
        </p:nvSpPr>
        <p:spPr>
          <a:xfrm>
            <a:off x="6278888" y="3476857"/>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27" name="Connettore diritto 26">
            <a:extLst>
              <a:ext uri="{FF2B5EF4-FFF2-40B4-BE49-F238E27FC236}">
                <a16:creationId xmlns:a16="http://schemas.microsoft.com/office/drawing/2014/main" id="{2856E84C-0360-74FE-7FDA-5303299BD924}"/>
              </a:ext>
            </a:extLst>
          </p:cNvPr>
          <p:cNvCxnSpPr>
            <a:cxnSpLocks/>
            <a:stCxn id="26" idx="0"/>
          </p:cNvCxnSpPr>
          <p:nvPr/>
        </p:nvCxnSpPr>
        <p:spPr>
          <a:xfrm flipV="1">
            <a:off x="6503175" y="2662896"/>
            <a:ext cx="844" cy="81396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Connettore diritto 27">
            <a:extLst>
              <a:ext uri="{FF2B5EF4-FFF2-40B4-BE49-F238E27FC236}">
                <a16:creationId xmlns:a16="http://schemas.microsoft.com/office/drawing/2014/main" id="{2A842C57-F235-8709-DD26-27C16D7A0DAF}"/>
              </a:ext>
            </a:extLst>
          </p:cNvPr>
          <p:cNvCxnSpPr>
            <a:cxnSpLocks/>
          </p:cNvCxnSpPr>
          <p:nvPr/>
        </p:nvCxnSpPr>
        <p:spPr>
          <a:xfrm flipH="1" flipV="1">
            <a:off x="6501094" y="3878730"/>
            <a:ext cx="1" cy="955885"/>
          </a:xfrm>
          <a:prstGeom prst="line">
            <a:avLst/>
          </a:prstGeom>
        </p:spPr>
        <p:style>
          <a:lnRef idx="1">
            <a:schemeClr val="accent1"/>
          </a:lnRef>
          <a:fillRef idx="0">
            <a:schemeClr val="accent1"/>
          </a:fillRef>
          <a:effectRef idx="0">
            <a:schemeClr val="accent1"/>
          </a:effectRef>
          <a:fontRef idx="minor">
            <a:schemeClr val="tx1"/>
          </a:fontRef>
        </p:style>
      </p:cxnSp>
      <p:sp>
        <p:nvSpPr>
          <p:cNvPr id="31" name="Rettangolo 30">
            <a:extLst>
              <a:ext uri="{FF2B5EF4-FFF2-40B4-BE49-F238E27FC236}">
                <a16:creationId xmlns:a16="http://schemas.microsoft.com/office/drawing/2014/main" id="{63346071-DE20-743B-1233-DA9A6827E759}"/>
              </a:ext>
            </a:extLst>
          </p:cNvPr>
          <p:cNvSpPr/>
          <p:nvPr/>
        </p:nvSpPr>
        <p:spPr>
          <a:xfrm>
            <a:off x="5908028" y="4749504"/>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Employee</a:t>
            </a:r>
          </a:p>
        </p:txBody>
      </p:sp>
      <p:sp>
        <p:nvSpPr>
          <p:cNvPr id="32" name="CasellaDiTesto 31">
            <a:extLst>
              <a:ext uri="{FF2B5EF4-FFF2-40B4-BE49-F238E27FC236}">
                <a16:creationId xmlns:a16="http://schemas.microsoft.com/office/drawing/2014/main" id="{1E34FAA9-CF20-63A5-55E0-825CA60E228B}"/>
              </a:ext>
            </a:extLst>
          </p:cNvPr>
          <p:cNvSpPr txBox="1"/>
          <p:nvPr/>
        </p:nvSpPr>
        <p:spPr>
          <a:xfrm>
            <a:off x="7521310" y="4789777"/>
            <a:ext cx="1423358" cy="246221"/>
          </a:xfrm>
          <a:prstGeom prst="rect">
            <a:avLst/>
          </a:prstGeom>
          <a:noFill/>
        </p:spPr>
        <p:txBody>
          <a:bodyPr wrap="square" rtlCol="0">
            <a:spAutoFit/>
          </a:bodyPr>
          <a:lstStyle/>
          <a:p>
            <a:r>
              <a:rPr lang="it-IT" sz="1000" dirty="0"/>
              <a:t>Username</a:t>
            </a:r>
          </a:p>
        </p:txBody>
      </p:sp>
      <p:sp>
        <p:nvSpPr>
          <p:cNvPr id="33" name="CasellaDiTesto 32">
            <a:extLst>
              <a:ext uri="{FF2B5EF4-FFF2-40B4-BE49-F238E27FC236}">
                <a16:creationId xmlns:a16="http://schemas.microsoft.com/office/drawing/2014/main" id="{08A27EA7-A8BD-D4C2-96D1-919289AC861E}"/>
              </a:ext>
            </a:extLst>
          </p:cNvPr>
          <p:cNvSpPr txBox="1"/>
          <p:nvPr/>
        </p:nvSpPr>
        <p:spPr>
          <a:xfrm>
            <a:off x="6463139" y="4498071"/>
            <a:ext cx="448573" cy="261610"/>
          </a:xfrm>
          <a:prstGeom prst="rect">
            <a:avLst/>
          </a:prstGeom>
          <a:noFill/>
        </p:spPr>
        <p:txBody>
          <a:bodyPr wrap="square" rtlCol="0">
            <a:spAutoFit/>
          </a:bodyPr>
          <a:lstStyle/>
          <a:p>
            <a:r>
              <a:rPr lang="it-IT" sz="1100" dirty="0"/>
              <a:t>0:N</a:t>
            </a:r>
          </a:p>
        </p:txBody>
      </p:sp>
      <p:sp>
        <p:nvSpPr>
          <p:cNvPr id="34" name="CasellaDiTesto 33">
            <a:extLst>
              <a:ext uri="{FF2B5EF4-FFF2-40B4-BE49-F238E27FC236}">
                <a16:creationId xmlns:a16="http://schemas.microsoft.com/office/drawing/2014/main" id="{2C675495-C647-19A8-82B2-F4FD72BFB905}"/>
              </a:ext>
            </a:extLst>
          </p:cNvPr>
          <p:cNvSpPr txBox="1"/>
          <p:nvPr/>
        </p:nvSpPr>
        <p:spPr>
          <a:xfrm>
            <a:off x="6439557" y="2655187"/>
            <a:ext cx="448573" cy="261610"/>
          </a:xfrm>
          <a:prstGeom prst="rect">
            <a:avLst/>
          </a:prstGeom>
          <a:noFill/>
        </p:spPr>
        <p:txBody>
          <a:bodyPr wrap="square" rtlCol="0">
            <a:spAutoFit/>
          </a:bodyPr>
          <a:lstStyle/>
          <a:p>
            <a:r>
              <a:rPr lang="it-IT" sz="1100" dirty="0"/>
              <a:t>0:1</a:t>
            </a:r>
          </a:p>
        </p:txBody>
      </p:sp>
      <p:sp>
        <p:nvSpPr>
          <p:cNvPr id="35" name="Rettangolo 34">
            <a:extLst>
              <a:ext uri="{FF2B5EF4-FFF2-40B4-BE49-F238E27FC236}">
                <a16:creationId xmlns:a16="http://schemas.microsoft.com/office/drawing/2014/main" id="{87CE5EDD-3FB8-3FF2-FDF9-914C84A409DB}"/>
              </a:ext>
            </a:extLst>
          </p:cNvPr>
          <p:cNvSpPr/>
          <p:nvPr/>
        </p:nvSpPr>
        <p:spPr>
          <a:xfrm>
            <a:off x="3072966" y="2152823"/>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Product</a:t>
            </a:r>
          </a:p>
        </p:txBody>
      </p:sp>
      <p:sp>
        <p:nvSpPr>
          <p:cNvPr id="37" name="Rombo 36">
            <a:extLst>
              <a:ext uri="{FF2B5EF4-FFF2-40B4-BE49-F238E27FC236}">
                <a16:creationId xmlns:a16="http://schemas.microsoft.com/office/drawing/2014/main" id="{EC092688-A768-AC9B-0B81-5EC230390081}"/>
              </a:ext>
            </a:extLst>
          </p:cNvPr>
          <p:cNvSpPr/>
          <p:nvPr/>
        </p:nvSpPr>
        <p:spPr>
          <a:xfrm>
            <a:off x="4848384" y="2223144"/>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39" name="Connettore diritto 38">
            <a:extLst>
              <a:ext uri="{FF2B5EF4-FFF2-40B4-BE49-F238E27FC236}">
                <a16:creationId xmlns:a16="http://schemas.microsoft.com/office/drawing/2014/main" id="{3AA10062-BB2F-748A-036E-08C51031AEA8}"/>
              </a:ext>
            </a:extLst>
          </p:cNvPr>
          <p:cNvCxnSpPr>
            <a:cxnSpLocks/>
            <a:stCxn id="21" idx="1"/>
            <a:endCxn id="37" idx="3"/>
          </p:cNvCxnSpPr>
          <p:nvPr/>
        </p:nvCxnSpPr>
        <p:spPr>
          <a:xfrm flipH="1">
            <a:off x="5296957" y="2412976"/>
            <a:ext cx="611071" cy="10223"/>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Connettore diritto 49">
            <a:extLst>
              <a:ext uri="{FF2B5EF4-FFF2-40B4-BE49-F238E27FC236}">
                <a16:creationId xmlns:a16="http://schemas.microsoft.com/office/drawing/2014/main" id="{FEEFE223-5745-F788-ED78-199CEF4C205F}"/>
              </a:ext>
            </a:extLst>
          </p:cNvPr>
          <p:cNvCxnSpPr>
            <a:cxnSpLocks/>
            <a:stCxn id="37" idx="1"/>
            <a:endCxn id="35" idx="3"/>
          </p:cNvCxnSpPr>
          <p:nvPr/>
        </p:nvCxnSpPr>
        <p:spPr>
          <a:xfrm flipH="1" flipV="1">
            <a:off x="4259100" y="2415929"/>
            <a:ext cx="589284" cy="7270"/>
          </a:xfrm>
          <a:prstGeom prst="line">
            <a:avLst/>
          </a:prstGeom>
        </p:spPr>
        <p:style>
          <a:lnRef idx="1">
            <a:schemeClr val="accent1"/>
          </a:lnRef>
          <a:fillRef idx="0">
            <a:schemeClr val="accent1"/>
          </a:fillRef>
          <a:effectRef idx="0">
            <a:schemeClr val="accent1"/>
          </a:effectRef>
          <a:fontRef idx="minor">
            <a:schemeClr val="tx1"/>
          </a:fontRef>
        </p:style>
      </p:cxnSp>
      <p:sp>
        <p:nvSpPr>
          <p:cNvPr id="54" name="CasellaDiTesto 53">
            <a:extLst>
              <a:ext uri="{FF2B5EF4-FFF2-40B4-BE49-F238E27FC236}">
                <a16:creationId xmlns:a16="http://schemas.microsoft.com/office/drawing/2014/main" id="{24DC049A-D528-0949-7910-D136361E601C}"/>
              </a:ext>
            </a:extLst>
          </p:cNvPr>
          <p:cNvSpPr txBox="1"/>
          <p:nvPr/>
        </p:nvSpPr>
        <p:spPr>
          <a:xfrm>
            <a:off x="3101023" y="1548778"/>
            <a:ext cx="522898" cy="246221"/>
          </a:xfrm>
          <a:prstGeom prst="rect">
            <a:avLst/>
          </a:prstGeom>
          <a:noFill/>
        </p:spPr>
        <p:txBody>
          <a:bodyPr wrap="square" rtlCol="0">
            <a:spAutoFit/>
          </a:bodyPr>
          <a:lstStyle/>
          <a:p>
            <a:r>
              <a:rPr lang="it-IT" sz="1000" dirty="0"/>
              <a:t>Code</a:t>
            </a:r>
          </a:p>
        </p:txBody>
      </p:sp>
      <p:sp>
        <p:nvSpPr>
          <p:cNvPr id="55" name="CasellaDiTesto 54">
            <a:extLst>
              <a:ext uri="{FF2B5EF4-FFF2-40B4-BE49-F238E27FC236}">
                <a16:creationId xmlns:a16="http://schemas.microsoft.com/office/drawing/2014/main" id="{12F30307-FE6D-7A8F-80B7-48F4226F25AF}"/>
              </a:ext>
            </a:extLst>
          </p:cNvPr>
          <p:cNvSpPr txBox="1"/>
          <p:nvPr/>
        </p:nvSpPr>
        <p:spPr>
          <a:xfrm>
            <a:off x="4234492" y="2205899"/>
            <a:ext cx="448573" cy="261610"/>
          </a:xfrm>
          <a:prstGeom prst="rect">
            <a:avLst/>
          </a:prstGeom>
          <a:noFill/>
        </p:spPr>
        <p:txBody>
          <a:bodyPr wrap="square" rtlCol="0">
            <a:spAutoFit/>
          </a:bodyPr>
          <a:lstStyle/>
          <a:p>
            <a:r>
              <a:rPr lang="it-IT" sz="1100" dirty="0"/>
              <a:t>0:N</a:t>
            </a:r>
          </a:p>
        </p:txBody>
      </p:sp>
      <p:sp>
        <p:nvSpPr>
          <p:cNvPr id="56" name="CasellaDiTesto 55">
            <a:extLst>
              <a:ext uri="{FF2B5EF4-FFF2-40B4-BE49-F238E27FC236}">
                <a16:creationId xmlns:a16="http://schemas.microsoft.com/office/drawing/2014/main" id="{96EADEB6-72D9-7A2E-191F-318A5F53E5E9}"/>
              </a:ext>
            </a:extLst>
          </p:cNvPr>
          <p:cNvSpPr txBox="1"/>
          <p:nvPr/>
        </p:nvSpPr>
        <p:spPr>
          <a:xfrm>
            <a:off x="5594017" y="2166439"/>
            <a:ext cx="448573" cy="261610"/>
          </a:xfrm>
          <a:prstGeom prst="rect">
            <a:avLst/>
          </a:prstGeom>
          <a:noFill/>
        </p:spPr>
        <p:txBody>
          <a:bodyPr wrap="square" rtlCol="0">
            <a:spAutoFit/>
          </a:bodyPr>
          <a:lstStyle/>
          <a:p>
            <a:r>
              <a:rPr lang="it-IT" sz="1100" dirty="0"/>
              <a:t>1:1</a:t>
            </a:r>
          </a:p>
        </p:txBody>
      </p:sp>
      <p:sp>
        <p:nvSpPr>
          <p:cNvPr id="69" name="Rettangolo 68">
            <a:extLst>
              <a:ext uri="{FF2B5EF4-FFF2-40B4-BE49-F238E27FC236}">
                <a16:creationId xmlns:a16="http://schemas.microsoft.com/office/drawing/2014/main" id="{B2B0CB26-5E34-2D81-4ED8-FA9E36C75618}"/>
              </a:ext>
            </a:extLst>
          </p:cNvPr>
          <p:cNvSpPr/>
          <p:nvPr/>
        </p:nvSpPr>
        <p:spPr>
          <a:xfrm>
            <a:off x="336433" y="2156603"/>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Option</a:t>
            </a:r>
          </a:p>
        </p:txBody>
      </p:sp>
      <p:sp>
        <p:nvSpPr>
          <p:cNvPr id="82" name="Rombo 81">
            <a:extLst>
              <a:ext uri="{FF2B5EF4-FFF2-40B4-BE49-F238E27FC236}">
                <a16:creationId xmlns:a16="http://schemas.microsoft.com/office/drawing/2014/main" id="{01B23CA7-DF81-375A-C180-8DA55DC12CEE}"/>
              </a:ext>
            </a:extLst>
          </p:cNvPr>
          <p:cNvSpPr/>
          <p:nvPr/>
        </p:nvSpPr>
        <p:spPr>
          <a:xfrm>
            <a:off x="2022992" y="2223144"/>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84" name="Connettore diritto 83">
            <a:extLst>
              <a:ext uri="{FF2B5EF4-FFF2-40B4-BE49-F238E27FC236}">
                <a16:creationId xmlns:a16="http://schemas.microsoft.com/office/drawing/2014/main" id="{D30DCD23-78C2-5AA8-08FD-643C1C0E65D5}"/>
              </a:ext>
            </a:extLst>
          </p:cNvPr>
          <p:cNvCxnSpPr>
            <a:cxnSpLocks/>
            <a:stCxn id="35" idx="1"/>
            <a:endCxn id="82" idx="3"/>
          </p:cNvCxnSpPr>
          <p:nvPr/>
        </p:nvCxnSpPr>
        <p:spPr>
          <a:xfrm flipH="1">
            <a:off x="2471565" y="2415929"/>
            <a:ext cx="601401" cy="7270"/>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Connettore diritto 87">
            <a:extLst>
              <a:ext uri="{FF2B5EF4-FFF2-40B4-BE49-F238E27FC236}">
                <a16:creationId xmlns:a16="http://schemas.microsoft.com/office/drawing/2014/main" id="{CE36C017-767A-8B6D-B793-122DA3CEFD51}"/>
              </a:ext>
            </a:extLst>
          </p:cNvPr>
          <p:cNvCxnSpPr>
            <a:cxnSpLocks/>
            <a:stCxn id="82" idx="1"/>
            <a:endCxn id="69" idx="3"/>
          </p:cNvCxnSpPr>
          <p:nvPr/>
        </p:nvCxnSpPr>
        <p:spPr>
          <a:xfrm flipH="1" flipV="1">
            <a:off x="1522567" y="2419709"/>
            <a:ext cx="500425" cy="3490"/>
          </a:xfrm>
          <a:prstGeom prst="line">
            <a:avLst/>
          </a:prstGeom>
        </p:spPr>
        <p:style>
          <a:lnRef idx="1">
            <a:schemeClr val="accent1"/>
          </a:lnRef>
          <a:fillRef idx="0">
            <a:schemeClr val="accent1"/>
          </a:fillRef>
          <a:effectRef idx="0">
            <a:schemeClr val="accent1"/>
          </a:effectRef>
          <a:fontRef idx="minor">
            <a:schemeClr val="tx1"/>
          </a:fontRef>
        </p:style>
      </p:cxnSp>
      <p:sp>
        <p:nvSpPr>
          <p:cNvPr id="95" name="CasellaDiTesto 94">
            <a:extLst>
              <a:ext uri="{FF2B5EF4-FFF2-40B4-BE49-F238E27FC236}">
                <a16:creationId xmlns:a16="http://schemas.microsoft.com/office/drawing/2014/main" id="{961895FB-AA10-5A8A-DA7F-9C2BC1CB1BE0}"/>
              </a:ext>
            </a:extLst>
          </p:cNvPr>
          <p:cNvSpPr txBox="1"/>
          <p:nvPr/>
        </p:nvSpPr>
        <p:spPr>
          <a:xfrm>
            <a:off x="3377606" y="3224060"/>
            <a:ext cx="390706" cy="261610"/>
          </a:xfrm>
          <a:prstGeom prst="rect">
            <a:avLst/>
          </a:prstGeom>
          <a:noFill/>
        </p:spPr>
        <p:txBody>
          <a:bodyPr wrap="square" rtlCol="0">
            <a:spAutoFit/>
          </a:bodyPr>
          <a:lstStyle/>
          <a:p>
            <a:r>
              <a:rPr lang="it-IT" sz="1100" dirty="0"/>
              <a:t>has</a:t>
            </a:r>
          </a:p>
        </p:txBody>
      </p:sp>
      <p:sp>
        <p:nvSpPr>
          <p:cNvPr id="96" name="CasellaDiTesto 95">
            <a:extLst>
              <a:ext uri="{FF2B5EF4-FFF2-40B4-BE49-F238E27FC236}">
                <a16:creationId xmlns:a16="http://schemas.microsoft.com/office/drawing/2014/main" id="{A0F75A08-1609-5DFF-018A-1BF6391B1349}"/>
              </a:ext>
            </a:extLst>
          </p:cNvPr>
          <p:cNvSpPr txBox="1"/>
          <p:nvPr/>
        </p:nvSpPr>
        <p:spPr>
          <a:xfrm>
            <a:off x="2076634" y="1950773"/>
            <a:ext cx="390706" cy="261610"/>
          </a:xfrm>
          <a:prstGeom prst="rect">
            <a:avLst/>
          </a:prstGeom>
          <a:noFill/>
        </p:spPr>
        <p:txBody>
          <a:bodyPr wrap="square" rtlCol="0">
            <a:spAutoFit/>
          </a:bodyPr>
          <a:lstStyle/>
          <a:p>
            <a:r>
              <a:rPr lang="it-IT" sz="1100" dirty="0"/>
              <a:t>has</a:t>
            </a:r>
          </a:p>
        </p:txBody>
      </p:sp>
      <p:sp>
        <p:nvSpPr>
          <p:cNvPr id="97" name="CasellaDiTesto 96">
            <a:extLst>
              <a:ext uri="{FF2B5EF4-FFF2-40B4-BE49-F238E27FC236}">
                <a16:creationId xmlns:a16="http://schemas.microsoft.com/office/drawing/2014/main" id="{9CC7AA2A-44A7-2B8B-EE70-3C025B1DAD09}"/>
              </a:ext>
            </a:extLst>
          </p:cNvPr>
          <p:cNvSpPr txBox="1"/>
          <p:nvPr/>
        </p:nvSpPr>
        <p:spPr>
          <a:xfrm>
            <a:off x="7136587" y="3538594"/>
            <a:ext cx="528831" cy="261610"/>
          </a:xfrm>
          <a:prstGeom prst="rect">
            <a:avLst/>
          </a:prstGeom>
          <a:noFill/>
        </p:spPr>
        <p:txBody>
          <a:bodyPr wrap="square" rtlCol="0">
            <a:spAutoFit/>
          </a:bodyPr>
          <a:lstStyle/>
          <a:p>
            <a:r>
              <a:rPr lang="it-IT" sz="1100" dirty="0"/>
              <a:t>Price</a:t>
            </a:r>
          </a:p>
        </p:txBody>
      </p:sp>
      <p:sp>
        <p:nvSpPr>
          <p:cNvPr id="114" name="Rombo 113">
            <a:extLst>
              <a:ext uri="{FF2B5EF4-FFF2-40B4-BE49-F238E27FC236}">
                <a16:creationId xmlns:a16="http://schemas.microsoft.com/office/drawing/2014/main" id="{BE9F82DE-68E7-EDA9-3510-BF5DE29883E6}"/>
              </a:ext>
            </a:extLst>
          </p:cNvPr>
          <p:cNvSpPr/>
          <p:nvPr/>
        </p:nvSpPr>
        <p:spPr>
          <a:xfrm>
            <a:off x="3319739" y="3478620"/>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138" name="Connettore diritto 137">
            <a:extLst>
              <a:ext uri="{FF2B5EF4-FFF2-40B4-BE49-F238E27FC236}">
                <a16:creationId xmlns:a16="http://schemas.microsoft.com/office/drawing/2014/main" id="{EE3092A1-5A93-35EF-EC30-2140B95BB876}"/>
              </a:ext>
            </a:extLst>
          </p:cNvPr>
          <p:cNvCxnSpPr>
            <a:cxnSpLocks/>
          </p:cNvCxnSpPr>
          <p:nvPr/>
        </p:nvCxnSpPr>
        <p:spPr>
          <a:xfrm>
            <a:off x="5992487" y="2687519"/>
            <a:ext cx="0" cy="97971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Connettore diritto 142">
            <a:extLst>
              <a:ext uri="{FF2B5EF4-FFF2-40B4-BE49-F238E27FC236}">
                <a16:creationId xmlns:a16="http://schemas.microsoft.com/office/drawing/2014/main" id="{7C20467A-9F72-853D-A8D6-DE4CB394914A}"/>
              </a:ext>
            </a:extLst>
          </p:cNvPr>
          <p:cNvCxnSpPr>
            <a:cxnSpLocks/>
            <a:endCxn id="114" idx="3"/>
          </p:cNvCxnSpPr>
          <p:nvPr/>
        </p:nvCxnSpPr>
        <p:spPr>
          <a:xfrm flipH="1" flipV="1">
            <a:off x="3768312" y="3678675"/>
            <a:ext cx="2224175" cy="70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Connettore diritto 145">
            <a:extLst>
              <a:ext uri="{FF2B5EF4-FFF2-40B4-BE49-F238E27FC236}">
                <a16:creationId xmlns:a16="http://schemas.microsoft.com/office/drawing/2014/main" id="{F66D6C58-DED7-9BDA-DADD-E2D543B4E576}"/>
              </a:ext>
            </a:extLst>
          </p:cNvPr>
          <p:cNvCxnSpPr>
            <a:stCxn id="114" idx="1"/>
          </p:cNvCxnSpPr>
          <p:nvPr/>
        </p:nvCxnSpPr>
        <p:spPr>
          <a:xfrm flipH="1" flipV="1">
            <a:off x="929500" y="3667237"/>
            <a:ext cx="2390239" cy="1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8" name="Connettore diritto 147">
            <a:extLst>
              <a:ext uri="{FF2B5EF4-FFF2-40B4-BE49-F238E27FC236}">
                <a16:creationId xmlns:a16="http://schemas.microsoft.com/office/drawing/2014/main" id="{C84E5F1A-3A2B-3442-1A37-A5ED87CA9747}"/>
              </a:ext>
            </a:extLst>
          </p:cNvPr>
          <p:cNvCxnSpPr>
            <a:cxnSpLocks/>
            <a:endCxn id="69" idx="2"/>
          </p:cNvCxnSpPr>
          <p:nvPr/>
        </p:nvCxnSpPr>
        <p:spPr>
          <a:xfrm flipV="1">
            <a:off x="929500" y="2682814"/>
            <a:ext cx="0" cy="995861"/>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Connettore diritto 37">
            <a:extLst>
              <a:ext uri="{FF2B5EF4-FFF2-40B4-BE49-F238E27FC236}">
                <a16:creationId xmlns:a16="http://schemas.microsoft.com/office/drawing/2014/main" id="{C1207B21-1C6F-571C-8C8C-BB50D1F3CE0C}"/>
              </a:ext>
            </a:extLst>
          </p:cNvPr>
          <p:cNvCxnSpPr>
            <a:cxnSpLocks/>
          </p:cNvCxnSpPr>
          <p:nvPr/>
        </p:nvCxnSpPr>
        <p:spPr>
          <a:xfrm flipV="1">
            <a:off x="10415532" y="1833734"/>
            <a:ext cx="0" cy="317552"/>
          </a:xfrm>
          <a:prstGeom prst="line">
            <a:avLst/>
          </a:prstGeom>
        </p:spPr>
        <p:style>
          <a:lnRef idx="1">
            <a:schemeClr val="accent1"/>
          </a:lnRef>
          <a:fillRef idx="0">
            <a:schemeClr val="accent1"/>
          </a:fillRef>
          <a:effectRef idx="0">
            <a:schemeClr val="accent1"/>
          </a:effectRef>
          <a:fontRef idx="minor">
            <a:schemeClr val="tx1"/>
          </a:fontRef>
        </p:style>
      </p:cxnSp>
      <p:sp>
        <p:nvSpPr>
          <p:cNvPr id="41" name="Ovale 40">
            <a:extLst>
              <a:ext uri="{FF2B5EF4-FFF2-40B4-BE49-F238E27FC236}">
                <a16:creationId xmlns:a16="http://schemas.microsoft.com/office/drawing/2014/main" id="{618D42C5-67AC-9A81-7F24-84FD410C45D2}"/>
              </a:ext>
            </a:extLst>
          </p:cNvPr>
          <p:cNvSpPr/>
          <p:nvPr/>
        </p:nvSpPr>
        <p:spPr>
          <a:xfrm>
            <a:off x="10361665" y="1779147"/>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59" name="Connettore diritto 58">
            <a:extLst>
              <a:ext uri="{FF2B5EF4-FFF2-40B4-BE49-F238E27FC236}">
                <a16:creationId xmlns:a16="http://schemas.microsoft.com/office/drawing/2014/main" id="{29E42D3C-9464-74B7-471B-ADF0D6118686}"/>
              </a:ext>
            </a:extLst>
          </p:cNvPr>
          <p:cNvCxnSpPr>
            <a:cxnSpLocks/>
          </p:cNvCxnSpPr>
          <p:nvPr/>
        </p:nvCxnSpPr>
        <p:spPr>
          <a:xfrm flipV="1">
            <a:off x="9843312" y="1894831"/>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60" name="Ovale 59">
            <a:extLst>
              <a:ext uri="{FF2B5EF4-FFF2-40B4-BE49-F238E27FC236}">
                <a16:creationId xmlns:a16="http://schemas.microsoft.com/office/drawing/2014/main" id="{7286C774-0FD7-75CC-C113-E3066A437D99}"/>
              </a:ext>
            </a:extLst>
          </p:cNvPr>
          <p:cNvSpPr/>
          <p:nvPr/>
        </p:nvSpPr>
        <p:spPr>
          <a:xfrm>
            <a:off x="9789445" y="1779147"/>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62" name="CasellaDiTesto 61">
            <a:extLst>
              <a:ext uri="{FF2B5EF4-FFF2-40B4-BE49-F238E27FC236}">
                <a16:creationId xmlns:a16="http://schemas.microsoft.com/office/drawing/2014/main" id="{23ABDE9B-DEA2-F9C3-F1BD-DC883402A052}"/>
              </a:ext>
            </a:extLst>
          </p:cNvPr>
          <p:cNvSpPr txBox="1"/>
          <p:nvPr/>
        </p:nvSpPr>
        <p:spPr>
          <a:xfrm>
            <a:off x="9481005" y="1577124"/>
            <a:ext cx="749923" cy="246221"/>
          </a:xfrm>
          <a:prstGeom prst="rect">
            <a:avLst/>
          </a:prstGeom>
          <a:noFill/>
        </p:spPr>
        <p:txBody>
          <a:bodyPr wrap="square" rtlCol="0">
            <a:spAutoFit/>
          </a:bodyPr>
          <a:lstStyle/>
          <a:p>
            <a:r>
              <a:rPr lang="it-IT" sz="1000" dirty="0"/>
              <a:t>Username</a:t>
            </a:r>
          </a:p>
        </p:txBody>
      </p:sp>
      <p:cxnSp>
        <p:nvCxnSpPr>
          <p:cNvPr id="64" name="Connettore diritto 63">
            <a:extLst>
              <a:ext uri="{FF2B5EF4-FFF2-40B4-BE49-F238E27FC236}">
                <a16:creationId xmlns:a16="http://schemas.microsoft.com/office/drawing/2014/main" id="{B4F9D79B-3641-D41F-F07A-583F7882F141}"/>
              </a:ext>
            </a:extLst>
          </p:cNvPr>
          <p:cNvCxnSpPr>
            <a:cxnSpLocks/>
          </p:cNvCxnSpPr>
          <p:nvPr/>
        </p:nvCxnSpPr>
        <p:spPr>
          <a:xfrm>
            <a:off x="7094162" y="4928049"/>
            <a:ext cx="32133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Connettore diritto 66">
            <a:extLst>
              <a:ext uri="{FF2B5EF4-FFF2-40B4-BE49-F238E27FC236}">
                <a16:creationId xmlns:a16="http://schemas.microsoft.com/office/drawing/2014/main" id="{15FDD5F7-C172-EAF3-6D28-30009F92CA67}"/>
              </a:ext>
            </a:extLst>
          </p:cNvPr>
          <p:cNvCxnSpPr>
            <a:cxnSpLocks/>
          </p:cNvCxnSpPr>
          <p:nvPr/>
        </p:nvCxnSpPr>
        <p:spPr>
          <a:xfrm>
            <a:off x="7088740" y="5134337"/>
            <a:ext cx="321338" cy="0"/>
          </a:xfrm>
          <a:prstGeom prst="line">
            <a:avLst/>
          </a:prstGeom>
        </p:spPr>
        <p:style>
          <a:lnRef idx="1">
            <a:schemeClr val="accent1"/>
          </a:lnRef>
          <a:fillRef idx="0">
            <a:schemeClr val="accent1"/>
          </a:fillRef>
          <a:effectRef idx="0">
            <a:schemeClr val="accent1"/>
          </a:effectRef>
          <a:fontRef idx="minor">
            <a:schemeClr val="tx1"/>
          </a:fontRef>
        </p:style>
      </p:cxnSp>
      <p:sp>
        <p:nvSpPr>
          <p:cNvPr id="68" name="Ovale 67">
            <a:extLst>
              <a:ext uri="{FF2B5EF4-FFF2-40B4-BE49-F238E27FC236}">
                <a16:creationId xmlns:a16="http://schemas.microsoft.com/office/drawing/2014/main" id="{15CD7BCC-AF05-F09E-A249-039CE5ACF5BD}"/>
              </a:ext>
            </a:extLst>
          </p:cNvPr>
          <p:cNvSpPr/>
          <p:nvPr/>
        </p:nvSpPr>
        <p:spPr>
          <a:xfrm>
            <a:off x="7413577" y="4858302"/>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70" name="Ovale 69">
            <a:extLst>
              <a:ext uri="{FF2B5EF4-FFF2-40B4-BE49-F238E27FC236}">
                <a16:creationId xmlns:a16="http://schemas.microsoft.com/office/drawing/2014/main" id="{F191BA04-6111-36DB-2457-82323C6848A2}"/>
              </a:ext>
            </a:extLst>
          </p:cNvPr>
          <p:cNvSpPr/>
          <p:nvPr/>
        </p:nvSpPr>
        <p:spPr>
          <a:xfrm>
            <a:off x="7413577" y="5091433"/>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71" name="CasellaDiTesto 70">
            <a:extLst>
              <a:ext uri="{FF2B5EF4-FFF2-40B4-BE49-F238E27FC236}">
                <a16:creationId xmlns:a16="http://schemas.microsoft.com/office/drawing/2014/main" id="{E143DDC0-1DF5-8D5F-CBD7-10BF1AECA746}"/>
              </a:ext>
            </a:extLst>
          </p:cNvPr>
          <p:cNvSpPr txBox="1"/>
          <p:nvPr/>
        </p:nvSpPr>
        <p:spPr>
          <a:xfrm>
            <a:off x="7524809" y="5029494"/>
            <a:ext cx="1423358" cy="246221"/>
          </a:xfrm>
          <a:prstGeom prst="rect">
            <a:avLst/>
          </a:prstGeom>
          <a:noFill/>
        </p:spPr>
        <p:txBody>
          <a:bodyPr wrap="square" rtlCol="0">
            <a:spAutoFit/>
          </a:bodyPr>
          <a:lstStyle/>
          <a:p>
            <a:r>
              <a:rPr lang="it-IT" sz="1000" dirty="0"/>
              <a:t>Password</a:t>
            </a:r>
          </a:p>
        </p:txBody>
      </p:sp>
      <p:cxnSp>
        <p:nvCxnSpPr>
          <p:cNvPr id="72" name="Connettore diritto 71">
            <a:extLst>
              <a:ext uri="{FF2B5EF4-FFF2-40B4-BE49-F238E27FC236}">
                <a16:creationId xmlns:a16="http://schemas.microsoft.com/office/drawing/2014/main" id="{62733AA4-84AB-5044-41AB-66A3F08BA1CD}"/>
              </a:ext>
            </a:extLst>
          </p:cNvPr>
          <p:cNvCxnSpPr>
            <a:cxnSpLocks/>
          </p:cNvCxnSpPr>
          <p:nvPr/>
        </p:nvCxnSpPr>
        <p:spPr>
          <a:xfrm>
            <a:off x="6727461" y="3676912"/>
            <a:ext cx="321338" cy="0"/>
          </a:xfrm>
          <a:prstGeom prst="line">
            <a:avLst/>
          </a:prstGeom>
        </p:spPr>
        <p:style>
          <a:lnRef idx="1">
            <a:schemeClr val="accent1"/>
          </a:lnRef>
          <a:fillRef idx="0">
            <a:schemeClr val="accent1"/>
          </a:fillRef>
          <a:effectRef idx="0">
            <a:schemeClr val="accent1"/>
          </a:effectRef>
          <a:fontRef idx="minor">
            <a:schemeClr val="tx1"/>
          </a:fontRef>
        </p:style>
      </p:cxnSp>
      <p:sp>
        <p:nvSpPr>
          <p:cNvPr id="73" name="Ovale 72">
            <a:extLst>
              <a:ext uri="{FF2B5EF4-FFF2-40B4-BE49-F238E27FC236}">
                <a16:creationId xmlns:a16="http://schemas.microsoft.com/office/drawing/2014/main" id="{FD822C31-654F-CF77-9358-E396ABA297DB}"/>
              </a:ext>
            </a:extLst>
          </p:cNvPr>
          <p:cNvSpPr/>
          <p:nvPr/>
        </p:nvSpPr>
        <p:spPr>
          <a:xfrm>
            <a:off x="7051494" y="3622325"/>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74" name="Connettore diritto 73">
            <a:extLst>
              <a:ext uri="{FF2B5EF4-FFF2-40B4-BE49-F238E27FC236}">
                <a16:creationId xmlns:a16="http://schemas.microsoft.com/office/drawing/2014/main" id="{9365CBD8-86B2-6026-344F-630B33D66AAC}"/>
              </a:ext>
            </a:extLst>
          </p:cNvPr>
          <p:cNvCxnSpPr>
            <a:cxnSpLocks/>
          </p:cNvCxnSpPr>
          <p:nvPr/>
        </p:nvCxnSpPr>
        <p:spPr>
          <a:xfrm flipV="1">
            <a:off x="6979850" y="2668830"/>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Connettore diritto 74">
            <a:extLst>
              <a:ext uri="{FF2B5EF4-FFF2-40B4-BE49-F238E27FC236}">
                <a16:creationId xmlns:a16="http://schemas.microsoft.com/office/drawing/2014/main" id="{0D9F0D30-42C5-40B5-5130-99F5492C23BD}"/>
              </a:ext>
            </a:extLst>
          </p:cNvPr>
          <p:cNvCxnSpPr>
            <a:cxnSpLocks/>
          </p:cNvCxnSpPr>
          <p:nvPr/>
        </p:nvCxnSpPr>
        <p:spPr>
          <a:xfrm flipV="1">
            <a:off x="6758954" y="1894831"/>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77" name="Ovale 76">
            <a:extLst>
              <a:ext uri="{FF2B5EF4-FFF2-40B4-BE49-F238E27FC236}">
                <a16:creationId xmlns:a16="http://schemas.microsoft.com/office/drawing/2014/main" id="{A2F5BEAD-BA6F-B65B-0A3C-5D6DDEA8243A}"/>
              </a:ext>
            </a:extLst>
          </p:cNvPr>
          <p:cNvSpPr/>
          <p:nvPr/>
        </p:nvSpPr>
        <p:spPr>
          <a:xfrm>
            <a:off x="6923442" y="2892613"/>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83" name="Ovale 82">
            <a:extLst>
              <a:ext uri="{FF2B5EF4-FFF2-40B4-BE49-F238E27FC236}">
                <a16:creationId xmlns:a16="http://schemas.microsoft.com/office/drawing/2014/main" id="{12FF5078-32CE-9290-C20C-9AF7B6E86F31}"/>
              </a:ext>
            </a:extLst>
          </p:cNvPr>
          <p:cNvSpPr/>
          <p:nvPr/>
        </p:nvSpPr>
        <p:spPr>
          <a:xfrm>
            <a:off x="4012394" y="1774880"/>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86" name="Connettore diritto 85">
            <a:extLst>
              <a:ext uri="{FF2B5EF4-FFF2-40B4-BE49-F238E27FC236}">
                <a16:creationId xmlns:a16="http://schemas.microsoft.com/office/drawing/2014/main" id="{EB837CBD-F44A-FA52-1AA3-333EA90666C7}"/>
              </a:ext>
            </a:extLst>
          </p:cNvPr>
          <p:cNvCxnSpPr>
            <a:cxnSpLocks/>
          </p:cNvCxnSpPr>
          <p:nvPr/>
        </p:nvCxnSpPr>
        <p:spPr>
          <a:xfrm flipV="1">
            <a:off x="3319739" y="1878752"/>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Connettore diritto 86">
            <a:extLst>
              <a:ext uri="{FF2B5EF4-FFF2-40B4-BE49-F238E27FC236}">
                <a16:creationId xmlns:a16="http://schemas.microsoft.com/office/drawing/2014/main" id="{2ACBCF71-6DF3-8C48-820A-FDF968434032}"/>
              </a:ext>
            </a:extLst>
          </p:cNvPr>
          <p:cNvCxnSpPr>
            <a:cxnSpLocks/>
          </p:cNvCxnSpPr>
          <p:nvPr/>
        </p:nvCxnSpPr>
        <p:spPr>
          <a:xfrm flipV="1">
            <a:off x="3667230" y="1884053"/>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Connettore diritto 88">
            <a:extLst>
              <a:ext uri="{FF2B5EF4-FFF2-40B4-BE49-F238E27FC236}">
                <a16:creationId xmlns:a16="http://schemas.microsoft.com/office/drawing/2014/main" id="{02071C13-130D-2D1A-0C13-4BC352811B60}"/>
              </a:ext>
            </a:extLst>
          </p:cNvPr>
          <p:cNvCxnSpPr>
            <a:cxnSpLocks/>
          </p:cNvCxnSpPr>
          <p:nvPr/>
        </p:nvCxnSpPr>
        <p:spPr>
          <a:xfrm flipV="1">
            <a:off x="4070389" y="1884053"/>
            <a:ext cx="3129" cy="259886"/>
          </a:xfrm>
          <a:prstGeom prst="line">
            <a:avLst/>
          </a:prstGeom>
        </p:spPr>
        <p:style>
          <a:lnRef idx="1">
            <a:schemeClr val="accent1"/>
          </a:lnRef>
          <a:fillRef idx="0">
            <a:schemeClr val="accent1"/>
          </a:fillRef>
          <a:effectRef idx="0">
            <a:schemeClr val="accent1"/>
          </a:effectRef>
          <a:fontRef idx="minor">
            <a:schemeClr val="tx1"/>
          </a:fontRef>
        </p:style>
      </p:cxnSp>
      <p:sp>
        <p:nvSpPr>
          <p:cNvPr id="90" name="Ovale 89">
            <a:extLst>
              <a:ext uri="{FF2B5EF4-FFF2-40B4-BE49-F238E27FC236}">
                <a16:creationId xmlns:a16="http://schemas.microsoft.com/office/drawing/2014/main" id="{D5D1106A-4115-E560-D8B7-B6FAB173F474}"/>
              </a:ext>
            </a:extLst>
          </p:cNvPr>
          <p:cNvSpPr/>
          <p:nvPr/>
        </p:nvSpPr>
        <p:spPr>
          <a:xfrm>
            <a:off x="3266871" y="1774880"/>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1" name="Ovale 90">
            <a:extLst>
              <a:ext uri="{FF2B5EF4-FFF2-40B4-BE49-F238E27FC236}">
                <a16:creationId xmlns:a16="http://schemas.microsoft.com/office/drawing/2014/main" id="{45C6A9D7-8B49-DE8A-BD1F-75D0E95C3618}"/>
              </a:ext>
            </a:extLst>
          </p:cNvPr>
          <p:cNvSpPr/>
          <p:nvPr/>
        </p:nvSpPr>
        <p:spPr>
          <a:xfrm>
            <a:off x="3610762" y="1775926"/>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2" name="CasellaDiTesto 91">
            <a:extLst>
              <a:ext uri="{FF2B5EF4-FFF2-40B4-BE49-F238E27FC236}">
                <a16:creationId xmlns:a16="http://schemas.microsoft.com/office/drawing/2014/main" id="{49DAB6C5-27C2-142C-66AC-B712D2304A95}"/>
              </a:ext>
            </a:extLst>
          </p:cNvPr>
          <p:cNvSpPr txBox="1"/>
          <p:nvPr/>
        </p:nvSpPr>
        <p:spPr>
          <a:xfrm>
            <a:off x="3449517" y="1545942"/>
            <a:ext cx="522898" cy="246221"/>
          </a:xfrm>
          <a:prstGeom prst="rect">
            <a:avLst/>
          </a:prstGeom>
          <a:noFill/>
        </p:spPr>
        <p:txBody>
          <a:bodyPr wrap="square" rtlCol="0">
            <a:spAutoFit/>
          </a:bodyPr>
          <a:lstStyle/>
          <a:p>
            <a:r>
              <a:rPr lang="it-IT" sz="1000" dirty="0"/>
              <a:t>Name</a:t>
            </a:r>
          </a:p>
        </p:txBody>
      </p:sp>
      <p:sp>
        <p:nvSpPr>
          <p:cNvPr id="93" name="CasellaDiTesto 92">
            <a:extLst>
              <a:ext uri="{FF2B5EF4-FFF2-40B4-BE49-F238E27FC236}">
                <a16:creationId xmlns:a16="http://schemas.microsoft.com/office/drawing/2014/main" id="{5E94DFC5-613E-0416-3A26-6FE7501845C8}"/>
              </a:ext>
            </a:extLst>
          </p:cNvPr>
          <p:cNvSpPr txBox="1"/>
          <p:nvPr/>
        </p:nvSpPr>
        <p:spPr>
          <a:xfrm>
            <a:off x="3810929" y="1553278"/>
            <a:ext cx="645461" cy="246221"/>
          </a:xfrm>
          <a:prstGeom prst="rect">
            <a:avLst/>
          </a:prstGeom>
          <a:noFill/>
        </p:spPr>
        <p:txBody>
          <a:bodyPr wrap="square" rtlCol="0">
            <a:spAutoFit/>
          </a:bodyPr>
          <a:lstStyle/>
          <a:p>
            <a:r>
              <a:rPr lang="it-IT" sz="1000" dirty="0"/>
              <a:t>ImgPath</a:t>
            </a:r>
          </a:p>
        </p:txBody>
      </p:sp>
      <p:cxnSp>
        <p:nvCxnSpPr>
          <p:cNvPr id="100" name="Connettore diritto 99">
            <a:extLst>
              <a:ext uri="{FF2B5EF4-FFF2-40B4-BE49-F238E27FC236}">
                <a16:creationId xmlns:a16="http://schemas.microsoft.com/office/drawing/2014/main" id="{A3985835-0934-5DF9-1390-BA19CC4F9304}"/>
              </a:ext>
            </a:extLst>
          </p:cNvPr>
          <p:cNvCxnSpPr>
            <a:cxnSpLocks/>
          </p:cNvCxnSpPr>
          <p:nvPr/>
        </p:nvCxnSpPr>
        <p:spPr>
          <a:xfrm flipV="1">
            <a:off x="625422" y="1871406"/>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Connettore diritto 100">
            <a:extLst>
              <a:ext uri="{FF2B5EF4-FFF2-40B4-BE49-F238E27FC236}">
                <a16:creationId xmlns:a16="http://schemas.microsoft.com/office/drawing/2014/main" id="{9A218FB2-4C69-A73C-7045-8ACF0F6116FD}"/>
              </a:ext>
            </a:extLst>
          </p:cNvPr>
          <p:cNvCxnSpPr>
            <a:cxnSpLocks/>
          </p:cNvCxnSpPr>
          <p:nvPr/>
        </p:nvCxnSpPr>
        <p:spPr>
          <a:xfrm flipV="1">
            <a:off x="1235022" y="1891992"/>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102" name="Ovale 101">
            <a:extLst>
              <a:ext uri="{FF2B5EF4-FFF2-40B4-BE49-F238E27FC236}">
                <a16:creationId xmlns:a16="http://schemas.microsoft.com/office/drawing/2014/main" id="{AC0AC7C7-77E3-5960-AB86-C876CF6B1AF1}"/>
              </a:ext>
            </a:extLst>
          </p:cNvPr>
          <p:cNvSpPr/>
          <p:nvPr/>
        </p:nvSpPr>
        <p:spPr>
          <a:xfrm>
            <a:off x="571534" y="1774880"/>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3" name="Ovale 102">
            <a:extLst>
              <a:ext uri="{FF2B5EF4-FFF2-40B4-BE49-F238E27FC236}">
                <a16:creationId xmlns:a16="http://schemas.microsoft.com/office/drawing/2014/main" id="{9E1F22C7-DE97-A60A-4B61-9099C9FB49A7}"/>
              </a:ext>
            </a:extLst>
          </p:cNvPr>
          <p:cNvSpPr/>
          <p:nvPr/>
        </p:nvSpPr>
        <p:spPr>
          <a:xfrm>
            <a:off x="1181155" y="1779147"/>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4" name="CasellaDiTesto 103">
            <a:extLst>
              <a:ext uri="{FF2B5EF4-FFF2-40B4-BE49-F238E27FC236}">
                <a16:creationId xmlns:a16="http://schemas.microsoft.com/office/drawing/2014/main" id="{BC85E8D1-498E-DE62-209A-91EB3275C123}"/>
              </a:ext>
            </a:extLst>
          </p:cNvPr>
          <p:cNvSpPr txBox="1"/>
          <p:nvPr/>
        </p:nvSpPr>
        <p:spPr>
          <a:xfrm>
            <a:off x="1010875" y="1564577"/>
            <a:ext cx="522898" cy="246221"/>
          </a:xfrm>
          <a:prstGeom prst="rect">
            <a:avLst/>
          </a:prstGeom>
          <a:noFill/>
        </p:spPr>
        <p:txBody>
          <a:bodyPr wrap="square" rtlCol="0">
            <a:spAutoFit/>
          </a:bodyPr>
          <a:lstStyle/>
          <a:p>
            <a:r>
              <a:rPr lang="it-IT" sz="1000" dirty="0"/>
              <a:t>Type</a:t>
            </a:r>
          </a:p>
        </p:txBody>
      </p:sp>
      <p:sp>
        <p:nvSpPr>
          <p:cNvPr id="105" name="CasellaDiTesto 104">
            <a:extLst>
              <a:ext uri="{FF2B5EF4-FFF2-40B4-BE49-F238E27FC236}">
                <a16:creationId xmlns:a16="http://schemas.microsoft.com/office/drawing/2014/main" id="{EE68160F-9269-7802-EEED-A2848D870535}"/>
              </a:ext>
            </a:extLst>
          </p:cNvPr>
          <p:cNvSpPr txBox="1"/>
          <p:nvPr/>
        </p:nvSpPr>
        <p:spPr>
          <a:xfrm>
            <a:off x="380391" y="1573876"/>
            <a:ext cx="522898" cy="246221"/>
          </a:xfrm>
          <a:prstGeom prst="rect">
            <a:avLst/>
          </a:prstGeom>
          <a:noFill/>
        </p:spPr>
        <p:txBody>
          <a:bodyPr wrap="square" rtlCol="0">
            <a:spAutoFit/>
          </a:bodyPr>
          <a:lstStyle/>
          <a:p>
            <a:r>
              <a:rPr lang="it-IT" sz="1000" dirty="0"/>
              <a:t>Name</a:t>
            </a:r>
          </a:p>
        </p:txBody>
      </p:sp>
      <p:cxnSp>
        <p:nvCxnSpPr>
          <p:cNvPr id="106" name="Connettore diritto 105">
            <a:extLst>
              <a:ext uri="{FF2B5EF4-FFF2-40B4-BE49-F238E27FC236}">
                <a16:creationId xmlns:a16="http://schemas.microsoft.com/office/drawing/2014/main" id="{47ED7D31-3467-7603-942B-5242F6450ACB}"/>
              </a:ext>
            </a:extLst>
          </p:cNvPr>
          <p:cNvCxnSpPr>
            <a:cxnSpLocks/>
          </p:cNvCxnSpPr>
          <p:nvPr/>
        </p:nvCxnSpPr>
        <p:spPr>
          <a:xfrm flipV="1">
            <a:off x="1296084" y="2682814"/>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107" name="Ovale 106">
            <a:extLst>
              <a:ext uri="{FF2B5EF4-FFF2-40B4-BE49-F238E27FC236}">
                <a16:creationId xmlns:a16="http://schemas.microsoft.com/office/drawing/2014/main" id="{988F4ABA-3676-5476-2FA3-6F3298711BA5}"/>
              </a:ext>
            </a:extLst>
          </p:cNvPr>
          <p:cNvSpPr/>
          <p:nvPr/>
        </p:nvSpPr>
        <p:spPr>
          <a:xfrm>
            <a:off x="1242217" y="2947679"/>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9" name="CasellaDiTesto 108">
            <a:extLst>
              <a:ext uri="{FF2B5EF4-FFF2-40B4-BE49-F238E27FC236}">
                <a16:creationId xmlns:a16="http://schemas.microsoft.com/office/drawing/2014/main" id="{98CAC163-4B34-13FF-4A7D-BAA44826AB8B}"/>
              </a:ext>
            </a:extLst>
          </p:cNvPr>
          <p:cNvSpPr txBox="1"/>
          <p:nvPr/>
        </p:nvSpPr>
        <p:spPr>
          <a:xfrm>
            <a:off x="1049773" y="3019320"/>
            <a:ext cx="522898" cy="246221"/>
          </a:xfrm>
          <a:prstGeom prst="rect">
            <a:avLst/>
          </a:prstGeom>
          <a:noFill/>
        </p:spPr>
        <p:txBody>
          <a:bodyPr wrap="square" rtlCol="0">
            <a:spAutoFit/>
          </a:bodyPr>
          <a:lstStyle/>
          <a:p>
            <a:r>
              <a:rPr lang="it-IT" sz="1000" dirty="0"/>
              <a:t>Code</a:t>
            </a:r>
          </a:p>
        </p:txBody>
      </p:sp>
      <p:cxnSp>
        <p:nvCxnSpPr>
          <p:cNvPr id="110" name="Connettore diritto 109">
            <a:extLst>
              <a:ext uri="{FF2B5EF4-FFF2-40B4-BE49-F238E27FC236}">
                <a16:creationId xmlns:a16="http://schemas.microsoft.com/office/drawing/2014/main" id="{1F765B42-C682-78CF-C6B1-83FFDE436106}"/>
              </a:ext>
            </a:extLst>
          </p:cNvPr>
          <p:cNvCxnSpPr>
            <a:cxnSpLocks/>
          </p:cNvCxnSpPr>
          <p:nvPr/>
        </p:nvCxnSpPr>
        <p:spPr>
          <a:xfrm flipV="1">
            <a:off x="1706600" y="2337758"/>
            <a:ext cx="0" cy="48132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Connettore diritto 111">
            <a:extLst>
              <a:ext uri="{FF2B5EF4-FFF2-40B4-BE49-F238E27FC236}">
                <a16:creationId xmlns:a16="http://schemas.microsoft.com/office/drawing/2014/main" id="{40903B54-E296-E743-A5FA-D75AB1B0AD76}"/>
              </a:ext>
            </a:extLst>
          </p:cNvPr>
          <p:cNvCxnSpPr>
            <a:cxnSpLocks/>
          </p:cNvCxnSpPr>
          <p:nvPr/>
        </p:nvCxnSpPr>
        <p:spPr>
          <a:xfrm>
            <a:off x="1181155" y="2819080"/>
            <a:ext cx="525445" cy="0"/>
          </a:xfrm>
          <a:prstGeom prst="line">
            <a:avLst/>
          </a:prstGeom>
        </p:spPr>
        <p:style>
          <a:lnRef idx="1">
            <a:schemeClr val="accent1"/>
          </a:lnRef>
          <a:fillRef idx="0">
            <a:schemeClr val="accent1"/>
          </a:fillRef>
          <a:effectRef idx="0">
            <a:schemeClr val="accent1"/>
          </a:effectRef>
          <a:fontRef idx="minor">
            <a:schemeClr val="tx1"/>
          </a:fontRef>
        </p:style>
      </p:cxnSp>
      <p:sp>
        <p:nvSpPr>
          <p:cNvPr id="117" name="Ovale 116">
            <a:extLst>
              <a:ext uri="{FF2B5EF4-FFF2-40B4-BE49-F238E27FC236}">
                <a16:creationId xmlns:a16="http://schemas.microsoft.com/office/drawing/2014/main" id="{4193FCBB-84A6-36B1-4DA5-A7A600FA3DE0}"/>
              </a:ext>
            </a:extLst>
          </p:cNvPr>
          <p:cNvSpPr/>
          <p:nvPr/>
        </p:nvSpPr>
        <p:spPr>
          <a:xfrm>
            <a:off x="1096334" y="2763886"/>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18" name="CasellaDiTesto 117">
            <a:extLst>
              <a:ext uri="{FF2B5EF4-FFF2-40B4-BE49-F238E27FC236}">
                <a16:creationId xmlns:a16="http://schemas.microsoft.com/office/drawing/2014/main" id="{92AD730A-CAE3-ABBA-752D-9F7386E66362}"/>
              </a:ext>
            </a:extLst>
          </p:cNvPr>
          <p:cNvSpPr txBox="1"/>
          <p:nvPr/>
        </p:nvSpPr>
        <p:spPr>
          <a:xfrm>
            <a:off x="1478180" y="2157832"/>
            <a:ext cx="448573" cy="261610"/>
          </a:xfrm>
          <a:prstGeom prst="rect">
            <a:avLst/>
          </a:prstGeom>
          <a:noFill/>
        </p:spPr>
        <p:txBody>
          <a:bodyPr wrap="square" rtlCol="0">
            <a:spAutoFit/>
          </a:bodyPr>
          <a:lstStyle/>
          <a:p>
            <a:r>
              <a:rPr lang="it-IT" sz="1100" dirty="0"/>
              <a:t>1:1</a:t>
            </a:r>
          </a:p>
        </p:txBody>
      </p:sp>
      <p:sp>
        <p:nvSpPr>
          <p:cNvPr id="119" name="CasellaDiTesto 118">
            <a:extLst>
              <a:ext uri="{FF2B5EF4-FFF2-40B4-BE49-F238E27FC236}">
                <a16:creationId xmlns:a16="http://schemas.microsoft.com/office/drawing/2014/main" id="{0B460522-1527-3316-3378-471CFBA25FA9}"/>
              </a:ext>
            </a:extLst>
          </p:cNvPr>
          <p:cNvSpPr txBox="1"/>
          <p:nvPr/>
        </p:nvSpPr>
        <p:spPr>
          <a:xfrm>
            <a:off x="2727047" y="2155612"/>
            <a:ext cx="448573" cy="261610"/>
          </a:xfrm>
          <a:prstGeom prst="rect">
            <a:avLst/>
          </a:prstGeom>
          <a:noFill/>
        </p:spPr>
        <p:txBody>
          <a:bodyPr wrap="square" rtlCol="0">
            <a:spAutoFit/>
          </a:bodyPr>
          <a:lstStyle/>
          <a:p>
            <a:r>
              <a:rPr lang="it-IT" sz="1100" dirty="0"/>
              <a:t>1:N</a:t>
            </a:r>
          </a:p>
        </p:txBody>
      </p:sp>
      <p:sp>
        <p:nvSpPr>
          <p:cNvPr id="120" name="CasellaDiTesto 119">
            <a:extLst>
              <a:ext uri="{FF2B5EF4-FFF2-40B4-BE49-F238E27FC236}">
                <a16:creationId xmlns:a16="http://schemas.microsoft.com/office/drawing/2014/main" id="{20CEDDD5-9912-C64F-917B-3880F4AFE682}"/>
              </a:ext>
            </a:extLst>
          </p:cNvPr>
          <p:cNvSpPr txBox="1"/>
          <p:nvPr/>
        </p:nvSpPr>
        <p:spPr>
          <a:xfrm>
            <a:off x="555656" y="2681057"/>
            <a:ext cx="448573" cy="261610"/>
          </a:xfrm>
          <a:prstGeom prst="rect">
            <a:avLst/>
          </a:prstGeom>
          <a:noFill/>
        </p:spPr>
        <p:txBody>
          <a:bodyPr wrap="square" rtlCol="0">
            <a:spAutoFit/>
          </a:bodyPr>
          <a:lstStyle/>
          <a:p>
            <a:r>
              <a:rPr lang="it-IT" sz="1100" dirty="0"/>
              <a:t>0:N</a:t>
            </a:r>
          </a:p>
        </p:txBody>
      </p:sp>
      <p:sp>
        <p:nvSpPr>
          <p:cNvPr id="121" name="CasellaDiTesto 120">
            <a:extLst>
              <a:ext uri="{FF2B5EF4-FFF2-40B4-BE49-F238E27FC236}">
                <a16:creationId xmlns:a16="http://schemas.microsoft.com/office/drawing/2014/main" id="{B7362EE8-007B-BE65-D257-B98C75E2BACA}"/>
              </a:ext>
            </a:extLst>
          </p:cNvPr>
          <p:cNvSpPr txBox="1"/>
          <p:nvPr/>
        </p:nvSpPr>
        <p:spPr>
          <a:xfrm>
            <a:off x="5944035" y="2668830"/>
            <a:ext cx="448573" cy="261610"/>
          </a:xfrm>
          <a:prstGeom prst="rect">
            <a:avLst/>
          </a:prstGeom>
          <a:noFill/>
        </p:spPr>
        <p:txBody>
          <a:bodyPr wrap="square" rtlCol="0">
            <a:spAutoFit/>
          </a:bodyPr>
          <a:lstStyle/>
          <a:p>
            <a:r>
              <a:rPr lang="it-IT" sz="1100" dirty="0"/>
              <a:t>1:N</a:t>
            </a:r>
          </a:p>
        </p:txBody>
      </p:sp>
      <p:sp>
        <p:nvSpPr>
          <p:cNvPr id="122" name="CasellaDiTesto 121">
            <a:extLst>
              <a:ext uri="{FF2B5EF4-FFF2-40B4-BE49-F238E27FC236}">
                <a16:creationId xmlns:a16="http://schemas.microsoft.com/office/drawing/2014/main" id="{4102196C-2298-5DA1-F415-3093A4927DE8}"/>
              </a:ext>
            </a:extLst>
          </p:cNvPr>
          <p:cNvSpPr txBox="1"/>
          <p:nvPr/>
        </p:nvSpPr>
        <p:spPr>
          <a:xfrm>
            <a:off x="6516063" y="1526389"/>
            <a:ext cx="1030222" cy="246221"/>
          </a:xfrm>
          <a:prstGeom prst="rect">
            <a:avLst/>
          </a:prstGeom>
          <a:noFill/>
        </p:spPr>
        <p:txBody>
          <a:bodyPr wrap="square" rtlCol="0">
            <a:spAutoFit/>
          </a:bodyPr>
          <a:lstStyle/>
          <a:p>
            <a:r>
              <a:rPr lang="it-IT" sz="1000" dirty="0"/>
              <a:t>EmployeeCode*</a:t>
            </a:r>
          </a:p>
        </p:txBody>
      </p:sp>
      <p:sp>
        <p:nvSpPr>
          <p:cNvPr id="123" name="Ovale 122">
            <a:extLst>
              <a:ext uri="{FF2B5EF4-FFF2-40B4-BE49-F238E27FC236}">
                <a16:creationId xmlns:a16="http://schemas.microsoft.com/office/drawing/2014/main" id="{C96D16C7-ADB1-30CB-6FAC-450ECB26734B}"/>
              </a:ext>
            </a:extLst>
          </p:cNvPr>
          <p:cNvSpPr/>
          <p:nvPr/>
        </p:nvSpPr>
        <p:spPr>
          <a:xfrm>
            <a:off x="6710445" y="1803555"/>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4" name="CasellaDiTesto 93">
            <a:extLst>
              <a:ext uri="{FF2B5EF4-FFF2-40B4-BE49-F238E27FC236}">
                <a16:creationId xmlns:a16="http://schemas.microsoft.com/office/drawing/2014/main" id="{D142385A-855D-D4EB-04D2-310560C073D2}"/>
              </a:ext>
            </a:extLst>
          </p:cNvPr>
          <p:cNvSpPr txBox="1"/>
          <p:nvPr/>
        </p:nvSpPr>
        <p:spPr>
          <a:xfrm>
            <a:off x="6534734" y="3326508"/>
            <a:ext cx="809578" cy="261610"/>
          </a:xfrm>
          <a:prstGeom prst="rect">
            <a:avLst/>
          </a:prstGeom>
          <a:noFill/>
        </p:spPr>
        <p:txBody>
          <a:bodyPr wrap="square" rtlCol="0">
            <a:spAutoFit/>
          </a:bodyPr>
          <a:lstStyle/>
          <a:p>
            <a:r>
              <a:rPr lang="it-IT" sz="1100" dirty="0"/>
              <a:t>evaluates</a:t>
            </a:r>
          </a:p>
        </p:txBody>
      </p:sp>
      <p:sp>
        <p:nvSpPr>
          <p:cNvPr id="99" name="CasellaDiTesto 98">
            <a:extLst>
              <a:ext uri="{FF2B5EF4-FFF2-40B4-BE49-F238E27FC236}">
                <a16:creationId xmlns:a16="http://schemas.microsoft.com/office/drawing/2014/main" id="{E75A9B06-8D46-FD26-31B2-01BCD069312B}"/>
              </a:ext>
            </a:extLst>
          </p:cNvPr>
          <p:cNvSpPr txBox="1"/>
          <p:nvPr/>
        </p:nvSpPr>
        <p:spPr>
          <a:xfrm>
            <a:off x="4747265" y="2007671"/>
            <a:ext cx="726893" cy="261610"/>
          </a:xfrm>
          <a:prstGeom prst="rect">
            <a:avLst/>
          </a:prstGeom>
          <a:noFill/>
        </p:spPr>
        <p:txBody>
          <a:bodyPr wrap="square" rtlCol="0">
            <a:spAutoFit/>
          </a:bodyPr>
          <a:lstStyle/>
          <a:p>
            <a:r>
              <a:rPr lang="it-IT" sz="1100" dirty="0"/>
              <a:t>associate</a:t>
            </a:r>
          </a:p>
        </p:txBody>
      </p:sp>
      <p:cxnSp>
        <p:nvCxnSpPr>
          <p:cNvPr id="12" name="Connettore diritto 11">
            <a:extLst>
              <a:ext uri="{FF2B5EF4-FFF2-40B4-BE49-F238E27FC236}">
                <a16:creationId xmlns:a16="http://schemas.microsoft.com/office/drawing/2014/main" id="{CCE242CA-1B64-7671-457E-376D1411A2E0}"/>
              </a:ext>
            </a:extLst>
          </p:cNvPr>
          <p:cNvCxnSpPr>
            <a:cxnSpLocks/>
          </p:cNvCxnSpPr>
          <p:nvPr/>
        </p:nvCxnSpPr>
        <p:spPr>
          <a:xfrm>
            <a:off x="6863096" y="2787018"/>
            <a:ext cx="546982" cy="589"/>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Connettore diritto 18">
            <a:extLst>
              <a:ext uri="{FF2B5EF4-FFF2-40B4-BE49-F238E27FC236}">
                <a16:creationId xmlns:a16="http://schemas.microsoft.com/office/drawing/2014/main" id="{1D14C1E6-AC50-7402-12D9-B581CE61816B}"/>
              </a:ext>
            </a:extLst>
          </p:cNvPr>
          <p:cNvCxnSpPr>
            <a:cxnSpLocks/>
          </p:cNvCxnSpPr>
          <p:nvPr/>
        </p:nvCxnSpPr>
        <p:spPr>
          <a:xfrm flipV="1">
            <a:off x="7410078" y="2286417"/>
            <a:ext cx="0" cy="505967"/>
          </a:xfrm>
          <a:prstGeom prst="line">
            <a:avLst/>
          </a:prstGeom>
        </p:spPr>
        <p:style>
          <a:lnRef idx="1">
            <a:schemeClr val="accent1"/>
          </a:lnRef>
          <a:fillRef idx="0">
            <a:schemeClr val="accent1"/>
          </a:fillRef>
          <a:effectRef idx="0">
            <a:schemeClr val="accent1"/>
          </a:effectRef>
          <a:fontRef idx="minor">
            <a:schemeClr val="tx1"/>
          </a:fontRef>
        </p:style>
      </p:cxnSp>
      <p:sp>
        <p:nvSpPr>
          <p:cNvPr id="108" name="Ovale 107">
            <a:extLst>
              <a:ext uri="{FF2B5EF4-FFF2-40B4-BE49-F238E27FC236}">
                <a16:creationId xmlns:a16="http://schemas.microsoft.com/office/drawing/2014/main" id="{62C6896D-0C2B-913C-7703-CBF3C84C527F}"/>
              </a:ext>
            </a:extLst>
          </p:cNvPr>
          <p:cNvSpPr/>
          <p:nvPr/>
        </p:nvSpPr>
        <p:spPr>
          <a:xfrm>
            <a:off x="6792258" y="2731406"/>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11" name="CasellaDiTesto 110">
            <a:extLst>
              <a:ext uri="{FF2B5EF4-FFF2-40B4-BE49-F238E27FC236}">
                <a16:creationId xmlns:a16="http://schemas.microsoft.com/office/drawing/2014/main" id="{5780969B-0187-E379-E47F-CF1722950D88}"/>
              </a:ext>
            </a:extLst>
          </p:cNvPr>
          <p:cNvSpPr txBox="1"/>
          <p:nvPr/>
        </p:nvSpPr>
        <p:spPr>
          <a:xfrm>
            <a:off x="8073899" y="1967834"/>
            <a:ext cx="454468" cy="261610"/>
          </a:xfrm>
          <a:prstGeom prst="rect">
            <a:avLst/>
          </a:prstGeom>
          <a:noFill/>
        </p:spPr>
        <p:txBody>
          <a:bodyPr wrap="square" rtlCol="0">
            <a:spAutoFit/>
          </a:bodyPr>
          <a:lstStyle/>
          <a:p>
            <a:r>
              <a:rPr lang="it-IT" sz="1100" dirty="0"/>
              <a:t>asks</a:t>
            </a:r>
          </a:p>
        </p:txBody>
      </p:sp>
    </p:spTree>
    <p:extLst>
      <p:ext uri="{BB962C8B-B14F-4D97-AF65-F5344CB8AC3E}">
        <p14:creationId xmlns:p14="http://schemas.microsoft.com/office/powerpoint/2010/main" val="2244780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(1/3)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08610"/>
            <a:ext cx="10515600" cy="5445760"/>
          </a:xfrm>
        </p:spPr>
        <p:txBody>
          <a:bodyPr>
            <a:normAutofit/>
          </a:bodyPr>
          <a:lstStyle/>
          <a:p>
            <a:pPr marL="0" indent="0">
              <a:spcBef>
                <a:spcPts val="360"/>
              </a:spcBef>
              <a:buSzPts val="1800"/>
              <a:buNone/>
            </a:pPr>
            <a:endParaRPr lang="en-US" sz="1600" dirty="0">
              <a:latin typeface="Courier New"/>
              <a:cs typeface="Courier New"/>
            </a:endParaRP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CLIENT</a:t>
            </a:r>
            <a:r>
              <a:rPr lang="en-US" sz="1600" dirty="0">
                <a:latin typeface="Courier New"/>
                <a:cs typeface="Courier New"/>
              </a:rPr>
              <a:t>` (</a:t>
            </a:r>
          </a:p>
          <a:p>
            <a:pPr marL="0" indent="0">
              <a:spcBef>
                <a:spcPts val="360"/>
              </a:spcBef>
              <a:buSzPts val="1800"/>
              <a:buNone/>
            </a:pPr>
            <a:r>
              <a:rPr lang="en-US" sz="1600" dirty="0">
                <a:latin typeface="Courier New"/>
                <a:cs typeface="Courier New"/>
              </a:rPr>
              <a:t>  `Username` varchar(45) NOT NULL,</a:t>
            </a:r>
          </a:p>
          <a:p>
            <a:pPr marL="0" indent="0">
              <a:spcBef>
                <a:spcPts val="360"/>
              </a:spcBef>
              <a:buSzPts val="1800"/>
              <a:buNone/>
            </a:pPr>
            <a:r>
              <a:rPr lang="en-US" sz="1600" dirty="0">
                <a:latin typeface="Courier New"/>
                <a:cs typeface="Courier New"/>
              </a:rPr>
              <a:t>  `Password` varchar(45) NOT NULL,</a:t>
            </a:r>
          </a:p>
          <a:p>
            <a:pPr marL="0" indent="0">
              <a:spcBef>
                <a:spcPts val="360"/>
              </a:spcBef>
              <a:buSzPts val="1800"/>
              <a:buNone/>
            </a:pPr>
            <a:r>
              <a:rPr lang="en-US" sz="1600" dirty="0">
                <a:latin typeface="Courier New"/>
                <a:cs typeface="Courier New"/>
              </a:rPr>
              <a:t>  PRIMARY KEY (`Username`)</a:t>
            </a:r>
          </a:p>
          <a:p>
            <a:pPr marL="0" indent="0">
              <a:spcBef>
                <a:spcPts val="360"/>
              </a:spcBef>
              <a:buSzPts val="1800"/>
              <a:buNone/>
            </a:pPr>
            <a:r>
              <a:rPr lang="en-US" sz="1600" dirty="0">
                <a:latin typeface="Courier New"/>
                <a:cs typeface="Courier New"/>
              </a:rPr>
              <a:t>)</a:t>
            </a: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EMPLOYEE</a:t>
            </a:r>
            <a:r>
              <a:rPr lang="en-US" sz="1600" dirty="0">
                <a:latin typeface="Courier New"/>
                <a:cs typeface="Courier New"/>
              </a:rPr>
              <a:t>` (</a:t>
            </a:r>
          </a:p>
          <a:p>
            <a:pPr marL="0" indent="0">
              <a:spcBef>
                <a:spcPts val="360"/>
              </a:spcBef>
              <a:buSzPts val="1800"/>
              <a:buNone/>
            </a:pPr>
            <a:r>
              <a:rPr lang="en-US" sz="1600" dirty="0">
                <a:latin typeface="Courier New"/>
                <a:cs typeface="Courier New"/>
              </a:rPr>
              <a:t>  `Username` varchar(45) NOT NULL,</a:t>
            </a:r>
          </a:p>
          <a:p>
            <a:pPr marL="0" indent="0">
              <a:spcBef>
                <a:spcPts val="360"/>
              </a:spcBef>
              <a:buSzPts val="1800"/>
              <a:buNone/>
            </a:pPr>
            <a:r>
              <a:rPr lang="en-US" sz="1600" dirty="0">
                <a:latin typeface="Courier New"/>
                <a:cs typeface="Courier New"/>
              </a:rPr>
              <a:t>  `Password` varchar(45) NOT NULL,</a:t>
            </a:r>
          </a:p>
          <a:p>
            <a:pPr marL="0" indent="0">
              <a:spcBef>
                <a:spcPts val="360"/>
              </a:spcBef>
              <a:buSzPts val="1800"/>
              <a:buNone/>
            </a:pPr>
            <a:r>
              <a:rPr lang="en-US" sz="1600" dirty="0">
                <a:latin typeface="Courier New"/>
                <a:cs typeface="Courier New"/>
              </a:rPr>
              <a:t>  PRIMARY KEY (`Username`)</a:t>
            </a:r>
          </a:p>
          <a:p>
            <a:pPr marL="0" indent="0">
              <a:spcBef>
                <a:spcPts val="360"/>
              </a:spcBef>
              <a:buSzPts val="1800"/>
              <a:buNone/>
            </a:pPr>
            <a:r>
              <a:rPr lang="en-US" sz="1600" dirty="0">
                <a:latin typeface="Courier New"/>
                <a:cs typeface="Courier New"/>
              </a:rPr>
              <a:t>)</a:t>
            </a: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PRODUCT</a:t>
            </a:r>
            <a:r>
              <a:rPr lang="en-US" sz="1600" dirty="0">
                <a:latin typeface="Courier New"/>
                <a:cs typeface="Courier New"/>
              </a:rPr>
              <a:t>` (</a:t>
            </a:r>
          </a:p>
          <a:p>
            <a:pPr marL="0" indent="0">
              <a:spcBef>
                <a:spcPts val="360"/>
              </a:spcBef>
              <a:buSzPts val="1800"/>
              <a:buNone/>
            </a:pPr>
            <a:r>
              <a:rPr lang="en-US" sz="1600" dirty="0">
                <a:latin typeface="Courier New"/>
                <a:cs typeface="Courier New"/>
              </a:rPr>
              <a:t>  `Code` varchar(45) NOT NULL,</a:t>
            </a:r>
          </a:p>
          <a:p>
            <a:pPr marL="0" indent="0">
              <a:spcBef>
                <a:spcPts val="360"/>
              </a:spcBef>
              <a:buSzPts val="1800"/>
              <a:buNone/>
            </a:pPr>
            <a:r>
              <a:rPr lang="en-US" sz="1600" dirty="0">
                <a:latin typeface="Courier New"/>
                <a:cs typeface="Courier New"/>
              </a:rPr>
              <a:t>  `Name` varchar(45) NOT NULL,</a:t>
            </a:r>
          </a:p>
          <a:p>
            <a:pPr marL="0" indent="0">
              <a:spcBef>
                <a:spcPts val="360"/>
              </a:spcBef>
              <a:buSzPts val="1800"/>
              <a:buNone/>
            </a:pPr>
            <a:r>
              <a:rPr lang="en-US" sz="1600" dirty="0">
                <a:latin typeface="Courier New"/>
                <a:cs typeface="Courier New"/>
              </a:rPr>
              <a:t>  `ImgPath` varchar(255) NOT NULL,</a:t>
            </a:r>
          </a:p>
          <a:p>
            <a:pPr marL="0" indent="0">
              <a:spcBef>
                <a:spcPts val="360"/>
              </a:spcBef>
              <a:buSzPts val="1800"/>
              <a:buNone/>
            </a:pPr>
            <a:r>
              <a:rPr lang="en-US" sz="1600" dirty="0">
                <a:latin typeface="Courier New"/>
                <a:cs typeface="Courier New"/>
              </a:rPr>
              <a:t>  PRIMARY KEY (`Code`)</a:t>
            </a:r>
          </a:p>
          <a:p>
            <a:pPr marL="0" indent="0">
              <a:spcBef>
                <a:spcPts val="360"/>
              </a:spcBef>
              <a:buSzPts val="1800"/>
              <a:buNone/>
            </a:pPr>
            <a:r>
              <a:rPr lang="en-US" sz="1600" dirty="0">
                <a:latin typeface="Courier New"/>
                <a:cs typeface="Courier New"/>
              </a:rPr>
              <a:t>) </a:t>
            </a:r>
          </a:p>
          <a:p>
            <a:pPr marL="0" indent="0">
              <a:spcBef>
                <a:spcPts val="360"/>
              </a:spcBef>
              <a:buSzPts val="1800"/>
              <a:buNone/>
            </a:pPr>
            <a:endParaRPr lang="en-US" sz="1600" dirty="0">
              <a:latin typeface="Courier New"/>
              <a:cs typeface="Courier New"/>
            </a:endParaRPr>
          </a:p>
          <a:p>
            <a:pPr marL="0" indent="0">
              <a:spcBef>
                <a:spcPts val="360"/>
              </a:spcBef>
              <a:buSzPts val="1800"/>
              <a:buNone/>
            </a:pPr>
            <a:endParaRPr lang="en-US" sz="1600" dirty="0">
              <a:latin typeface="Courier New"/>
              <a:cs typeface="Courier New"/>
            </a:endParaRPr>
          </a:p>
        </p:txBody>
      </p:sp>
    </p:spTree>
    <p:extLst>
      <p:ext uri="{BB962C8B-B14F-4D97-AF65-F5344CB8AC3E}">
        <p14:creationId xmlns:p14="http://schemas.microsoft.com/office/powerpoint/2010/main" val="1275990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(2/3)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lnSpcReduction="10000"/>
          </a:bodyPr>
          <a:lstStyle/>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it-IT" sz="1600" dirty="0">
                <a:latin typeface="Courier New"/>
                <a:cs typeface="Courier New"/>
              </a:rPr>
              <a:t>CREATE TABLE `</a:t>
            </a:r>
            <a:r>
              <a:rPr lang="it-IT" sz="1600" b="1" dirty="0">
                <a:latin typeface="Courier New"/>
                <a:cs typeface="Courier New"/>
              </a:rPr>
              <a:t>OPTION</a:t>
            </a:r>
            <a:r>
              <a:rPr lang="it-IT" sz="1600" dirty="0">
                <a:latin typeface="Courier New"/>
                <a:cs typeface="Courier New"/>
              </a:rPr>
              <a:t>` (</a:t>
            </a:r>
          </a:p>
          <a:p>
            <a:pPr marL="0" indent="0">
              <a:spcBef>
                <a:spcPts val="360"/>
              </a:spcBef>
              <a:buSzPts val="1800"/>
              <a:buNone/>
            </a:pPr>
            <a:r>
              <a:rPr lang="it-IT" sz="1600" dirty="0">
                <a:latin typeface="Courier New"/>
                <a:cs typeface="Courier New"/>
              </a:rPr>
              <a:t>  `Code` varchar(45) NOT NULL,</a:t>
            </a:r>
          </a:p>
          <a:p>
            <a:pPr marL="0" indent="0">
              <a:spcBef>
                <a:spcPts val="360"/>
              </a:spcBef>
              <a:buSzPts val="1800"/>
              <a:buNone/>
            </a:pPr>
            <a:r>
              <a:rPr lang="it-IT" sz="1600" dirty="0">
                <a:latin typeface="Courier New"/>
                <a:cs typeface="Courier New"/>
              </a:rPr>
              <a:t>  `ProductCode` varchar(45) NOT NULL,</a:t>
            </a:r>
          </a:p>
          <a:p>
            <a:pPr marL="0" indent="0">
              <a:spcBef>
                <a:spcPts val="360"/>
              </a:spcBef>
              <a:buSzPts val="1800"/>
              <a:buNone/>
            </a:pPr>
            <a:r>
              <a:rPr lang="it-IT" sz="1600" dirty="0">
                <a:latin typeface="Courier New"/>
                <a:cs typeface="Courier New"/>
              </a:rPr>
              <a:t>  `Type` enum('Normale','In_Offerta') NOT NULL,</a:t>
            </a:r>
          </a:p>
          <a:p>
            <a:pPr marL="0" indent="0">
              <a:spcBef>
                <a:spcPts val="360"/>
              </a:spcBef>
              <a:buSzPts val="1800"/>
              <a:buNone/>
            </a:pPr>
            <a:r>
              <a:rPr lang="it-IT" sz="1600" dirty="0">
                <a:latin typeface="Courier New"/>
                <a:cs typeface="Courier New"/>
              </a:rPr>
              <a:t>  `Name` varchar(45) NOT NULL,</a:t>
            </a:r>
          </a:p>
          <a:p>
            <a:pPr marL="0" indent="0">
              <a:spcBef>
                <a:spcPts val="360"/>
              </a:spcBef>
              <a:buSzPts val="1800"/>
              <a:buNone/>
            </a:pPr>
            <a:r>
              <a:rPr lang="it-IT" sz="1600" dirty="0">
                <a:latin typeface="Courier New"/>
                <a:cs typeface="Courier New"/>
              </a:rPr>
              <a:t>  PRIMARY KEY (`Code`),</a:t>
            </a:r>
          </a:p>
          <a:p>
            <a:pPr marL="0" indent="0">
              <a:spcBef>
                <a:spcPts val="360"/>
              </a:spcBef>
              <a:buSzPts val="1800"/>
              <a:buNone/>
            </a:pPr>
            <a:r>
              <a:rPr lang="it-IT" sz="1600" dirty="0">
                <a:latin typeface="Courier New"/>
                <a:cs typeface="Courier New"/>
              </a:rPr>
              <a:t>  KEY `Code_idx` (`ProductCode`),</a:t>
            </a:r>
          </a:p>
          <a:p>
            <a:pPr marL="0" indent="0">
              <a:spcBef>
                <a:spcPts val="360"/>
              </a:spcBef>
              <a:buSzPts val="1800"/>
              <a:buNone/>
            </a:pPr>
            <a:r>
              <a:rPr lang="it-IT" sz="1600" dirty="0">
                <a:latin typeface="Courier New"/>
                <a:cs typeface="Courier New"/>
              </a:rPr>
              <a:t>  CONSTRAINT `ProductForeignKey` FOREIGN KEY (`ProductCode`) REFERENCES `PRODUCT` (`Code`)</a:t>
            </a:r>
          </a:p>
          <a:p>
            <a:pPr marL="0" indent="0">
              <a:spcBef>
                <a:spcPts val="360"/>
              </a:spcBef>
              <a:buSzPts val="1800"/>
              <a:buNone/>
            </a:pPr>
            <a:r>
              <a:rPr lang="it-IT" sz="1600" dirty="0">
                <a:latin typeface="Courier New"/>
                <a:cs typeface="Courier New"/>
              </a:rPr>
              <a:t>)</a:t>
            </a:r>
          </a:p>
          <a:p>
            <a:pPr marL="0" indent="0">
              <a:spcBef>
                <a:spcPts val="360"/>
              </a:spcBef>
              <a:buSzPts val="1800"/>
              <a:buNone/>
            </a:pPr>
            <a:endParaRPr lang="it-IT" sz="1600" dirty="0">
              <a:latin typeface="Courier New"/>
              <a:cs typeface="Courier New"/>
            </a:endParaRPr>
          </a:p>
          <a:p>
            <a:pPr marL="0" indent="0">
              <a:spcBef>
                <a:spcPts val="360"/>
              </a:spcBef>
              <a:buSzPts val="1800"/>
              <a:buNone/>
            </a:pPr>
            <a:r>
              <a:rPr lang="it-IT" sz="1600" dirty="0">
                <a:latin typeface="Courier New"/>
                <a:cs typeface="Courier New"/>
              </a:rPr>
              <a:t>CREATE TABLE `</a:t>
            </a:r>
            <a:r>
              <a:rPr lang="it-IT" sz="1600" b="1" dirty="0">
                <a:latin typeface="Courier New"/>
                <a:cs typeface="Courier New"/>
              </a:rPr>
              <a:t>OPTIONSINPREVENTIVE</a:t>
            </a:r>
            <a:r>
              <a:rPr lang="it-IT" sz="1600" dirty="0">
                <a:latin typeface="Courier New"/>
                <a:cs typeface="Courier New"/>
              </a:rPr>
              <a:t>` (</a:t>
            </a:r>
          </a:p>
          <a:p>
            <a:pPr marL="0" indent="0">
              <a:spcBef>
                <a:spcPts val="360"/>
              </a:spcBef>
              <a:buSzPts val="1800"/>
              <a:buNone/>
            </a:pPr>
            <a:r>
              <a:rPr lang="it-IT" sz="1600" dirty="0">
                <a:latin typeface="Courier New"/>
                <a:cs typeface="Courier New"/>
              </a:rPr>
              <a:t>  `IDPreventive` varchar(45) NOT NULL,</a:t>
            </a:r>
          </a:p>
          <a:p>
            <a:pPr marL="0" indent="0">
              <a:spcBef>
                <a:spcPts val="360"/>
              </a:spcBef>
              <a:buSzPts val="1800"/>
              <a:buNone/>
            </a:pPr>
            <a:r>
              <a:rPr lang="it-IT" sz="1600" dirty="0">
                <a:latin typeface="Courier New"/>
                <a:cs typeface="Courier New"/>
              </a:rPr>
              <a:t>  `OptionCode` varchar(45) NOT NULL,</a:t>
            </a:r>
          </a:p>
          <a:p>
            <a:pPr marL="0" indent="0">
              <a:spcBef>
                <a:spcPts val="360"/>
              </a:spcBef>
              <a:buSzPts val="1800"/>
              <a:buNone/>
            </a:pPr>
            <a:r>
              <a:rPr lang="it-IT" sz="1600" dirty="0">
                <a:latin typeface="Courier New"/>
                <a:cs typeface="Courier New"/>
              </a:rPr>
              <a:t>  PRIMARY KEY (`IDPreventive`,`OptionCode`),</a:t>
            </a:r>
          </a:p>
          <a:p>
            <a:pPr marL="0" indent="0">
              <a:spcBef>
                <a:spcPts val="360"/>
              </a:spcBef>
              <a:buSzPts val="1800"/>
              <a:buNone/>
            </a:pPr>
            <a:r>
              <a:rPr lang="it-IT" sz="1600" dirty="0">
                <a:latin typeface="Courier New"/>
                <a:cs typeface="Courier New"/>
              </a:rPr>
              <a:t>  KEY `OptionForeignKey_idx` (`OptionCode`),</a:t>
            </a:r>
          </a:p>
          <a:p>
            <a:pPr marL="0" indent="0">
              <a:spcBef>
                <a:spcPts val="360"/>
              </a:spcBef>
              <a:buSzPts val="1800"/>
              <a:buNone/>
            </a:pPr>
            <a:r>
              <a:rPr lang="it-IT" sz="1600" dirty="0">
                <a:latin typeface="Courier New"/>
                <a:cs typeface="Courier New"/>
              </a:rPr>
              <a:t>  CONSTRAINT `OptionForeignKey` FOREIGN KEY (`OptionCode`) REFERENCES `OPTION` (`Code`),</a:t>
            </a:r>
          </a:p>
          <a:p>
            <a:pPr marL="0" indent="0">
              <a:spcBef>
                <a:spcPts val="360"/>
              </a:spcBef>
              <a:buSzPts val="1800"/>
              <a:buNone/>
            </a:pPr>
            <a:r>
              <a:rPr lang="it-IT" sz="1600" dirty="0">
                <a:latin typeface="Courier New"/>
                <a:cs typeface="Courier New"/>
              </a:rPr>
              <a:t>  CONSTRAINT `PreventiveForeignKey` FOREIGN KEY (`IDPreventive`) REFERENCES `PREVENTIVE` (`ID`)</a:t>
            </a:r>
          </a:p>
          <a:p>
            <a:pPr marL="0" indent="0">
              <a:spcBef>
                <a:spcPts val="360"/>
              </a:spcBef>
              <a:buSzPts val="1800"/>
              <a:buNone/>
            </a:pPr>
            <a:r>
              <a:rPr lang="it-IT" sz="1600" dirty="0">
                <a:latin typeface="Courier New"/>
                <a:cs typeface="Courier New"/>
              </a:rPr>
              <a:t>) </a:t>
            </a:r>
          </a:p>
        </p:txBody>
      </p:sp>
    </p:spTree>
    <p:extLst>
      <p:ext uri="{BB962C8B-B14F-4D97-AF65-F5344CB8AC3E}">
        <p14:creationId xmlns:p14="http://schemas.microsoft.com/office/powerpoint/2010/main" val="3413637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(3/3)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a:bodyPr>
          <a:lstStyle/>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PREVENTIVE</a:t>
            </a:r>
            <a:r>
              <a:rPr lang="en-US" sz="1600" dirty="0">
                <a:latin typeface="Courier New"/>
                <a:cs typeface="Courier New"/>
              </a:rPr>
              <a:t>` (</a:t>
            </a:r>
          </a:p>
          <a:p>
            <a:pPr marL="0" indent="0">
              <a:spcBef>
                <a:spcPts val="360"/>
              </a:spcBef>
              <a:buSzPts val="1800"/>
              <a:buNone/>
            </a:pPr>
            <a:r>
              <a:rPr lang="en-US" sz="1600" dirty="0">
                <a:latin typeface="Courier New"/>
                <a:cs typeface="Courier New"/>
              </a:rPr>
              <a:t>  `ID` varchar(45) NOT NULL,</a:t>
            </a:r>
          </a:p>
          <a:p>
            <a:pPr marL="0" indent="0">
              <a:spcBef>
                <a:spcPts val="360"/>
              </a:spcBef>
              <a:buSzPts val="1800"/>
              <a:buNone/>
            </a:pPr>
            <a:r>
              <a:rPr lang="en-US" sz="1600" dirty="0">
                <a:latin typeface="Courier New"/>
                <a:cs typeface="Courier New"/>
              </a:rPr>
              <a:t>  `ClientUsername` varchar(45) NOT NULL,</a:t>
            </a:r>
          </a:p>
          <a:p>
            <a:pPr marL="0" indent="0">
              <a:spcBef>
                <a:spcPts val="360"/>
              </a:spcBef>
              <a:buSzPts val="1800"/>
              <a:buNone/>
            </a:pPr>
            <a:r>
              <a:rPr lang="en-US" sz="1600" dirty="0">
                <a:latin typeface="Courier New"/>
                <a:cs typeface="Courier New"/>
              </a:rPr>
              <a:t>  `ProductCode` varchar(45) NOT NULL,</a:t>
            </a:r>
          </a:p>
          <a:p>
            <a:pPr marL="0" indent="0">
              <a:spcBef>
                <a:spcPts val="360"/>
              </a:spcBef>
              <a:buSzPts val="1800"/>
              <a:buNone/>
            </a:pPr>
            <a:r>
              <a:rPr lang="en-US" sz="1600" dirty="0">
                <a:latin typeface="Courier New"/>
                <a:cs typeface="Courier New"/>
              </a:rPr>
              <a:t>  `EmployeeUsername` varchar(45) DEFAULT NULL,</a:t>
            </a:r>
          </a:p>
          <a:p>
            <a:pPr marL="0" indent="0">
              <a:spcBef>
                <a:spcPts val="360"/>
              </a:spcBef>
              <a:buSzPts val="1800"/>
              <a:buNone/>
            </a:pPr>
            <a:r>
              <a:rPr lang="en-US" sz="1600" dirty="0">
                <a:latin typeface="Courier New"/>
                <a:cs typeface="Courier New"/>
              </a:rPr>
              <a:t>  `Price` float DEFAULT '0’,</a:t>
            </a:r>
          </a:p>
          <a:p>
            <a:pPr marL="0" indent="0">
              <a:spcBef>
                <a:spcPts val="360"/>
              </a:spcBef>
              <a:buSzPts val="1800"/>
              <a:buNone/>
            </a:pPr>
            <a:r>
              <a:rPr lang="en-US" sz="1600" dirty="0">
                <a:latin typeface="Courier New"/>
                <a:cs typeface="Courier New"/>
              </a:rPr>
              <a:t>  PRIMARY KEY (`ID`),</a:t>
            </a:r>
          </a:p>
          <a:p>
            <a:pPr marL="0" indent="0">
              <a:spcBef>
                <a:spcPts val="360"/>
              </a:spcBef>
              <a:buSzPts val="1800"/>
              <a:buNone/>
            </a:pPr>
            <a:r>
              <a:rPr lang="en-US" sz="1600" dirty="0">
                <a:latin typeface="Courier New"/>
                <a:cs typeface="Courier New"/>
              </a:rPr>
              <a:t>  KEY `fk_PREVENTIVE_1_idx1` (`EmployeeUsername`),</a:t>
            </a:r>
          </a:p>
          <a:p>
            <a:pPr marL="0" indent="0">
              <a:spcBef>
                <a:spcPts val="360"/>
              </a:spcBef>
              <a:buSzPts val="1800"/>
              <a:buNone/>
            </a:pPr>
            <a:r>
              <a:rPr lang="en-US" sz="1600" dirty="0">
                <a:latin typeface="Courier New"/>
                <a:cs typeface="Courier New"/>
              </a:rPr>
              <a:t>  KEY `ClientForeignKey_idx` (`ClientUsername`),</a:t>
            </a:r>
          </a:p>
          <a:p>
            <a:pPr marL="0" indent="0">
              <a:spcBef>
                <a:spcPts val="360"/>
              </a:spcBef>
              <a:buSzPts val="1800"/>
              <a:buNone/>
            </a:pPr>
            <a:r>
              <a:rPr lang="en-US" sz="1600" dirty="0">
                <a:latin typeface="Courier New"/>
                <a:cs typeface="Courier New"/>
              </a:rPr>
              <a:t>  KEY `ProductForeignKey_idx` (`ProductCode`),</a:t>
            </a:r>
          </a:p>
          <a:p>
            <a:pPr marL="0" indent="0">
              <a:spcBef>
                <a:spcPts val="360"/>
              </a:spcBef>
              <a:buSzPts val="1800"/>
              <a:buNone/>
            </a:pPr>
            <a:r>
              <a:rPr lang="en-US" sz="1600" dirty="0">
                <a:latin typeface="Courier New"/>
                <a:cs typeface="Courier New"/>
              </a:rPr>
              <a:t>  CONSTRAINT `fk_PREVENTIVE_1` FOREIGN KEY (`ClientUsername`) REFERENCES `CLIENT` (`Username`),</a:t>
            </a:r>
          </a:p>
          <a:p>
            <a:pPr marL="0" indent="0">
              <a:spcBef>
                <a:spcPts val="360"/>
              </a:spcBef>
              <a:buSzPts val="1800"/>
              <a:buNone/>
            </a:pPr>
            <a:r>
              <a:rPr lang="en-US" sz="1600" dirty="0">
                <a:latin typeface="Courier New"/>
                <a:cs typeface="Courier New"/>
              </a:rPr>
              <a:t>  CONSTRAINT `fk_PREVENTIVE_2` FOREIGN KEY (`EmployeeUsername`) REFERENCES `EMPLOYEE` (`Username`),</a:t>
            </a:r>
          </a:p>
          <a:p>
            <a:pPr marL="0" indent="0">
              <a:spcBef>
                <a:spcPts val="360"/>
              </a:spcBef>
              <a:buSzPts val="1800"/>
              <a:buNone/>
            </a:pPr>
            <a:r>
              <a:rPr lang="en-US" sz="1600" dirty="0">
                <a:latin typeface="Courier New"/>
                <a:cs typeface="Courier New"/>
              </a:rPr>
              <a:t>  CONSTRAINT `fk_PREVENTIVE_3` FOREIGN KEY (`ProductCode`) REFERENCES `PRODUCT` (`Code`)</a:t>
            </a:r>
          </a:p>
          <a:p>
            <a:pPr marL="0" indent="0">
              <a:spcBef>
                <a:spcPts val="360"/>
              </a:spcBef>
              <a:buSzPts val="1800"/>
              <a:buNone/>
            </a:pPr>
            <a:r>
              <a:rPr lang="en-US" sz="1600" dirty="0">
                <a:latin typeface="Courier New"/>
                <a:cs typeface="Courier New"/>
              </a:rPr>
              <a:t>) </a:t>
            </a:r>
          </a:p>
        </p:txBody>
      </p:sp>
    </p:spTree>
    <p:extLst>
      <p:ext uri="{BB962C8B-B14F-4D97-AF65-F5344CB8AC3E}">
        <p14:creationId xmlns:p14="http://schemas.microsoft.com/office/powerpoint/2010/main" val="3814619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r>
              <a:rPr lang="it-IT" sz="3600" dirty="0"/>
              <a:t>Application requirements analysis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fontScale="85000" lnSpcReduction="1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a:t>
            </a:r>
            <a:r>
              <a:rPr lang="it-IT" sz="1800" b="0" i="0" u="none" strike="noStrike" baseline="0" dirty="0">
                <a:solidFill>
                  <a:srgbClr val="0070C0"/>
                </a:solidFill>
                <a:latin typeface="Arial" panose="020B0604020202020204" pitchFamily="34" charset="0"/>
              </a:rPr>
              <a:t>supporta</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chemeClr val="accent2">
                    <a:lumMod val="50000"/>
                  </a:schemeClr>
                </a:solidFill>
                <a:latin typeface="Arial" panose="020B0604020202020204" pitchFamily="34" charset="0"/>
              </a:rPr>
              <a:t>registrazione</a:t>
            </a:r>
            <a:r>
              <a:rPr lang="it-IT" sz="1800" b="0" i="0" u="none" strike="noStrike" baseline="0" dirty="0">
                <a:solidFill>
                  <a:srgbClr val="000000"/>
                </a:solidFill>
                <a:latin typeface="Arial" panose="020B0604020202020204" pitchFamily="34" charset="0"/>
              </a:rPr>
              <a:t> e </a:t>
            </a:r>
            <a:r>
              <a:rPr lang="it-IT" sz="1800" b="0" i="0" u="none" strike="noStrike" baseline="0" dirty="0">
                <a:solidFill>
                  <a:schemeClr val="accent2">
                    <a:lumMod val="50000"/>
                  </a:schemeClr>
                </a:solidFill>
                <a:latin typeface="Arial" panose="020B0604020202020204" pitchFamily="34" charset="0"/>
              </a:rPr>
              <a:t>login</a:t>
            </a:r>
            <a:r>
              <a:rPr lang="it-IT" sz="1800" b="0" i="0" u="none" strike="noStrike" baseline="0" dirty="0">
                <a:solidFill>
                  <a:srgbClr val="000000"/>
                </a:solidFill>
                <a:latin typeface="Arial" panose="020B0604020202020204" pitchFamily="34" charset="0"/>
              </a:rPr>
              <a:t> di clienti e impiegati mediante una </a:t>
            </a:r>
            <a:r>
              <a:rPr lang="it-IT" sz="1800" b="0" i="0" u="none" strike="noStrike" baseline="0" dirty="0">
                <a:latin typeface="Arial" panose="020B0604020202020204" pitchFamily="34" charset="0"/>
              </a:rPr>
              <a:t>pagina pubblica </a:t>
            </a:r>
            <a:r>
              <a:rPr lang="it-IT" sz="1800" b="0" i="0" u="none" strike="noStrike" baseline="0" dirty="0">
                <a:solidFill>
                  <a:srgbClr val="000000"/>
                </a:solidFill>
                <a:latin typeface="Arial" panose="020B0604020202020204" pitchFamily="34" charset="0"/>
              </a:rPr>
              <a:t>con opportune form. La registrazione </a:t>
            </a:r>
            <a:r>
              <a:rPr lang="it-IT" sz="1800" b="0" i="0" u="none" strike="noStrike" baseline="0" dirty="0">
                <a:solidFill>
                  <a:srgbClr val="0070C0"/>
                </a:solidFill>
                <a:latin typeface="Arial" panose="020B0604020202020204" pitchFamily="34" charset="0"/>
              </a:rPr>
              <a:t>controlla l’unicità dello username</a:t>
            </a:r>
            <a:r>
              <a:rPr lang="it-IT" sz="1800" b="0" i="0" u="none" strike="noStrike" baseline="0" dirty="0">
                <a:solidFill>
                  <a:srgbClr val="000000"/>
                </a:solidFill>
                <a:latin typeface="Arial" panose="020B0604020202020204" pitchFamily="34" charset="0"/>
              </a:rPr>
              <a:t>.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a:t>
            </a:r>
            <a:r>
              <a:rPr lang="it-IT" sz="1800" b="0" i="0" u="none" strike="noStrike" baseline="0" dirty="0">
                <a:solidFill>
                  <a:srgbClr val="FF0000"/>
                </a:solidFill>
                <a:latin typeface="Arial" panose="020B0604020202020204" pitchFamily="34" charset="0"/>
              </a:rPr>
              <a:t>LOGIN PAGE</a:t>
            </a:r>
            <a:r>
              <a:rPr lang="it-IT" sz="1800" b="0" i="0" u="none" strike="noStrike" baseline="0" dirty="0">
                <a:solidFill>
                  <a:srgbClr val="000000"/>
                </a:solidFill>
                <a:latin typeface="Arial" panose="020B0604020202020204" pitchFamily="34" charset="0"/>
              </a:rPr>
              <a:t>, mediante la quale l’utente si autentica con username e password. Quando un cliente fa login, accede a una pagina </a:t>
            </a:r>
            <a:r>
              <a:rPr lang="it-IT" sz="1800" b="0" i="0" u="none" strike="noStrike" baseline="0" dirty="0">
                <a:solidFill>
                  <a:srgbClr val="FF0000"/>
                </a:solidFill>
                <a:latin typeface="Arial" panose="020B0604020202020204" pitchFamily="34" charset="0"/>
              </a:rPr>
              <a:t>HOME PAGE CLIENTE </a:t>
            </a:r>
            <a:r>
              <a:rPr lang="it-IT" sz="1800" b="0" i="0" u="none" strike="noStrike" baseline="0" dirty="0">
                <a:solidFill>
                  <a:srgbClr val="000000"/>
                </a:solidFill>
                <a:latin typeface="Arial" panose="020B0604020202020204" pitchFamily="34" charset="0"/>
              </a:rPr>
              <a:t>che contiene </a:t>
            </a:r>
            <a:r>
              <a:rPr lang="it-IT" sz="1800" b="0" i="0" u="none" strike="noStrike" baseline="0" dirty="0">
                <a:solidFill>
                  <a:srgbClr val="00B050"/>
                </a:solidFill>
                <a:latin typeface="Arial" panose="020B0604020202020204" pitchFamily="34" charset="0"/>
              </a:rPr>
              <a:t>una form </a:t>
            </a:r>
            <a:r>
              <a:rPr lang="it-IT" sz="1800" b="0" i="0" u="none" strike="noStrike" baseline="0" dirty="0">
                <a:solidFill>
                  <a:srgbClr val="000000"/>
                </a:solidFill>
                <a:latin typeface="Arial" panose="020B0604020202020204" pitchFamily="34" charset="0"/>
              </a:rPr>
              <a:t>per </a:t>
            </a:r>
            <a:r>
              <a:rPr lang="it-IT" sz="1800" b="0" i="0" u="none" strike="noStrike" baseline="0" dirty="0">
                <a:solidFill>
                  <a:schemeClr val="accent2">
                    <a:lumMod val="50000"/>
                  </a:schemeClr>
                </a:solidFill>
                <a:latin typeface="Arial" panose="020B0604020202020204" pitchFamily="34" charset="0"/>
              </a:rPr>
              <a:t>creare un preventivo </a:t>
            </a:r>
            <a:r>
              <a:rPr lang="it-IT" sz="1800" b="0" i="0" u="none" strike="noStrike" baseline="0" dirty="0">
                <a:solidFill>
                  <a:srgbClr val="000000"/>
                </a:solidFill>
                <a:latin typeface="Arial" panose="020B0604020202020204" pitchFamily="34" charset="0"/>
              </a:rPr>
              <a:t>e </a:t>
            </a:r>
            <a:r>
              <a:rPr lang="it-IT" sz="1800" b="0" i="0" u="none" strike="noStrike" baseline="0" dirty="0">
                <a:solidFill>
                  <a:srgbClr val="00B050"/>
                </a:solidFill>
                <a:latin typeface="Arial" panose="020B0604020202020204" pitchFamily="34" charset="0"/>
              </a:rPr>
              <a:t>l’elenco dei preventivi creati dal cliente</a:t>
            </a:r>
            <a:r>
              <a:rPr lang="it-IT" sz="1800" b="0" i="0" u="none" strike="noStrike" baseline="0" dirty="0">
                <a:solidFill>
                  <a:srgbClr val="000000"/>
                </a:solidFill>
                <a:latin typeface="Arial" panose="020B0604020202020204" pitchFamily="34" charset="0"/>
              </a:rPr>
              <a:t>. Selezionando uno dei preventivi il cliente ne visualizza i </a:t>
            </a:r>
            <a:r>
              <a:rPr lang="it-IT" sz="1800" b="0" i="0" u="none" strike="noStrike" baseline="0" dirty="0">
                <a:solidFill>
                  <a:srgbClr val="00B050"/>
                </a:solidFill>
                <a:latin typeface="Arial" panose="020B0604020202020204" pitchFamily="34" charset="0"/>
              </a:rPr>
              <a:t>dettagli</a:t>
            </a:r>
            <a:r>
              <a:rPr lang="it-IT" sz="1800" b="0" i="0" u="none" strike="noStrike" baseline="0" dirty="0">
                <a:solidFill>
                  <a:srgbClr val="000000"/>
                </a:solidFill>
                <a:latin typeface="Arial" panose="020B0604020202020204" pitchFamily="34" charset="0"/>
              </a:rPr>
              <a:t>. Mediante la form di creazione di un preventivo l’utente per prima cosa </a:t>
            </a:r>
            <a:r>
              <a:rPr lang="it-IT" sz="1800" b="0" i="0" u="none" strike="noStrike" baseline="0" dirty="0">
                <a:solidFill>
                  <a:srgbClr val="0070C0"/>
                </a:solidFill>
                <a:latin typeface="Arial" panose="020B0604020202020204" pitchFamily="34" charset="0"/>
              </a:rPr>
              <a:t>sceglie il prodotto</a:t>
            </a:r>
            <a:r>
              <a:rPr lang="it-IT" sz="1800" b="0" i="0" u="none" strike="noStrike" baseline="0" dirty="0">
                <a:solidFill>
                  <a:srgbClr val="000000"/>
                </a:solidFill>
                <a:latin typeface="Arial" panose="020B0604020202020204" pitchFamily="34" charset="0"/>
              </a:rPr>
              <a:t>; scelto il prodotto, la form mostra le opzioni di quel prodotto. L’utente </a:t>
            </a:r>
            <a:r>
              <a:rPr lang="it-IT" sz="1800" b="0" i="0" u="none" strike="noStrike" baseline="0" dirty="0">
                <a:solidFill>
                  <a:srgbClr val="0070C0"/>
                </a:solidFill>
                <a:latin typeface="Arial" panose="020B0604020202020204" pitchFamily="34" charset="0"/>
              </a:rPr>
              <a:t>sceglie le opzioni</a:t>
            </a:r>
            <a:r>
              <a:rPr lang="it-IT" sz="1800" b="0" i="0" u="none" strike="noStrike" baseline="0" dirty="0">
                <a:solidFill>
                  <a:srgbClr val="000000"/>
                </a:solidFill>
                <a:latin typeface="Arial" panose="020B0604020202020204" pitchFamily="34" charset="0"/>
              </a:rPr>
              <a:t> (almeno una) e </a:t>
            </a:r>
            <a:r>
              <a:rPr lang="it-IT" sz="1800" b="0" i="0" u="none" strike="noStrike" baseline="0" dirty="0">
                <a:solidFill>
                  <a:srgbClr val="0070C0"/>
                </a:solidFill>
                <a:latin typeface="Arial" panose="020B0604020202020204" pitchFamily="34" charset="0"/>
              </a:rPr>
              <a:t>conferma l’invio del preventivo </a:t>
            </a:r>
            <a:r>
              <a:rPr lang="it-IT" sz="1800" b="0" i="0" u="none" strike="noStrike" baseline="0" dirty="0">
                <a:solidFill>
                  <a:srgbClr val="000000"/>
                </a:solidFill>
                <a:latin typeface="Arial" panose="020B0604020202020204" pitchFamily="34" charset="0"/>
              </a:rPr>
              <a:t>mediante il </a:t>
            </a:r>
            <a:r>
              <a:rPr lang="it-IT" sz="1800" b="0" i="0" u="none" strike="noStrike" baseline="0" dirty="0">
                <a:solidFill>
                  <a:srgbClr val="00B050"/>
                </a:solidFill>
                <a:latin typeface="Arial" panose="020B0604020202020204" pitchFamily="34" charset="0"/>
              </a:rPr>
              <a:t>bottone INVIA PREVENTIVO</a:t>
            </a:r>
            <a:r>
              <a:rPr lang="it-IT" sz="1800" b="0" i="0" u="none" strike="noStrike" baseline="0" dirty="0">
                <a:solidFill>
                  <a:srgbClr val="000000"/>
                </a:solidFill>
                <a:latin typeface="Arial" panose="020B0604020202020204" pitchFamily="34" charset="0"/>
              </a:rPr>
              <a:t>. Quando un impiegato effettua il login, accede a una pagina </a:t>
            </a:r>
            <a:r>
              <a:rPr lang="it-IT" sz="1800" b="0" i="0" u="none" strike="noStrike" baseline="0" dirty="0">
                <a:solidFill>
                  <a:srgbClr val="FF0000"/>
                </a:solidFill>
                <a:latin typeface="Arial" panose="020B0604020202020204" pitchFamily="34" charset="0"/>
              </a:rPr>
              <a:t>HOME PAGE IMPIEGATO </a:t>
            </a:r>
            <a:r>
              <a:rPr lang="it-IT" sz="1800" b="0" i="0" u="none" strike="noStrike" baseline="0" dirty="0">
                <a:solidFill>
                  <a:srgbClr val="000000"/>
                </a:solidFill>
                <a:latin typeface="Arial" panose="020B0604020202020204" pitchFamily="34" charset="0"/>
              </a:rPr>
              <a:t>che contiene </a:t>
            </a:r>
            <a:r>
              <a:rPr lang="it-IT" sz="1800" b="0" i="0" u="none" strike="noStrike" baseline="0" dirty="0">
                <a:solidFill>
                  <a:srgbClr val="00B050"/>
                </a:solidFill>
                <a:latin typeface="Arial" panose="020B0604020202020204" pitchFamily="34" charset="0"/>
              </a:rPr>
              <a:t>l’elenco dei preventivi gestiti</a:t>
            </a:r>
            <a:r>
              <a:rPr lang="it-IT" sz="1800" b="0" i="0" u="none" strike="noStrike" baseline="0" dirty="0">
                <a:solidFill>
                  <a:srgbClr val="000000"/>
                </a:solidFill>
                <a:latin typeface="Arial" panose="020B0604020202020204" pitchFamily="34" charset="0"/>
              </a:rPr>
              <a:t> da lui in precedenza e quello dei </a:t>
            </a:r>
            <a:r>
              <a:rPr lang="it-IT" sz="1800" b="0" i="0" u="none" strike="noStrike" baseline="0" dirty="0">
                <a:solidFill>
                  <a:srgbClr val="00B050"/>
                </a:solidFill>
                <a:latin typeface="Arial" panose="020B0604020202020204" pitchFamily="34" charset="0"/>
              </a:rPr>
              <a:t>preventivi non ancora associati </a:t>
            </a:r>
            <a:r>
              <a:rPr lang="it-IT" sz="1800" b="0" i="0" u="none" strike="noStrike" baseline="0" dirty="0">
                <a:solidFill>
                  <a:srgbClr val="000000"/>
                </a:solidFill>
                <a:latin typeface="Arial" panose="020B0604020202020204" pitchFamily="34" charset="0"/>
              </a:rPr>
              <a:t>a nessun impiegato. Quando l’impiegato </a:t>
            </a:r>
            <a:r>
              <a:rPr lang="it-IT" sz="1800" b="0" i="0" u="none" strike="noStrike" baseline="0" dirty="0">
                <a:solidFill>
                  <a:srgbClr val="0070C0"/>
                </a:solidFill>
                <a:latin typeface="Arial" panose="020B0604020202020204" pitchFamily="34" charset="0"/>
              </a:rPr>
              <a:t>seleziona un elemento </a:t>
            </a:r>
            <a:r>
              <a:rPr lang="it-IT" sz="1800" b="0" i="0" u="none" strike="noStrike" baseline="0" dirty="0">
                <a:solidFill>
                  <a:srgbClr val="000000"/>
                </a:solidFill>
                <a:latin typeface="Arial" panose="020B0604020202020204" pitchFamily="34" charset="0"/>
              </a:rPr>
              <a:t>dall’elenco dei preventivi non ancora associati a nessuno, compare una pagina </a:t>
            </a:r>
            <a:r>
              <a:rPr lang="it-IT" sz="1800" b="0" i="0" u="none" strike="noStrike" baseline="0" dirty="0">
                <a:solidFill>
                  <a:srgbClr val="FF0000"/>
                </a:solidFill>
                <a:latin typeface="Arial" panose="020B0604020202020204" pitchFamily="34" charset="0"/>
              </a:rPr>
              <a:t>PREZZA PREVENTIVO </a:t>
            </a:r>
            <a:r>
              <a:rPr lang="it-IT" sz="1800" b="0" i="0" u="none" strike="noStrike" baseline="0" dirty="0">
                <a:solidFill>
                  <a:srgbClr val="000000"/>
                </a:solidFill>
                <a:latin typeface="Arial" panose="020B0604020202020204" pitchFamily="34" charset="0"/>
              </a:rPr>
              <a:t>che mostra i </a:t>
            </a:r>
            <a:r>
              <a:rPr lang="it-IT" sz="1800" b="0" i="0" u="none" strike="noStrike" baseline="0" dirty="0">
                <a:solidFill>
                  <a:srgbClr val="00B050"/>
                </a:solidFill>
                <a:latin typeface="Arial" panose="020B0604020202020204" pitchFamily="34" charset="0"/>
              </a:rPr>
              <a:t>dati del cliente (username) e del preventivo </a:t>
            </a:r>
            <a:r>
              <a:rPr lang="it-IT" sz="1800" b="0" i="0" u="none" strike="noStrike" baseline="0" dirty="0">
                <a:solidFill>
                  <a:srgbClr val="000000"/>
                </a:solidFill>
                <a:latin typeface="Arial" panose="020B0604020202020204" pitchFamily="34" charset="0"/>
              </a:rPr>
              <a:t>e </a:t>
            </a:r>
            <a:r>
              <a:rPr lang="it-IT" sz="1800" b="0" i="0" u="none" strike="noStrike" baseline="0" dirty="0">
                <a:solidFill>
                  <a:srgbClr val="00B050"/>
                </a:solidFill>
                <a:latin typeface="Arial" panose="020B0604020202020204" pitchFamily="34" charset="0"/>
              </a:rPr>
              <a:t>una</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B050"/>
                </a:solidFill>
                <a:latin typeface="Arial" panose="020B0604020202020204" pitchFamily="34" charset="0"/>
              </a:rPr>
              <a:t>form</a:t>
            </a:r>
            <a:r>
              <a:rPr lang="it-IT" sz="1800" b="0" i="0" u="none" strike="noStrike" baseline="0" dirty="0">
                <a:solidFill>
                  <a:srgbClr val="000000"/>
                </a:solidFill>
                <a:latin typeface="Arial" panose="020B0604020202020204" pitchFamily="34" charset="0"/>
              </a:rPr>
              <a:t> per inserire il prezzo del preventivo. Quando l’impiegato inserisce il prezzo e </a:t>
            </a:r>
            <a:r>
              <a:rPr lang="it-IT" sz="1800" b="0" i="0" u="none" strike="noStrike" baseline="0" dirty="0">
                <a:solidFill>
                  <a:srgbClr val="0070C0"/>
                </a:solidFill>
                <a:latin typeface="Arial" panose="020B0604020202020204" pitchFamily="34" charset="0"/>
              </a:rPr>
              <a:t>invia i dati </a:t>
            </a:r>
            <a:r>
              <a:rPr lang="it-IT" sz="1800" b="0" i="0" u="none" strike="noStrike" baseline="0" dirty="0">
                <a:solidFill>
                  <a:srgbClr val="000000"/>
                </a:solidFill>
                <a:latin typeface="Arial" panose="020B0604020202020204" pitchFamily="34" charset="0"/>
              </a:rPr>
              <a:t>con il </a:t>
            </a:r>
            <a:r>
              <a:rPr lang="it-IT" sz="1800" b="0" i="0" u="none" strike="noStrike" baseline="0" dirty="0">
                <a:solidFill>
                  <a:srgbClr val="00B050"/>
                </a:solidFill>
                <a:latin typeface="Arial" panose="020B0604020202020204" pitchFamily="34" charset="0"/>
              </a:rPr>
              <a:t>bottone INVIA PREZZO</a:t>
            </a:r>
            <a:r>
              <a:rPr lang="it-IT" sz="1800" b="0" i="0" u="none" strike="noStrike" baseline="0" dirty="0">
                <a:solidFill>
                  <a:srgbClr val="000000"/>
                </a:solidFill>
                <a:latin typeface="Arial" panose="020B0604020202020204" pitchFamily="34" charset="0"/>
              </a:rPr>
              <a:t>, compare di nuovo la pagina HOME PAGE IMPIEGATO con </a:t>
            </a:r>
            <a:r>
              <a:rPr lang="it-IT" sz="1800" b="0" i="0" u="none" strike="noStrike" baseline="0" dirty="0">
                <a:solidFill>
                  <a:schemeClr val="accent2">
                    <a:lumMod val="50000"/>
                  </a:schemeClr>
                </a:solidFill>
                <a:latin typeface="Arial" panose="020B0604020202020204" pitchFamily="34" charset="0"/>
              </a:rPr>
              <a:t>gli elenchi dei preventivi aggiornati</a:t>
            </a:r>
            <a:r>
              <a:rPr lang="it-IT" sz="1800" b="0" i="0" u="none" strike="noStrike" baseline="0" dirty="0">
                <a:solidFill>
                  <a:srgbClr val="000000"/>
                </a:solidFill>
                <a:latin typeface="Arial" panose="020B0604020202020204" pitchFamily="34" charset="0"/>
              </a:rPr>
              <a:t>. Il prezzo definito dall’impiegato risulta visibile al cliente quando questi </a:t>
            </a:r>
            <a:r>
              <a:rPr lang="it-IT" sz="1800" b="0" i="0" u="none" strike="noStrike" baseline="0" dirty="0">
                <a:solidFill>
                  <a:srgbClr val="0070C0"/>
                </a:solidFill>
                <a:latin typeface="Arial" panose="020B0604020202020204" pitchFamily="34" charset="0"/>
              </a:rPr>
              <a:t>accede all’elenco dei propri preventivi </a:t>
            </a:r>
            <a:r>
              <a:rPr lang="it-IT" sz="1800" b="0" i="0" u="none" strike="noStrike" baseline="0" dirty="0">
                <a:solidFill>
                  <a:srgbClr val="000000"/>
                </a:solidFill>
                <a:latin typeface="Arial" panose="020B0604020202020204" pitchFamily="34" charset="0"/>
              </a:rPr>
              <a:t>e visualizza i dettagli del preventivo. La pagina PREZZA PREVENTIVO contiene anche un collegamento per tornare alla HOME PAGE IMPIEGATO. L’applicazione consente il logout dell’utente. </a:t>
            </a:r>
          </a:p>
          <a:p>
            <a:pPr marL="0" indent="0">
              <a:lnSpc>
                <a:spcPct val="110000"/>
              </a:lnSpc>
              <a:buNone/>
            </a:pPr>
            <a:r>
              <a:rPr lang="it-IT" sz="1800" dirty="0">
                <a:solidFill>
                  <a:srgbClr val="FF0000"/>
                </a:solidFill>
                <a:latin typeface="Arial" panose="020B0604020202020204" pitchFamily="34" charset="0"/>
              </a:rPr>
              <a:t>Pages(views)</a:t>
            </a:r>
            <a:r>
              <a:rPr lang="it-IT" sz="1800" dirty="0">
                <a:solidFill>
                  <a:srgbClr val="000000"/>
                </a:solidFill>
                <a:latin typeface="Arial" panose="020B0604020202020204" pitchFamily="34" charset="0"/>
              </a:rPr>
              <a:t>, </a:t>
            </a:r>
            <a:r>
              <a:rPr lang="it-IT" sz="1800" dirty="0">
                <a:solidFill>
                  <a:srgbClr val="00B050"/>
                </a:solidFill>
                <a:latin typeface="Arial" panose="020B0604020202020204" pitchFamily="34" charset="0"/>
              </a:rPr>
              <a:t>view components</a:t>
            </a:r>
            <a:r>
              <a:rPr lang="it-IT" sz="1800" dirty="0">
                <a:solidFill>
                  <a:srgbClr val="000000"/>
                </a:solidFill>
                <a:latin typeface="Arial" panose="020B0604020202020204" pitchFamily="34" charset="0"/>
              </a:rPr>
              <a:t>, </a:t>
            </a:r>
            <a:r>
              <a:rPr lang="it-IT" sz="1800" dirty="0">
                <a:solidFill>
                  <a:srgbClr val="0070C0"/>
                </a:solidFill>
                <a:latin typeface="Arial" panose="020B0604020202020204" pitchFamily="34" charset="0"/>
              </a:rPr>
              <a:t>events</a:t>
            </a:r>
            <a:r>
              <a:rPr lang="it-IT" sz="1800" dirty="0">
                <a:solidFill>
                  <a:srgbClr val="00B0F0"/>
                </a:solidFill>
                <a:latin typeface="Arial" panose="020B0604020202020204" pitchFamily="34" charset="0"/>
              </a:rPr>
              <a:t>, </a:t>
            </a:r>
            <a:r>
              <a:rPr lang="it-IT" sz="1800" dirty="0">
                <a:solidFill>
                  <a:schemeClr val="accent2">
                    <a:lumMod val="50000"/>
                  </a:schemeClr>
                </a:solidFill>
                <a:latin typeface="Arial" panose="020B0604020202020204" pitchFamily="34" charset="0"/>
              </a:rPr>
              <a:t>actions</a:t>
            </a:r>
          </a:p>
          <a:p>
            <a:pPr marL="0" indent="0">
              <a:lnSpc>
                <a:spcPct val="110000"/>
              </a:lnSpc>
              <a:buNone/>
            </a:pPr>
            <a:endParaRPr lang="it-IT" dirty="0"/>
          </a:p>
        </p:txBody>
      </p:sp>
    </p:spTree>
    <p:extLst>
      <p:ext uri="{BB962C8B-B14F-4D97-AF65-F5344CB8AC3E}">
        <p14:creationId xmlns:p14="http://schemas.microsoft.com/office/powerpoint/2010/main" val="2885373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0"/>
            <a:ext cx="10515600" cy="803275"/>
          </a:xfrm>
        </p:spPr>
        <p:txBody>
          <a:bodyPr>
            <a:normAutofit/>
          </a:bodyPr>
          <a:lstStyle/>
          <a:p>
            <a:pPr algn="ctr"/>
            <a:r>
              <a:rPr lang="it-IT" sz="3600" dirty="0"/>
              <a:t>Application design (all)</a:t>
            </a:r>
          </a:p>
        </p:txBody>
      </p:sp>
      <p:sp>
        <p:nvSpPr>
          <p:cNvPr id="4" name="Google Shape;197;p33">
            <a:extLst>
              <a:ext uri="{FF2B5EF4-FFF2-40B4-BE49-F238E27FC236}">
                <a16:creationId xmlns:a16="http://schemas.microsoft.com/office/drawing/2014/main" id="{48A09F23-04B1-59DC-15C1-CDFA7E3E436A}"/>
              </a:ext>
            </a:extLst>
          </p:cNvPr>
          <p:cNvSpPr/>
          <p:nvPr/>
        </p:nvSpPr>
        <p:spPr>
          <a:xfrm>
            <a:off x="315946" y="1609271"/>
            <a:ext cx="2717416" cy="4126123"/>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LOGIN PAGE</a:t>
            </a:r>
            <a:endParaRPr sz="1800" dirty="0">
              <a:solidFill>
                <a:schemeClr val="dk1"/>
              </a:solidFill>
              <a:latin typeface="Calibri"/>
              <a:ea typeface="Calibri"/>
              <a:cs typeface="Calibri"/>
              <a:sym typeface="Calibri"/>
            </a:endParaRPr>
          </a:p>
        </p:txBody>
      </p:sp>
      <p:sp>
        <p:nvSpPr>
          <p:cNvPr id="26" name="Google Shape;198;p33">
            <a:extLst>
              <a:ext uri="{FF2B5EF4-FFF2-40B4-BE49-F238E27FC236}">
                <a16:creationId xmlns:a16="http://schemas.microsoft.com/office/drawing/2014/main" id="{9BAE4DAB-C3F8-29EC-F670-294444F5BD99}"/>
              </a:ext>
            </a:extLst>
          </p:cNvPr>
          <p:cNvSpPr/>
          <p:nvPr/>
        </p:nvSpPr>
        <p:spPr>
          <a:xfrm>
            <a:off x="659854" y="2069287"/>
            <a:ext cx="1990172" cy="938128"/>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Login form</a:t>
            </a:r>
            <a:br>
              <a:rPr lang="es-419" sz="1800" dirty="0">
                <a:solidFill>
                  <a:schemeClr val="dk1"/>
                </a:solidFill>
                <a:latin typeface="Calibri"/>
                <a:ea typeface="Calibri"/>
                <a:cs typeface="Calibri"/>
                <a:sym typeface="Calibri"/>
              </a:rPr>
            </a:br>
            <a:r>
              <a:rPr lang="es-419" sz="1800" dirty="0">
                <a:solidFill>
                  <a:schemeClr val="dk1"/>
                </a:solidFill>
                <a:latin typeface="Calibri"/>
                <a:ea typeface="Calibri"/>
                <a:cs typeface="Calibri"/>
                <a:sym typeface="Calibri"/>
              </a:rPr>
              <a:t>[field: username</a:t>
            </a:r>
            <a:endParaRPr dirty="0"/>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password]</a:t>
            </a:r>
            <a:endParaRPr sz="1800" dirty="0">
              <a:solidFill>
                <a:schemeClr val="dk1"/>
              </a:solidFill>
              <a:latin typeface="Calibri"/>
              <a:ea typeface="Calibri"/>
              <a:cs typeface="Calibri"/>
              <a:sym typeface="Calibri"/>
            </a:endParaRPr>
          </a:p>
        </p:txBody>
      </p:sp>
      <p:sp>
        <p:nvSpPr>
          <p:cNvPr id="28" name="Google Shape;200;p33">
            <a:extLst>
              <a:ext uri="{FF2B5EF4-FFF2-40B4-BE49-F238E27FC236}">
                <a16:creationId xmlns:a16="http://schemas.microsoft.com/office/drawing/2014/main" id="{6BDC3555-B42C-D6EB-FC62-E0D3C14611E0}"/>
              </a:ext>
            </a:extLst>
          </p:cNvPr>
          <p:cNvSpPr/>
          <p:nvPr/>
        </p:nvSpPr>
        <p:spPr>
          <a:xfrm>
            <a:off x="2505767" y="2352005"/>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9" name="Google Shape;210;p33">
            <a:extLst>
              <a:ext uri="{FF2B5EF4-FFF2-40B4-BE49-F238E27FC236}">
                <a16:creationId xmlns:a16="http://schemas.microsoft.com/office/drawing/2014/main" id="{EABE5E7E-438C-66D1-AB10-A7A4F1E0D1C4}"/>
              </a:ext>
            </a:extLst>
          </p:cNvPr>
          <p:cNvCxnSpPr>
            <a:cxnSpLocks/>
            <a:stCxn id="28" idx="6"/>
          </p:cNvCxnSpPr>
          <p:nvPr/>
        </p:nvCxnSpPr>
        <p:spPr>
          <a:xfrm>
            <a:off x="2793799" y="2460017"/>
            <a:ext cx="1096570" cy="3168"/>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1" name="Google Shape;204;p33">
            <a:extLst>
              <a:ext uri="{FF2B5EF4-FFF2-40B4-BE49-F238E27FC236}">
                <a16:creationId xmlns:a16="http://schemas.microsoft.com/office/drawing/2014/main" id="{21CD7A7B-483F-C123-61A3-41CE0C00C5F1}"/>
              </a:ext>
            </a:extLst>
          </p:cNvPr>
          <p:cNvSpPr txBox="1"/>
          <p:nvPr/>
        </p:nvSpPr>
        <p:spPr>
          <a:xfrm>
            <a:off x="3023574" y="2171180"/>
            <a:ext cx="718602" cy="2348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400" dirty="0">
                <a:solidFill>
                  <a:schemeClr val="dk1"/>
                </a:solidFill>
                <a:latin typeface="Calibri"/>
                <a:ea typeface="Calibri"/>
                <a:cs typeface="Calibri"/>
                <a:sym typeface="Calibri"/>
              </a:rPr>
              <a:t>submit</a:t>
            </a:r>
            <a:endParaRPr sz="1400" dirty="0">
              <a:solidFill>
                <a:schemeClr val="dk1"/>
              </a:solidFill>
              <a:latin typeface="Calibri"/>
              <a:ea typeface="Calibri"/>
              <a:cs typeface="Calibri"/>
              <a:sym typeface="Calibri"/>
            </a:endParaRPr>
          </a:p>
        </p:txBody>
      </p:sp>
      <p:sp>
        <p:nvSpPr>
          <p:cNvPr id="32" name="Google Shape;198;p33">
            <a:extLst>
              <a:ext uri="{FF2B5EF4-FFF2-40B4-BE49-F238E27FC236}">
                <a16:creationId xmlns:a16="http://schemas.microsoft.com/office/drawing/2014/main" id="{B9D7F3D4-4F40-FE37-2FF5-E0A34858BB8D}"/>
              </a:ext>
            </a:extLst>
          </p:cNvPr>
          <p:cNvSpPr/>
          <p:nvPr/>
        </p:nvSpPr>
        <p:spPr>
          <a:xfrm>
            <a:off x="663044" y="3226745"/>
            <a:ext cx="1990172" cy="2237684"/>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Registration form</a:t>
            </a:r>
            <a:br>
              <a:rPr lang="es-419" sz="1800" dirty="0">
                <a:solidFill>
                  <a:schemeClr val="dk1"/>
                </a:solidFill>
                <a:latin typeface="Calibri"/>
                <a:ea typeface="Calibri"/>
                <a:cs typeface="Calibri"/>
                <a:sym typeface="Calibri"/>
              </a:rPr>
            </a:br>
            <a:r>
              <a:rPr lang="es-419" sz="1800" dirty="0">
                <a:solidFill>
                  <a:schemeClr val="dk1"/>
                </a:solidFill>
                <a:latin typeface="Calibri"/>
                <a:ea typeface="Calibri"/>
                <a:cs typeface="Calibri"/>
                <a:sym typeface="Calibri"/>
              </a:rPr>
              <a:t>[field: username</a:t>
            </a:r>
            <a:endParaRPr dirty="0"/>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desired password</a:t>
            </a:r>
            <a:endParaRPr lang="es-419" dirty="0">
              <a:solidFill>
                <a:schemeClr val="dk1"/>
              </a:solidFill>
              <a:latin typeface="Calibri"/>
              <a:ea typeface="Calibri"/>
              <a:cs typeface="Calibri"/>
              <a:sym typeface="Calibri"/>
            </a:endParaRPr>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desired password again</a:t>
            </a:r>
            <a:endParaRPr lang="es-419" dirty="0">
              <a:solidFill>
                <a:schemeClr val="dk1"/>
              </a:solidFill>
              <a:latin typeface="Calibri"/>
              <a:ea typeface="Calibri"/>
              <a:cs typeface="Calibri"/>
              <a:sym typeface="Calibri"/>
            </a:endParaRPr>
          </a:p>
          <a:p>
            <a:pPr marL="0" marR="0" lvl="0" indent="0" algn="ctr" rtl="0">
              <a:spcBef>
                <a:spcPts val="0"/>
              </a:spcBef>
              <a:spcAft>
                <a:spcPts val="0"/>
              </a:spcAft>
              <a:buNone/>
            </a:pPr>
            <a:r>
              <a:rPr lang="es-419" dirty="0">
                <a:solidFill>
                  <a:schemeClr val="dk1"/>
                </a:solidFill>
                <a:latin typeface="Calibri"/>
                <a:ea typeface="Calibri"/>
                <a:cs typeface="Calibri"/>
                <a:sym typeface="Calibri"/>
              </a:rPr>
              <a:t>f</a:t>
            </a:r>
            <a:r>
              <a:rPr lang="es-419" sz="1800" dirty="0">
                <a:solidFill>
                  <a:schemeClr val="dk1"/>
                </a:solidFill>
                <a:latin typeface="Calibri"/>
                <a:ea typeface="Calibri"/>
                <a:cs typeface="Calibri"/>
                <a:sym typeface="Calibri"/>
              </a:rPr>
              <a:t>ield:role]</a:t>
            </a:r>
          </a:p>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33" name="Google Shape;202;p33">
            <a:extLst>
              <a:ext uri="{FF2B5EF4-FFF2-40B4-BE49-F238E27FC236}">
                <a16:creationId xmlns:a16="http://schemas.microsoft.com/office/drawing/2014/main" id="{44CC7659-88D6-81C3-664D-8FC770667280}"/>
              </a:ext>
            </a:extLst>
          </p:cNvPr>
          <p:cNvSpPr/>
          <p:nvPr/>
        </p:nvSpPr>
        <p:spPr>
          <a:xfrm>
            <a:off x="3904460" y="2244982"/>
            <a:ext cx="1368152"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Check</a:t>
            </a:r>
            <a:br>
              <a:rPr lang="es-419" sz="1600" dirty="0">
                <a:solidFill>
                  <a:schemeClr val="dk1"/>
                </a:solidFill>
                <a:latin typeface="Calibri"/>
                <a:ea typeface="Calibri"/>
                <a:cs typeface="Calibri"/>
                <a:sym typeface="Calibri"/>
              </a:rPr>
            </a:br>
            <a:r>
              <a:rPr lang="es-419" sz="1600" dirty="0">
                <a:solidFill>
                  <a:schemeClr val="dk1"/>
                </a:solidFill>
                <a:latin typeface="Calibri"/>
                <a:ea typeface="Calibri"/>
                <a:cs typeface="Calibri"/>
                <a:sym typeface="Calibri"/>
              </a:rPr>
              <a:t>LogIn</a:t>
            </a:r>
            <a:endParaRPr sz="1600" dirty="0">
              <a:solidFill>
                <a:schemeClr val="dk1"/>
              </a:solidFill>
              <a:latin typeface="Calibri"/>
              <a:ea typeface="Calibri"/>
              <a:cs typeface="Calibri"/>
              <a:sym typeface="Calibri"/>
            </a:endParaRPr>
          </a:p>
        </p:txBody>
      </p:sp>
      <p:sp>
        <p:nvSpPr>
          <p:cNvPr id="34" name="Google Shape;202;p33">
            <a:extLst>
              <a:ext uri="{FF2B5EF4-FFF2-40B4-BE49-F238E27FC236}">
                <a16:creationId xmlns:a16="http://schemas.microsoft.com/office/drawing/2014/main" id="{C19669C9-1139-930C-14CA-570E8A8CBB93}"/>
              </a:ext>
            </a:extLst>
          </p:cNvPr>
          <p:cNvSpPr/>
          <p:nvPr/>
        </p:nvSpPr>
        <p:spPr>
          <a:xfrm>
            <a:off x="4190185" y="4451472"/>
            <a:ext cx="1553267"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Check</a:t>
            </a:r>
            <a:br>
              <a:rPr lang="es-419" sz="1600" dirty="0">
                <a:solidFill>
                  <a:schemeClr val="dk1"/>
                </a:solidFill>
                <a:latin typeface="Calibri"/>
                <a:ea typeface="Calibri"/>
                <a:cs typeface="Calibri"/>
                <a:sym typeface="Calibri"/>
              </a:rPr>
            </a:br>
            <a:r>
              <a:rPr lang="es-419" sz="1600" dirty="0">
                <a:solidFill>
                  <a:schemeClr val="dk1"/>
                </a:solidFill>
                <a:latin typeface="Calibri"/>
                <a:ea typeface="Calibri"/>
                <a:cs typeface="Calibri"/>
                <a:sym typeface="Calibri"/>
              </a:rPr>
              <a:t>Registration</a:t>
            </a:r>
            <a:endParaRPr sz="1600" dirty="0">
              <a:solidFill>
                <a:schemeClr val="dk1"/>
              </a:solidFill>
              <a:latin typeface="Calibri"/>
              <a:ea typeface="Calibri"/>
              <a:cs typeface="Calibri"/>
              <a:sym typeface="Calibri"/>
            </a:endParaRPr>
          </a:p>
        </p:txBody>
      </p:sp>
      <p:cxnSp>
        <p:nvCxnSpPr>
          <p:cNvPr id="37" name="Google Shape;210;p33">
            <a:extLst>
              <a:ext uri="{FF2B5EF4-FFF2-40B4-BE49-F238E27FC236}">
                <a16:creationId xmlns:a16="http://schemas.microsoft.com/office/drawing/2014/main" id="{A6584C22-C8CD-C135-898A-9B4762984FE8}"/>
              </a:ext>
            </a:extLst>
          </p:cNvPr>
          <p:cNvCxnSpPr>
            <a:cxnSpLocks/>
          </p:cNvCxnSpPr>
          <p:nvPr/>
        </p:nvCxnSpPr>
        <p:spPr>
          <a:xfrm>
            <a:off x="2793799" y="4696857"/>
            <a:ext cx="1454228"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8" name="Google Shape;200;p33">
            <a:extLst>
              <a:ext uri="{FF2B5EF4-FFF2-40B4-BE49-F238E27FC236}">
                <a16:creationId xmlns:a16="http://schemas.microsoft.com/office/drawing/2014/main" id="{C18A0A51-B88D-FA12-7DD2-9DE68823906E}"/>
              </a:ext>
            </a:extLst>
          </p:cNvPr>
          <p:cNvSpPr/>
          <p:nvPr/>
        </p:nvSpPr>
        <p:spPr>
          <a:xfrm>
            <a:off x="2542693" y="4588846"/>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9" name="Google Shape;204;p33">
            <a:extLst>
              <a:ext uri="{FF2B5EF4-FFF2-40B4-BE49-F238E27FC236}">
                <a16:creationId xmlns:a16="http://schemas.microsoft.com/office/drawing/2014/main" id="{C0131074-C816-6C9E-AC33-7D6B5839CBDE}"/>
              </a:ext>
            </a:extLst>
          </p:cNvPr>
          <p:cNvSpPr txBox="1"/>
          <p:nvPr/>
        </p:nvSpPr>
        <p:spPr>
          <a:xfrm>
            <a:off x="3029800" y="4373845"/>
            <a:ext cx="832200" cy="2769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400" dirty="0">
                <a:solidFill>
                  <a:schemeClr val="dk1"/>
                </a:solidFill>
                <a:latin typeface="Calibri"/>
                <a:ea typeface="Calibri"/>
                <a:cs typeface="Calibri"/>
                <a:sym typeface="Calibri"/>
              </a:rPr>
              <a:t>submit</a:t>
            </a:r>
            <a:endParaRPr sz="1400" dirty="0">
              <a:solidFill>
                <a:schemeClr val="dk1"/>
              </a:solidFill>
              <a:latin typeface="Calibri"/>
              <a:ea typeface="Calibri"/>
              <a:cs typeface="Calibri"/>
              <a:sym typeface="Calibri"/>
            </a:endParaRPr>
          </a:p>
        </p:txBody>
      </p:sp>
      <p:sp>
        <p:nvSpPr>
          <p:cNvPr id="41" name="Google Shape;200;p33">
            <a:extLst>
              <a:ext uri="{FF2B5EF4-FFF2-40B4-BE49-F238E27FC236}">
                <a16:creationId xmlns:a16="http://schemas.microsoft.com/office/drawing/2014/main" id="{025FA95A-DA6C-C78A-AA8B-C9E1BBB264A9}"/>
              </a:ext>
            </a:extLst>
          </p:cNvPr>
          <p:cNvSpPr/>
          <p:nvPr/>
        </p:nvSpPr>
        <p:spPr>
          <a:xfrm>
            <a:off x="5563432" y="4577060"/>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42" name="Google Shape;200;p33">
            <a:extLst>
              <a:ext uri="{FF2B5EF4-FFF2-40B4-BE49-F238E27FC236}">
                <a16:creationId xmlns:a16="http://schemas.microsoft.com/office/drawing/2014/main" id="{2B1CE6E2-B9FC-BE40-9FAA-51875F4EE4C2}"/>
              </a:ext>
            </a:extLst>
          </p:cNvPr>
          <p:cNvSpPr/>
          <p:nvPr/>
        </p:nvSpPr>
        <p:spPr>
          <a:xfrm>
            <a:off x="5048193" y="2330044"/>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46" name="Rectangle 5">
            <a:extLst>
              <a:ext uri="{FF2B5EF4-FFF2-40B4-BE49-F238E27FC236}">
                <a16:creationId xmlns:a16="http://schemas.microsoft.com/office/drawing/2014/main" id="{4DEB5AC0-C99E-BA97-F980-CB2BEA2057EE}"/>
              </a:ext>
            </a:extLst>
          </p:cNvPr>
          <p:cNvSpPr/>
          <p:nvPr/>
        </p:nvSpPr>
        <p:spPr>
          <a:xfrm>
            <a:off x="9325154" y="1616951"/>
            <a:ext cx="2028646" cy="161145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n-US" dirty="0">
                <a:latin typeface="Calibri"/>
                <a:cs typeface="Calibri"/>
              </a:rPr>
              <a:t>HomePage Client</a:t>
            </a:r>
          </a:p>
        </p:txBody>
      </p:sp>
      <p:sp>
        <p:nvSpPr>
          <p:cNvPr id="47" name="Rectangle 5">
            <a:extLst>
              <a:ext uri="{FF2B5EF4-FFF2-40B4-BE49-F238E27FC236}">
                <a16:creationId xmlns:a16="http://schemas.microsoft.com/office/drawing/2014/main" id="{4D1FE5F5-7AB4-BEA2-A98F-9D1D5193A3B0}"/>
              </a:ext>
            </a:extLst>
          </p:cNvPr>
          <p:cNvSpPr/>
          <p:nvPr/>
        </p:nvSpPr>
        <p:spPr>
          <a:xfrm>
            <a:off x="9325154" y="3940773"/>
            <a:ext cx="2028645" cy="15887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n-US" dirty="0">
                <a:solidFill>
                  <a:schemeClr val="tx1"/>
                </a:solidFill>
                <a:latin typeface="Calibri"/>
                <a:cs typeface="Calibri"/>
              </a:rPr>
              <a:t>HomePage Employee</a:t>
            </a:r>
          </a:p>
        </p:txBody>
      </p:sp>
      <p:cxnSp>
        <p:nvCxnSpPr>
          <p:cNvPr id="77" name="Connettore a gomito 76">
            <a:extLst>
              <a:ext uri="{FF2B5EF4-FFF2-40B4-BE49-F238E27FC236}">
                <a16:creationId xmlns:a16="http://schemas.microsoft.com/office/drawing/2014/main" id="{2FA99D32-3EAD-F24C-1885-D20CFAA68563}"/>
              </a:ext>
            </a:extLst>
          </p:cNvPr>
          <p:cNvCxnSpPr>
            <a:cxnSpLocks/>
          </p:cNvCxnSpPr>
          <p:nvPr/>
        </p:nvCxnSpPr>
        <p:spPr>
          <a:xfrm rot="5400000" flipH="1" flipV="1">
            <a:off x="5354781" y="3126422"/>
            <a:ext cx="1819907" cy="1111188"/>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83" name="Connettore 2 82">
            <a:extLst>
              <a:ext uri="{FF2B5EF4-FFF2-40B4-BE49-F238E27FC236}">
                <a16:creationId xmlns:a16="http://schemas.microsoft.com/office/drawing/2014/main" id="{B8E2FC63-C593-7CAD-58D1-7A2988C36BCD}"/>
              </a:ext>
            </a:extLst>
          </p:cNvPr>
          <p:cNvCxnSpPr>
            <a:cxnSpLocks/>
            <a:stCxn id="42" idx="6"/>
          </p:cNvCxnSpPr>
          <p:nvPr/>
        </p:nvCxnSpPr>
        <p:spPr>
          <a:xfrm>
            <a:off x="5336225" y="2438056"/>
            <a:ext cx="1354842"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87" name="Connettore a gomito 86">
            <a:extLst>
              <a:ext uri="{FF2B5EF4-FFF2-40B4-BE49-F238E27FC236}">
                <a16:creationId xmlns:a16="http://schemas.microsoft.com/office/drawing/2014/main" id="{6C294FEE-52F0-079D-0663-792CCC378C29}"/>
              </a:ext>
            </a:extLst>
          </p:cNvPr>
          <p:cNvCxnSpPr>
            <a:cxnSpLocks/>
            <a:stCxn id="42" idx="4"/>
            <a:endCxn id="67" idx="0"/>
          </p:cNvCxnSpPr>
          <p:nvPr/>
        </p:nvCxnSpPr>
        <p:spPr>
          <a:xfrm rot="16200000" flipH="1">
            <a:off x="5287118" y="2451158"/>
            <a:ext cx="1893619" cy="2083437"/>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94" name="TextBox 2">
            <a:extLst>
              <a:ext uri="{FF2B5EF4-FFF2-40B4-BE49-F238E27FC236}">
                <a16:creationId xmlns:a16="http://schemas.microsoft.com/office/drawing/2014/main" id="{601476CA-101A-A213-DE00-0EC59CF9DA64}"/>
              </a:ext>
            </a:extLst>
          </p:cNvPr>
          <p:cNvSpPr txBox="1"/>
          <p:nvPr/>
        </p:nvSpPr>
        <p:spPr>
          <a:xfrm>
            <a:off x="5183172" y="2500385"/>
            <a:ext cx="1507895" cy="276999"/>
          </a:xfrm>
          <a:prstGeom prst="rect">
            <a:avLst/>
          </a:prstGeom>
          <a:noFill/>
        </p:spPr>
        <p:txBody>
          <a:bodyPr wrap="square" rtlCol="0">
            <a:spAutoFit/>
          </a:bodyPr>
          <a:lstStyle/>
          <a:p>
            <a:r>
              <a:rPr lang="en-US" sz="1200" dirty="0"/>
              <a:t>user</a:t>
            </a:r>
            <a:r>
              <a:rPr lang="en-US" sz="1200" dirty="0">
                <a:sym typeface="Wingdings" panose="05000000000000000000" pitchFamily="2" charset="2"/>
              </a:rPr>
              <a:t> session</a:t>
            </a:r>
          </a:p>
        </p:txBody>
      </p:sp>
      <p:sp>
        <p:nvSpPr>
          <p:cNvPr id="99" name="Google Shape;200;p33">
            <a:extLst>
              <a:ext uri="{FF2B5EF4-FFF2-40B4-BE49-F238E27FC236}">
                <a16:creationId xmlns:a16="http://schemas.microsoft.com/office/drawing/2014/main" id="{BFDD7098-4345-D957-8070-74D22E85A5DA}"/>
              </a:ext>
            </a:extLst>
          </p:cNvPr>
          <p:cNvSpPr/>
          <p:nvPr/>
        </p:nvSpPr>
        <p:spPr>
          <a:xfrm>
            <a:off x="4404295" y="4318001"/>
            <a:ext cx="288032" cy="2361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00" name="Google Shape;200;p33">
            <a:extLst>
              <a:ext uri="{FF2B5EF4-FFF2-40B4-BE49-F238E27FC236}">
                <a16:creationId xmlns:a16="http://schemas.microsoft.com/office/drawing/2014/main" id="{A501C4E0-1363-D75E-B315-FE702511471E}"/>
              </a:ext>
            </a:extLst>
          </p:cNvPr>
          <p:cNvSpPr/>
          <p:nvPr/>
        </p:nvSpPr>
        <p:spPr>
          <a:xfrm>
            <a:off x="4020884" y="2611929"/>
            <a:ext cx="288032" cy="230128"/>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02" name="Connettore a gomito 101">
            <a:extLst>
              <a:ext uri="{FF2B5EF4-FFF2-40B4-BE49-F238E27FC236}">
                <a16:creationId xmlns:a16="http://schemas.microsoft.com/office/drawing/2014/main" id="{856A1DF9-2266-55C7-99CF-EEE2C50E623F}"/>
              </a:ext>
            </a:extLst>
          </p:cNvPr>
          <p:cNvCxnSpPr>
            <a:cxnSpLocks/>
            <a:stCxn id="100" idx="4"/>
          </p:cNvCxnSpPr>
          <p:nvPr/>
        </p:nvCxnSpPr>
        <p:spPr>
          <a:xfrm rot="5400000">
            <a:off x="3498147" y="2454602"/>
            <a:ext cx="279299" cy="1054209"/>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107" name="Connettore a gomito 106">
            <a:extLst>
              <a:ext uri="{FF2B5EF4-FFF2-40B4-BE49-F238E27FC236}">
                <a16:creationId xmlns:a16="http://schemas.microsoft.com/office/drawing/2014/main" id="{9B654340-F4E6-84B7-E2C5-EA6DD300524A}"/>
              </a:ext>
            </a:extLst>
          </p:cNvPr>
          <p:cNvCxnSpPr>
            <a:cxnSpLocks/>
            <a:stCxn id="99" idx="0"/>
          </p:cNvCxnSpPr>
          <p:nvPr/>
        </p:nvCxnSpPr>
        <p:spPr>
          <a:xfrm rot="16200000" flipV="1">
            <a:off x="3648226" y="3417915"/>
            <a:ext cx="362551" cy="1437621"/>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08" name="TextBox 2">
            <a:extLst>
              <a:ext uri="{FF2B5EF4-FFF2-40B4-BE49-F238E27FC236}">
                <a16:creationId xmlns:a16="http://schemas.microsoft.com/office/drawing/2014/main" id="{BA5E4E60-9B62-2DED-FB27-9D8602482633}"/>
              </a:ext>
            </a:extLst>
          </p:cNvPr>
          <p:cNvSpPr txBox="1"/>
          <p:nvPr/>
        </p:nvSpPr>
        <p:spPr>
          <a:xfrm>
            <a:off x="3115709" y="3115513"/>
            <a:ext cx="1368151" cy="276999"/>
          </a:xfrm>
          <a:prstGeom prst="rect">
            <a:avLst/>
          </a:prstGeom>
          <a:noFill/>
        </p:spPr>
        <p:txBody>
          <a:bodyPr wrap="square" rtlCol="0">
            <a:spAutoFit/>
          </a:bodyPr>
          <a:lstStyle/>
          <a:p>
            <a:r>
              <a:rPr lang="en-US" sz="1200" dirty="0"/>
              <a:t>invalid credentials</a:t>
            </a:r>
          </a:p>
        </p:txBody>
      </p:sp>
      <p:sp>
        <p:nvSpPr>
          <p:cNvPr id="109" name="Google Shape;202;p33">
            <a:extLst>
              <a:ext uri="{FF2B5EF4-FFF2-40B4-BE49-F238E27FC236}">
                <a16:creationId xmlns:a16="http://schemas.microsoft.com/office/drawing/2014/main" id="{2483671A-C8DC-E32F-2BCD-F77BD0D5E205}"/>
              </a:ext>
            </a:extLst>
          </p:cNvPr>
          <p:cNvSpPr/>
          <p:nvPr/>
        </p:nvSpPr>
        <p:spPr>
          <a:xfrm>
            <a:off x="8664980" y="791483"/>
            <a:ext cx="1368152"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LogOut</a:t>
            </a:r>
            <a:endParaRPr sz="1800" dirty="0">
              <a:solidFill>
                <a:schemeClr val="dk1"/>
              </a:solidFill>
              <a:latin typeface="Calibri"/>
              <a:ea typeface="Calibri"/>
              <a:cs typeface="Calibri"/>
              <a:sym typeface="Calibri"/>
            </a:endParaRPr>
          </a:p>
        </p:txBody>
      </p:sp>
      <p:sp>
        <p:nvSpPr>
          <p:cNvPr id="110" name="Google Shape;200;p33">
            <a:extLst>
              <a:ext uri="{FF2B5EF4-FFF2-40B4-BE49-F238E27FC236}">
                <a16:creationId xmlns:a16="http://schemas.microsoft.com/office/drawing/2014/main" id="{F88C0BD5-F74C-BEC1-30BA-A832727FFE80}"/>
              </a:ext>
            </a:extLst>
          </p:cNvPr>
          <p:cNvSpPr/>
          <p:nvPr/>
        </p:nvSpPr>
        <p:spPr>
          <a:xfrm>
            <a:off x="10698231" y="1515647"/>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1" name="Google Shape;200;p33">
            <a:extLst>
              <a:ext uri="{FF2B5EF4-FFF2-40B4-BE49-F238E27FC236}">
                <a16:creationId xmlns:a16="http://schemas.microsoft.com/office/drawing/2014/main" id="{0C15D2E5-2F1C-A863-9860-CA78F3C02633}"/>
              </a:ext>
            </a:extLst>
          </p:cNvPr>
          <p:cNvSpPr/>
          <p:nvPr/>
        </p:nvSpPr>
        <p:spPr>
          <a:xfrm>
            <a:off x="11229525" y="4142876"/>
            <a:ext cx="288032" cy="230128"/>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15" name="Connettore a gomito 114">
            <a:extLst>
              <a:ext uri="{FF2B5EF4-FFF2-40B4-BE49-F238E27FC236}">
                <a16:creationId xmlns:a16="http://schemas.microsoft.com/office/drawing/2014/main" id="{66390369-344A-D19F-8001-40A19C4197CC}"/>
              </a:ext>
            </a:extLst>
          </p:cNvPr>
          <p:cNvCxnSpPr>
            <a:stCxn id="110" idx="0"/>
            <a:endCxn id="109" idx="2"/>
          </p:cNvCxnSpPr>
          <p:nvPr/>
        </p:nvCxnSpPr>
        <p:spPr>
          <a:xfrm rot="16200000" flipV="1">
            <a:off x="10167628" y="841027"/>
            <a:ext cx="478779" cy="870461"/>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19" name="Google Shape;200;p33">
            <a:extLst>
              <a:ext uri="{FF2B5EF4-FFF2-40B4-BE49-F238E27FC236}">
                <a16:creationId xmlns:a16="http://schemas.microsoft.com/office/drawing/2014/main" id="{C452297D-6D14-FE97-63B3-A1C065A99501}"/>
              </a:ext>
            </a:extLst>
          </p:cNvPr>
          <p:cNvSpPr/>
          <p:nvPr/>
        </p:nvSpPr>
        <p:spPr>
          <a:xfrm>
            <a:off x="8548777" y="902093"/>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22" name="Connettore a gomito 121">
            <a:extLst>
              <a:ext uri="{FF2B5EF4-FFF2-40B4-BE49-F238E27FC236}">
                <a16:creationId xmlns:a16="http://schemas.microsoft.com/office/drawing/2014/main" id="{A23333C7-A20A-EF88-EFE9-804C9E8865E1}"/>
              </a:ext>
            </a:extLst>
          </p:cNvPr>
          <p:cNvCxnSpPr>
            <a:cxnSpLocks/>
          </p:cNvCxnSpPr>
          <p:nvPr/>
        </p:nvCxnSpPr>
        <p:spPr>
          <a:xfrm rot="10800000" flipV="1">
            <a:off x="1621766" y="1001835"/>
            <a:ext cx="6995730" cy="442702"/>
          </a:xfrm>
          <a:prstGeom prst="bentConnector3">
            <a:avLst>
              <a:gd name="adj1" fmla="val 100064"/>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135" name="Connettore a gomito 134">
            <a:extLst>
              <a:ext uri="{FF2B5EF4-FFF2-40B4-BE49-F238E27FC236}">
                <a16:creationId xmlns:a16="http://schemas.microsoft.com/office/drawing/2014/main" id="{27EDDAC1-911A-0244-37F9-08A73515A9FD}"/>
              </a:ext>
            </a:extLst>
          </p:cNvPr>
          <p:cNvCxnSpPr>
            <a:stCxn id="111" idx="6"/>
          </p:cNvCxnSpPr>
          <p:nvPr/>
        </p:nvCxnSpPr>
        <p:spPr>
          <a:xfrm flipH="1" flipV="1">
            <a:off x="10093660" y="902093"/>
            <a:ext cx="1423897" cy="3355847"/>
          </a:xfrm>
          <a:prstGeom prst="bentConnector4">
            <a:avLst>
              <a:gd name="adj1" fmla="val -16055"/>
              <a:gd name="adj2" fmla="val 10004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37" name="TextBox 2">
            <a:extLst>
              <a:ext uri="{FF2B5EF4-FFF2-40B4-BE49-F238E27FC236}">
                <a16:creationId xmlns:a16="http://schemas.microsoft.com/office/drawing/2014/main" id="{2F1D90FB-ED91-1AE3-6934-6F91D72DEFB1}"/>
              </a:ext>
            </a:extLst>
          </p:cNvPr>
          <p:cNvSpPr txBox="1"/>
          <p:nvPr/>
        </p:nvSpPr>
        <p:spPr>
          <a:xfrm>
            <a:off x="3206294" y="3683479"/>
            <a:ext cx="1368151" cy="276999"/>
          </a:xfrm>
          <a:prstGeom prst="rect">
            <a:avLst/>
          </a:prstGeom>
          <a:noFill/>
        </p:spPr>
        <p:txBody>
          <a:bodyPr wrap="square" rtlCol="0">
            <a:spAutoFit/>
          </a:bodyPr>
          <a:lstStyle/>
          <a:p>
            <a:r>
              <a:rPr lang="en-US" sz="1200" dirty="0"/>
              <a:t>already registered</a:t>
            </a:r>
          </a:p>
        </p:txBody>
      </p:sp>
      <p:sp>
        <p:nvSpPr>
          <p:cNvPr id="59" name="Google Shape;202;p33">
            <a:extLst>
              <a:ext uri="{FF2B5EF4-FFF2-40B4-BE49-F238E27FC236}">
                <a16:creationId xmlns:a16="http://schemas.microsoft.com/office/drawing/2014/main" id="{29FF162F-539B-70C5-7DAA-6B6BE0EA0DAC}"/>
              </a:ext>
            </a:extLst>
          </p:cNvPr>
          <p:cNvSpPr/>
          <p:nvPr/>
        </p:nvSpPr>
        <p:spPr>
          <a:xfrm>
            <a:off x="6691067" y="2212061"/>
            <a:ext cx="1254960"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Get ClientHomePage</a:t>
            </a:r>
            <a:endParaRPr sz="1200" dirty="0">
              <a:solidFill>
                <a:schemeClr val="dk1"/>
              </a:solidFill>
              <a:latin typeface="Calibri"/>
              <a:ea typeface="Calibri"/>
              <a:cs typeface="Calibri"/>
              <a:sym typeface="Calibri"/>
            </a:endParaRPr>
          </a:p>
        </p:txBody>
      </p:sp>
      <p:cxnSp>
        <p:nvCxnSpPr>
          <p:cNvPr id="30" name="Connettore 2 29">
            <a:extLst>
              <a:ext uri="{FF2B5EF4-FFF2-40B4-BE49-F238E27FC236}">
                <a16:creationId xmlns:a16="http://schemas.microsoft.com/office/drawing/2014/main" id="{2507136D-59CA-5E2F-9A50-F17C1DAFCF8D}"/>
              </a:ext>
            </a:extLst>
          </p:cNvPr>
          <p:cNvCxnSpPr>
            <a:cxnSpLocks/>
          </p:cNvCxnSpPr>
          <p:nvPr/>
        </p:nvCxnSpPr>
        <p:spPr>
          <a:xfrm flipV="1">
            <a:off x="8012599" y="2457446"/>
            <a:ext cx="1207481" cy="2571"/>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67" name="Google Shape;202;p33">
            <a:extLst>
              <a:ext uri="{FF2B5EF4-FFF2-40B4-BE49-F238E27FC236}">
                <a16:creationId xmlns:a16="http://schemas.microsoft.com/office/drawing/2014/main" id="{984F5B60-4ED6-5021-8F48-B5BE821A5398}"/>
              </a:ext>
            </a:extLst>
          </p:cNvPr>
          <p:cNvSpPr/>
          <p:nvPr/>
        </p:nvSpPr>
        <p:spPr>
          <a:xfrm>
            <a:off x="6691067" y="4439687"/>
            <a:ext cx="1169157"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Get EmployeeHomePage</a:t>
            </a:r>
            <a:endParaRPr sz="1200" dirty="0">
              <a:solidFill>
                <a:schemeClr val="dk1"/>
              </a:solidFill>
              <a:latin typeface="Calibri"/>
              <a:ea typeface="Calibri"/>
              <a:cs typeface="Calibri"/>
              <a:sym typeface="Calibri"/>
            </a:endParaRPr>
          </a:p>
        </p:txBody>
      </p:sp>
      <p:cxnSp>
        <p:nvCxnSpPr>
          <p:cNvPr id="49" name="Connettore 2 48">
            <a:extLst>
              <a:ext uri="{FF2B5EF4-FFF2-40B4-BE49-F238E27FC236}">
                <a16:creationId xmlns:a16="http://schemas.microsoft.com/office/drawing/2014/main" id="{AC9CA020-3D64-CB3B-A93D-875B8810D190}"/>
              </a:ext>
            </a:extLst>
          </p:cNvPr>
          <p:cNvCxnSpPr>
            <a:cxnSpLocks/>
            <a:stCxn id="41" idx="6"/>
            <a:endCxn id="67" idx="5"/>
          </p:cNvCxnSpPr>
          <p:nvPr/>
        </p:nvCxnSpPr>
        <p:spPr>
          <a:xfrm>
            <a:off x="5851464" y="4685072"/>
            <a:ext cx="900949"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79" name="Connettore 2 78">
            <a:extLst>
              <a:ext uri="{FF2B5EF4-FFF2-40B4-BE49-F238E27FC236}">
                <a16:creationId xmlns:a16="http://schemas.microsoft.com/office/drawing/2014/main" id="{58E7E540-0033-4ED4-31DD-E936C4B4DC06}"/>
              </a:ext>
            </a:extLst>
          </p:cNvPr>
          <p:cNvCxnSpPr>
            <a:cxnSpLocks/>
          </p:cNvCxnSpPr>
          <p:nvPr/>
        </p:nvCxnSpPr>
        <p:spPr>
          <a:xfrm>
            <a:off x="7966990" y="4735152"/>
            <a:ext cx="125309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81" name="TextBox 2">
            <a:extLst>
              <a:ext uri="{FF2B5EF4-FFF2-40B4-BE49-F238E27FC236}">
                <a16:creationId xmlns:a16="http://schemas.microsoft.com/office/drawing/2014/main" id="{05719B57-E2D0-BA5A-EC25-918399F22592}"/>
              </a:ext>
            </a:extLst>
          </p:cNvPr>
          <p:cNvSpPr txBox="1"/>
          <p:nvPr/>
        </p:nvSpPr>
        <p:spPr>
          <a:xfrm>
            <a:off x="5690734" y="4369179"/>
            <a:ext cx="1120558" cy="276999"/>
          </a:xfrm>
          <a:prstGeom prst="rect">
            <a:avLst/>
          </a:prstGeom>
          <a:noFill/>
        </p:spPr>
        <p:txBody>
          <a:bodyPr wrap="square" rtlCol="0">
            <a:spAutoFit/>
          </a:bodyPr>
          <a:lstStyle/>
          <a:p>
            <a:r>
              <a:rPr lang="en-US" sz="1200" dirty="0"/>
              <a:t>user</a:t>
            </a:r>
            <a:r>
              <a:rPr lang="en-US" sz="1200" dirty="0">
                <a:sym typeface="Wingdings" panose="05000000000000000000" pitchFamily="2" charset="2"/>
              </a:rPr>
              <a:t> session</a:t>
            </a:r>
          </a:p>
        </p:txBody>
      </p:sp>
    </p:spTree>
    <p:extLst>
      <p:ext uri="{BB962C8B-B14F-4D97-AF65-F5344CB8AC3E}">
        <p14:creationId xmlns:p14="http://schemas.microsoft.com/office/powerpoint/2010/main" val="2172422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96D4395D-0C59-0174-7F22-0DDADF24CED6}"/>
              </a:ext>
            </a:extLst>
          </p:cNvPr>
          <p:cNvSpPr>
            <a:spLocks noGrp="1"/>
          </p:cNvSpPr>
          <p:nvPr>
            <p:ph type="title"/>
          </p:nvPr>
        </p:nvSpPr>
        <p:spPr>
          <a:xfrm>
            <a:off x="838200" y="0"/>
            <a:ext cx="10515600" cy="803275"/>
          </a:xfrm>
        </p:spPr>
        <p:txBody>
          <a:bodyPr>
            <a:normAutofit/>
          </a:bodyPr>
          <a:lstStyle/>
          <a:p>
            <a:pPr algn="ctr"/>
            <a:r>
              <a:rPr lang="it-IT" sz="3600" dirty="0"/>
              <a:t>Application design (client)</a:t>
            </a:r>
          </a:p>
        </p:txBody>
      </p:sp>
      <p:sp>
        <p:nvSpPr>
          <p:cNvPr id="5" name="Google Shape;197;p33">
            <a:extLst>
              <a:ext uri="{FF2B5EF4-FFF2-40B4-BE49-F238E27FC236}">
                <a16:creationId xmlns:a16="http://schemas.microsoft.com/office/drawing/2014/main" id="{DD9E13D2-F3EC-B8D6-B93A-7B2B90A8F543}"/>
              </a:ext>
            </a:extLst>
          </p:cNvPr>
          <p:cNvSpPr/>
          <p:nvPr/>
        </p:nvSpPr>
        <p:spPr>
          <a:xfrm>
            <a:off x="656900" y="1533865"/>
            <a:ext cx="3578216" cy="416108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HOME PAGE CLIENT</a:t>
            </a:r>
            <a:endParaRPr sz="1800" dirty="0">
              <a:solidFill>
                <a:schemeClr val="dk1"/>
              </a:solidFill>
              <a:latin typeface="Calibri"/>
              <a:ea typeface="Calibri"/>
              <a:cs typeface="Calibri"/>
              <a:sym typeface="Calibri"/>
            </a:endParaRPr>
          </a:p>
        </p:txBody>
      </p:sp>
      <p:sp>
        <p:nvSpPr>
          <p:cNvPr id="6" name="Google Shape;229;p34">
            <a:extLst>
              <a:ext uri="{FF2B5EF4-FFF2-40B4-BE49-F238E27FC236}">
                <a16:creationId xmlns:a16="http://schemas.microsoft.com/office/drawing/2014/main" id="{C37C98CC-E717-67D8-8E98-91A61F51C47C}"/>
              </a:ext>
            </a:extLst>
          </p:cNvPr>
          <p:cNvSpPr/>
          <p:nvPr/>
        </p:nvSpPr>
        <p:spPr>
          <a:xfrm>
            <a:off x="1183288" y="4300689"/>
            <a:ext cx="2522437"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a:t>
            </a:r>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Condition:owner=clientID]</a:t>
            </a:r>
            <a:endParaRPr sz="1600" dirty="0">
              <a:solidFill>
                <a:schemeClr val="dk1"/>
              </a:solidFill>
              <a:latin typeface="Calibri"/>
              <a:ea typeface="Calibri"/>
              <a:cs typeface="Calibri"/>
              <a:sym typeface="Calibri"/>
            </a:endParaRPr>
          </a:p>
        </p:txBody>
      </p:sp>
      <p:sp>
        <p:nvSpPr>
          <p:cNvPr id="7" name="Google Shape;232;p34">
            <a:extLst>
              <a:ext uri="{FF2B5EF4-FFF2-40B4-BE49-F238E27FC236}">
                <a16:creationId xmlns:a16="http://schemas.microsoft.com/office/drawing/2014/main" id="{45646C1B-9A7A-4088-F90D-BBB15FC81A6B}"/>
              </a:ext>
            </a:extLst>
          </p:cNvPr>
          <p:cNvSpPr/>
          <p:nvPr/>
        </p:nvSpPr>
        <p:spPr>
          <a:xfrm>
            <a:off x="3561725" y="4436762"/>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8" name="Google Shape;233;p34">
            <a:extLst>
              <a:ext uri="{FF2B5EF4-FFF2-40B4-BE49-F238E27FC236}">
                <a16:creationId xmlns:a16="http://schemas.microsoft.com/office/drawing/2014/main" id="{E4C6A5A1-7EE8-AB8C-FF22-2AD0BB41C8FF}"/>
              </a:ext>
            </a:extLst>
          </p:cNvPr>
          <p:cNvCxnSpPr>
            <a:cxnSpLocks/>
          </p:cNvCxnSpPr>
          <p:nvPr/>
        </p:nvCxnSpPr>
        <p:spPr>
          <a:xfrm flipV="1">
            <a:off x="3811660" y="4300689"/>
            <a:ext cx="1731824" cy="252810"/>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9" name="Google Shape;234;p34">
            <a:extLst>
              <a:ext uri="{FF2B5EF4-FFF2-40B4-BE49-F238E27FC236}">
                <a16:creationId xmlns:a16="http://schemas.microsoft.com/office/drawing/2014/main" id="{F4B69D26-5A0B-A695-73FE-648AB6668011}"/>
              </a:ext>
            </a:extLst>
          </p:cNvPr>
          <p:cNvSpPr/>
          <p:nvPr/>
        </p:nvSpPr>
        <p:spPr>
          <a:xfrm>
            <a:off x="5543483" y="3996362"/>
            <a:ext cx="1797595" cy="725100"/>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information about preventive</a:t>
            </a:r>
            <a:endParaRPr sz="1400" dirty="0">
              <a:solidFill>
                <a:schemeClr val="dk1"/>
              </a:solidFill>
              <a:latin typeface="Calibri"/>
              <a:ea typeface="Calibri"/>
              <a:cs typeface="Calibri"/>
              <a:sym typeface="Calibri"/>
            </a:endParaRPr>
          </a:p>
        </p:txBody>
      </p:sp>
      <p:sp>
        <p:nvSpPr>
          <p:cNvPr id="13" name="Google Shape;235;p34">
            <a:extLst>
              <a:ext uri="{FF2B5EF4-FFF2-40B4-BE49-F238E27FC236}">
                <a16:creationId xmlns:a16="http://schemas.microsoft.com/office/drawing/2014/main" id="{3FB0B7B3-8080-45F3-5A28-A750EAFE7F73}"/>
              </a:ext>
            </a:extLst>
          </p:cNvPr>
          <p:cNvSpPr/>
          <p:nvPr/>
        </p:nvSpPr>
        <p:spPr>
          <a:xfrm>
            <a:off x="8839160" y="3829827"/>
            <a:ext cx="3023028"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PREVENTIVE INFO PAGE</a:t>
            </a:r>
            <a:endParaRPr sz="1800" dirty="0">
              <a:solidFill>
                <a:schemeClr val="dk1"/>
              </a:solidFill>
              <a:latin typeface="Calibri"/>
              <a:ea typeface="Calibri"/>
              <a:cs typeface="Calibri"/>
              <a:sym typeface="Calibri"/>
            </a:endParaRPr>
          </a:p>
        </p:txBody>
      </p:sp>
      <p:cxnSp>
        <p:nvCxnSpPr>
          <p:cNvPr id="14" name="Google Shape;238;p34">
            <a:extLst>
              <a:ext uri="{FF2B5EF4-FFF2-40B4-BE49-F238E27FC236}">
                <a16:creationId xmlns:a16="http://schemas.microsoft.com/office/drawing/2014/main" id="{84503667-0B8B-0B91-5D73-687E254FA396}"/>
              </a:ext>
            </a:extLst>
          </p:cNvPr>
          <p:cNvCxnSpPr>
            <a:cxnSpLocks/>
          </p:cNvCxnSpPr>
          <p:nvPr/>
        </p:nvCxnSpPr>
        <p:spPr>
          <a:xfrm>
            <a:off x="7418946" y="4436762"/>
            <a:ext cx="1259412" cy="613625"/>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9" name="Rounded Rectangle 24">
            <a:extLst>
              <a:ext uri="{FF2B5EF4-FFF2-40B4-BE49-F238E27FC236}">
                <a16:creationId xmlns:a16="http://schemas.microsoft.com/office/drawing/2014/main" id="{55CB786A-94C1-5CA8-2527-33E3A936CB92}"/>
              </a:ext>
            </a:extLst>
          </p:cNvPr>
          <p:cNvSpPr/>
          <p:nvPr/>
        </p:nvSpPr>
        <p:spPr>
          <a:xfrm>
            <a:off x="1315625" y="2498737"/>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latin typeface="Calibri"/>
                <a:cs typeface="Calibri"/>
              </a:rPr>
              <a:t>Preventive creation form</a:t>
            </a:r>
          </a:p>
          <a:p>
            <a:pPr algn="ctr"/>
            <a:r>
              <a:rPr lang="en-US" sz="1600" dirty="0">
                <a:latin typeface="Calibri"/>
                <a:cs typeface="Calibri"/>
              </a:rPr>
              <a:t>[field:product]</a:t>
            </a:r>
          </a:p>
        </p:txBody>
      </p:sp>
      <p:sp>
        <p:nvSpPr>
          <p:cNvPr id="20" name="Google Shape;232;p34">
            <a:extLst>
              <a:ext uri="{FF2B5EF4-FFF2-40B4-BE49-F238E27FC236}">
                <a16:creationId xmlns:a16="http://schemas.microsoft.com/office/drawing/2014/main" id="{B5E5386D-7675-90B1-2C92-0D21B17DE286}"/>
              </a:ext>
            </a:extLst>
          </p:cNvPr>
          <p:cNvSpPr/>
          <p:nvPr/>
        </p:nvSpPr>
        <p:spPr>
          <a:xfrm>
            <a:off x="3495287" y="266131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1" name="Google Shape;233;p34">
            <a:extLst>
              <a:ext uri="{FF2B5EF4-FFF2-40B4-BE49-F238E27FC236}">
                <a16:creationId xmlns:a16="http://schemas.microsoft.com/office/drawing/2014/main" id="{401EFBF6-2877-1702-2808-36B04994D730}"/>
              </a:ext>
            </a:extLst>
          </p:cNvPr>
          <p:cNvCxnSpPr/>
          <p:nvPr/>
        </p:nvCxnSpPr>
        <p:spPr>
          <a:xfrm rot="10800000" flipH="1">
            <a:off x="3783287" y="2390267"/>
            <a:ext cx="1606500" cy="371700"/>
          </a:xfrm>
          <a:prstGeom prst="bentConnector3">
            <a:avLst>
              <a:gd name="adj1" fmla="val 48086"/>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2" name="Google Shape;234;p34">
            <a:extLst>
              <a:ext uri="{FF2B5EF4-FFF2-40B4-BE49-F238E27FC236}">
                <a16:creationId xmlns:a16="http://schemas.microsoft.com/office/drawing/2014/main" id="{C51E3ADB-B494-6B49-B00E-BDF4A1ED85C6}"/>
              </a:ext>
            </a:extLst>
          </p:cNvPr>
          <p:cNvSpPr/>
          <p:nvPr/>
        </p:nvSpPr>
        <p:spPr>
          <a:xfrm>
            <a:off x="5432264" y="2137684"/>
            <a:ext cx="1469288" cy="719268"/>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Select options for product</a:t>
            </a:r>
            <a:endParaRPr sz="1400" dirty="0">
              <a:solidFill>
                <a:schemeClr val="dk1"/>
              </a:solidFill>
              <a:latin typeface="Calibri"/>
              <a:ea typeface="Calibri"/>
              <a:cs typeface="Calibri"/>
              <a:sym typeface="Calibri"/>
            </a:endParaRPr>
          </a:p>
        </p:txBody>
      </p:sp>
      <p:sp>
        <p:nvSpPr>
          <p:cNvPr id="26" name="Google Shape;235;p34">
            <a:extLst>
              <a:ext uri="{FF2B5EF4-FFF2-40B4-BE49-F238E27FC236}">
                <a16:creationId xmlns:a16="http://schemas.microsoft.com/office/drawing/2014/main" id="{F0F0D59D-DC58-4CD7-A0AF-D12BCCC09147}"/>
              </a:ext>
            </a:extLst>
          </p:cNvPr>
          <p:cNvSpPr/>
          <p:nvPr/>
        </p:nvSpPr>
        <p:spPr>
          <a:xfrm>
            <a:off x="8283972" y="1204102"/>
            <a:ext cx="3578216" cy="2224898"/>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 OPTIONS FOR PREVENTIVE</a:t>
            </a:r>
            <a:endParaRPr sz="1800" dirty="0">
              <a:solidFill>
                <a:schemeClr val="dk1"/>
              </a:solidFill>
              <a:latin typeface="Calibri"/>
              <a:ea typeface="Calibri"/>
              <a:cs typeface="Calibri"/>
              <a:sym typeface="Calibri"/>
            </a:endParaRPr>
          </a:p>
        </p:txBody>
      </p:sp>
      <p:sp>
        <p:nvSpPr>
          <p:cNvPr id="27" name="Google Shape;249;p35">
            <a:extLst>
              <a:ext uri="{FF2B5EF4-FFF2-40B4-BE49-F238E27FC236}">
                <a16:creationId xmlns:a16="http://schemas.microsoft.com/office/drawing/2014/main" id="{1081E857-5BE1-234A-443B-243B5391AB94}"/>
              </a:ext>
            </a:extLst>
          </p:cNvPr>
          <p:cNvSpPr txBox="1"/>
          <p:nvPr/>
        </p:nvSpPr>
        <p:spPr>
          <a:xfrm>
            <a:off x="3431763" y="2203974"/>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28" name="Rounded Rectangle 24">
            <a:extLst>
              <a:ext uri="{FF2B5EF4-FFF2-40B4-BE49-F238E27FC236}">
                <a16:creationId xmlns:a16="http://schemas.microsoft.com/office/drawing/2014/main" id="{CC2975ED-5354-F5A9-455A-15D08CAE1046}"/>
              </a:ext>
            </a:extLst>
          </p:cNvPr>
          <p:cNvSpPr/>
          <p:nvPr/>
        </p:nvSpPr>
        <p:spPr>
          <a:xfrm>
            <a:off x="9176074" y="1773503"/>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latin typeface="Calibri"/>
                <a:cs typeface="Calibri"/>
              </a:rPr>
              <a:t>Select preventive’s options form</a:t>
            </a:r>
          </a:p>
          <a:p>
            <a:pPr algn="ctr"/>
            <a:r>
              <a:rPr lang="en-US" sz="1600" dirty="0">
                <a:solidFill>
                  <a:schemeClr val="tx1"/>
                </a:solidFill>
                <a:latin typeface="Calibri"/>
                <a:cs typeface="Calibri"/>
              </a:rPr>
              <a:t>[selectionfield:options]</a:t>
            </a:r>
          </a:p>
        </p:txBody>
      </p:sp>
      <p:cxnSp>
        <p:nvCxnSpPr>
          <p:cNvPr id="30" name="Connettore a gomito 29">
            <a:extLst>
              <a:ext uri="{FF2B5EF4-FFF2-40B4-BE49-F238E27FC236}">
                <a16:creationId xmlns:a16="http://schemas.microsoft.com/office/drawing/2014/main" id="{1929348D-01E0-A084-7EC9-B2A1C905DE4B}"/>
              </a:ext>
            </a:extLst>
          </p:cNvPr>
          <p:cNvCxnSpPr>
            <a:cxnSpLocks/>
          </p:cNvCxnSpPr>
          <p:nvPr/>
        </p:nvCxnSpPr>
        <p:spPr>
          <a:xfrm rot="10800000">
            <a:off x="6803952" y="1160574"/>
            <a:ext cx="2372122" cy="1043401"/>
          </a:xfrm>
          <a:prstGeom prst="bentConnector3">
            <a:avLst>
              <a:gd name="adj1" fmla="val 66365"/>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2" name="Google Shape;234;p34">
            <a:extLst>
              <a:ext uri="{FF2B5EF4-FFF2-40B4-BE49-F238E27FC236}">
                <a16:creationId xmlns:a16="http://schemas.microsoft.com/office/drawing/2014/main" id="{1CB163C5-792C-3767-09F2-961BF4AC4C38}"/>
              </a:ext>
            </a:extLst>
          </p:cNvPr>
          <p:cNvSpPr/>
          <p:nvPr/>
        </p:nvSpPr>
        <p:spPr>
          <a:xfrm>
            <a:off x="5432264" y="871044"/>
            <a:ext cx="1357248" cy="646556"/>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Create preventive</a:t>
            </a:r>
            <a:endParaRPr sz="1400" dirty="0">
              <a:solidFill>
                <a:schemeClr val="dk1"/>
              </a:solidFill>
              <a:latin typeface="Calibri"/>
              <a:ea typeface="Calibri"/>
              <a:cs typeface="Calibri"/>
              <a:sym typeface="Calibri"/>
            </a:endParaRPr>
          </a:p>
        </p:txBody>
      </p:sp>
      <p:cxnSp>
        <p:nvCxnSpPr>
          <p:cNvPr id="34" name="Connettore a gomito 33">
            <a:extLst>
              <a:ext uri="{FF2B5EF4-FFF2-40B4-BE49-F238E27FC236}">
                <a16:creationId xmlns:a16="http://schemas.microsoft.com/office/drawing/2014/main" id="{12A25C80-8FAB-25F9-A09B-837CA92A9A33}"/>
              </a:ext>
            </a:extLst>
          </p:cNvPr>
          <p:cNvCxnSpPr>
            <a:cxnSpLocks/>
          </p:cNvCxnSpPr>
          <p:nvPr/>
        </p:nvCxnSpPr>
        <p:spPr>
          <a:xfrm rot="10800000" flipV="1">
            <a:off x="3105512" y="1107601"/>
            <a:ext cx="2312315" cy="315755"/>
          </a:xfrm>
          <a:prstGeom prst="bentConnector3">
            <a:avLst>
              <a:gd name="adj1" fmla="val 9999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 name="Google Shape;229;p34">
            <a:extLst>
              <a:ext uri="{FF2B5EF4-FFF2-40B4-BE49-F238E27FC236}">
                <a16:creationId xmlns:a16="http://schemas.microsoft.com/office/drawing/2014/main" id="{48C53A7F-726A-E9C6-709F-FB55D8B8394C}"/>
              </a:ext>
            </a:extLst>
          </p:cNvPr>
          <p:cNvSpPr/>
          <p:nvPr/>
        </p:nvSpPr>
        <p:spPr>
          <a:xfrm>
            <a:off x="9089808" y="4228158"/>
            <a:ext cx="2390099"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37" name="Google Shape;229;p34">
            <a:extLst>
              <a:ext uri="{FF2B5EF4-FFF2-40B4-BE49-F238E27FC236}">
                <a16:creationId xmlns:a16="http://schemas.microsoft.com/office/drawing/2014/main" id="{4BDCF65A-7163-573A-BFBF-5350CA8593B4}"/>
              </a:ext>
            </a:extLst>
          </p:cNvPr>
          <p:cNvSpPr/>
          <p:nvPr/>
        </p:nvSpPr>
        <p:spPr>
          <a:xfrm>
            <a:off x="9281731" y="5394689"/>
            <a:ext cx="2198176"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cxnSp>
        <p:nvCxnSpPr>
          <p:cNvPr id="16" name="Connettore 2 15">
            <a:extLst>
              <a:ext uri="{FF2B5EF4-FFF2-40B4-BE49-F238E27FC236}">
                <a16:creationId xmlns:a16="http://schemas.microsoft.com/office/drawing/2014/main" id="{E5F6C2B9-A334-E46F-11BC-ACCB5CF5C453}"/>
              </a:ext>
            </a:extLst>
          </p:cNvPr>
          <p:cNvCxnSpPr/>
          <p:nvPr/>
        </p:nvCxnSpPr>
        <p:spPr>
          <a:xfrm>
            <a:off x="7004649" y="2519573"/>
            <a:ext cx="1156315"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3" name="Google Shape;232;p34">
            <a:extLst>
              <a:ext uri="{FF2B5EF4-FFF2-40B4-BE49-F238E27FC236}">
                <a16:creationId xmlns:a16="http://schemas.microsoft.com/office/drawing/2014/main" id="{BC225BBF-73CF-F7F8-3E03-7B89DBE0CE77}"/>
              </a:ext>
            </a:extLst>
          </p:cNvPr>
          <p:cNvSpPr/>
          <p:nvPr/>
        </p:nvSpPr>
        <p:spPr>
          <a:xfrm>
            <a:off x="9046514" y="207995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5" name="Google Shape;249;p35">
            <a:extLst>
              <a:ext uri="{FF2B5EF4-FFF2-40B4-BE49-F238E27FC236}">
                <a16:creationId xmlns:a16="http://schemas.microsoft.com/office/drawing/2014/main" id="{65503662-23FD-5147-7DDA-6E69A7E0AFF5}"/>
              </a:ext>
            </a:extLst>
          </p:cNvPr>
          <p:cNvSpPr txBox="1"/>
          <p:nvPr/>
        </p:nvSpPr>
        <p:spPr>
          <a:xfrm>
            <a:off x="8273240" y="1842449"/>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38" name="Google Shape;249;p35">
            <a:extLst>
              <a:ext uri="{FF2B5EF4-FFF2-40B4-BE49-F238E27FC236}">
                <a16:creationId xmlns:a16="http://schemas.microsoft.com/office/drawing/2014/main" id="{3DD9C64A-5F90-423D-C6E4-C90EC7330DD9}"/>
              </a:ext>
            </a:extLst>
          </p:cNvPr>
          <p:cNvSpPr txBox="1"/>
          <p:nvPr/>
        </p:nvSpPr>
        <p:spPr>
          <a:xfrm>
            <a:off x="3477646" y="3905905"/>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sp>
        <p:nvSpPr>
          <p:cNvPr id="39" name="Google Shape;230;p34">
            <a:extLst>
              <a:ext uri="{FF2B5EF4-FFF2-40B4-BE49-F238E27FC236}">
                <a16:creationId xmlns:a16="http://schemas.microsoft.com/office/drawing/2014/main" id="{3A5E42CF-2F6D-907B-16A8-BAD7CA1DE791}"/>
              </a:ext>
            </a:extLst>
          </p:cNvPr>
          <p:cNvSpPr txBox="1"/>
          <p:nvPr/>
        </p:nvSpPr>
        <p:spPr>
          <a:xfrm>
            <a:off x="5320300" y="5639300"/>
            <a:ext cx="1698300" cy="34170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rgbClr val="FF0000"/>
                </a:solidFill>
                <a:latin typeface="Calibri"/>
                <a:ea typeface="Calibri"/>
                <a:cs typeface="Calibri"/>
                <a:sym typeface="Calibri"/>
              </a:rPr>
              <a:t>Session.client.id</a:t>
            </a:r>
            <a:endParaRPr sz="1800" dirty="0">
              <a:solidFill>
                <a:srgbClr val="FF0000"/>
              </a:solidFill>
              <a:latin typeface="Calibri"/>
              <a:ea typeface="Calibri"/>
              <a:cs typeface="Calibri"/>
              <a:sym typeface="Calibri"/>
            </a:endParaRPr>
          </a:p>
        </p:txBody>
      </p:sp>
      <p:cxnSp>
        <p:nvCxnSpPr>
          <p:cNvPr id="40" name="Google Shape;231;p34">
            <a:extLst>
              <a:ext uri="{FF2B5EF4-FFF2-40B4-BE49-F238E27FC236}">
                <a16:creationId xmlns:a16="http://schemas.microsoft.com/office/drawing/2014/main" id="{F6FBD851-0BAF-2A9A-A710-A1840DB9E4B9}"/>
              </a:ext>
            </a:extLst>
          </p:cNvPr>
          <p:cNvCxnSpPr>
            <a:cxnSpLocks/>
          </p:cNvCxnSpPr>
          <p:nvPr/>
        </p:nvCxnSpPr>
        <p:spPr>
          <a:xfrm flipH="1" flipV="1">
            <a:off x="4339472" y="5375747"/>
            <a:ext cx="841961" cy="374652"/>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Tree>
    <p:extLst>
      <p:ext uri="{BB962C8B-B14F-4D97-AF65-F5344CB8AC3E}">
        <p14:creationId xmlns:p14="http://schemas.microsoft.com/office/powerpoint/2010/main" val="27105661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96D4395D-0C59-0174-7F22-0DDADF24CED6}"/>
              </a:ext>
            </a:extLst>
          </p:cNvPr>
          <p:cNvSpPr>
            <a:spLocks noGrp="1"/>
          </p:cNvSpPr>
          <p:nvPr>
            <p:ph type="title"/>
          </p:nvPr>
        </p:nvSpPr>
        <p:spPr>
          <a:xfrm>
            <a:off x="838200" y="0"/>
            <a:ext cx="10515600" cy="803275"/>
          </a:xfrm>
        </p:spPr>
        <p:txBody>
          <a:bodyPr>
            <a:normAutofit/>
          </a:bodyPr>
          <a:lstStyle/>
          <a:p>
            <a:pPr algn="ctr"/>
            <a:r>
              <a:rPr lang="it-IT" sz="3600" dirty="0"/>
              <a:t>Application design (employee)</a:t>
            </a:r>
          </a:p>
        </p:txBody>
      </p:sp>
      <p:sp>
        <p:nvSpPr>
          <p:cNvPr id="5" name="Google Shape;197;p33">
            <a:extLst>
              <a:ext uri="{FF2B5EF4-FFF2-40B4-BE49-F238E27FC236}">
                <a16:creationId xmlns:a16="http://schemas.microsoft.com/office/drawing/2014/main" id="{DD9E13D2-F3EC-B8D6-B93A-7B2B90A8F543}"/>
              </a:ext>
            </a:extLst>
          </p:cNvPr>
          <p:cNvSpPr/>
          <p:nvPr/>
        </p:nvSpPr>
        <p:spPr>
          <a:xfrm>
            <a:off x="619889" y="1681707"/>
            <a:ext cx="3578216" cy="416108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s-419" dirty="0">
                <a:solidFill>
                  <a:schemeClr val="dk1"/>
                </a:solidFill>
                <a:latin typeface="Calibri"/>
                <a:cs typeface="Calibri"/>
                <a:sym typeface="Calibri"/>
              </a:rPr>
              <a:t>HOME PAGE EMPLOYEE</a:t>
            </a:r>
            <a:endParaRPr dirty="0">
              <a:solidFill>
                <a:schemeClr val="dk1"/>
              </a:solidFill>
              <a:latin typeface="Calibri"/>
              <a:cs typeface="Calibri"/>
              <a:sym typeface="Calibri"/>
            </a:endParaRPr>
          </a:p>
        </p:txBody>
      </p:sp>
      <p:sp>
        <p:nvSpPr>
          <p:cNvPr id="6" name="Google Shape;229;p34">
            <a:extLst>
              <a:ext uri="{FF2B5EF4-FFF2-40B4-BE49-F238E27FC236}">
                <a16:creationId xmlns:a16="http://schemas.microsoft.com/office/drawing/2014/main" id="{C37C98CC-E717-67D8-8E98-91A61F51C47C}"/>
              </a:ext>
            </a:extLst>
          </p:cNvPr>
          <p:cNvSpPr/>
          <p:nvPr/>
        </p:nvSpPr>
        <p:spPr>
          <a:xfrm>
            <a:off x="1032089" y="4071926"/>
            <a:ext cx="2390099" cy="1343448"/>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rPr>
              <a:t>:List</a:t>
            </a:r>
          </a:p>
          <a:p>
            <a:pPr algn="ctr"/>
            <a:r>
              <a:rPr lang="en-US" sz="1600" dirty="0">
                <a:solidFill>
                  <a:schemeClr val="tx1"/>
                </a:solidFill>
              </a:rPr>
              <a:t>[databinding:preventive</a:t>
            </a:r>
          </a:p>
          <a:p>
            <a:pPr algn="ctr"/>
            <a:r>
              <a:rPr lang="en-US" sz="1600" dirty="0">
                <a:solidFill>
                  <a:schemeClr val="tx1"/>
                </a:solidFill>
              </a:rPr>
              <a:t>Condition: owner=employeeID]</a:t>
            </a:r>
          </a:p>
          <a:p>
            <a:pPr marL="0" marR="0" lvl="0" indent="0" algn="ctr" rtl="0">
              <a:spcBef>
                <a:spcPts val="0"/>
              </a:spcBef>
              <a:spcAft>
                <a:spcPts val="0"/>
              </a:spcAft>
              <a:buNone/>
            </a:pPr>
            <a:endParaRPr sz="1600" dirty="0">
              <a:solidFill>
                <a:schemeClr val="dk1"/>
              </a:solidFill>
              <a:latin typeface="Calibri"/>
              <a:ea typeface="Calibri"/>
              <a:cs typeface="Calibri"/>
              <a:sym typeface="Calibri"/>
            </a:endParaRPr>
          </a:p>
        </p:txBody>
      </p:sp>
      <p:sp>
        <p:nvSpPr>
          <p:cNvPr id="7" name="Google Shape;232;p34">
            <a:extLst>
              <a:ext uri="{FF2B5EF4-FFF2-40B4-BE49-F238E27FC236}">
                <a16:creationId xmlns:a16="http://schemas.microsoft.com/office/drawing/2014/main" id="{45646C1B-9A7A-4088-F90D-BBB15FC81A6B}"/>
              </a:ext>
            </a:extLst>
          </p:cNvPr>
          <p:cNvSpPr/>
          <p:nvPr/>
        </p:nvSpPr>
        <p:spPr>
          <a:xfrm>
            <a:off x="3306710" y="443405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8" name="Google Shape;233;p34">
            <a:extLst>
              <a:ext uri="{FF2B5EF4-FFF2-40B4-BE49-F238E27FC236}">
                <a16:creationId xmlns:a16="http://schemas.microsoft.com/office/drawing/2014/main" id="{E4C6A5A1-7EE8-AB8C-FF22-2AD0BB41C8FF}"/>
              </a:ext>
            </a:extLst>
          </p:cNvPr>
          <p:cNvCxnSpPr>
            <a:cxnSpLocks/>
            <a:stCxn id="7" idx="6"/>
          </p:cNvCxnSpPr>
          <p:nvPr/>
        </p:nvCxnSpPr>
        <p:spPr>
          <a:xfrm flipV="1">
            <a:off x="3594710" y="4173062"/>
            <a:ext cx="1861515" cy="368992"/>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3" name="Google Shape;235;p34">
            <a:extLst>
              <a:ext uri="{FF2B5EF4-FFF2-40B4-BE49-F238E27FC236}">
                <a16:creationId xmlns:a16="http://schemas.microsoft.com/office/drawing/2014/main" id="{3FB0B7B3-8080-45F3-5A28-A750EAFE7F73}"/>
              </a:ext>
            </a:extLst>
          </p:cNvPr>
          <p:cNvSpPr/>
          <p:nvPr/>
        </p:nvSpPr>
        <p:spPr>
          <a:xfrm>
            <a:off x="8839160" y="3829827"/>
            <a:ext cx="3023028"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PREVENTIVE INFO PAGE</a:t>
            </a:r>
            <a:endParaRPr sz="1800" dirty="0">
              <a:solidFill>
                <a:schemeClr val="dk1"/>
              </a:solidFill>
              <a:latin typeface="Calibri"/>
              <a:ea typeface="Calibri"/>
              <a:cs typeface="Calibri"/>
              <a:sym typeface="Calibri"/>
            </a:endParaRPr>
          </a:p>
        </p:txBody>
      </p:sp>
      <p:cxnSp>
        <p:nvCxnSpPr>
          <p:cNvPr id="14" name="Google Shape;238;p34">
            <a:extLst>
              <a:ext uri="{FF2B5EF4-FFF2-40B4-BE49-F238E27FC236}">
                <a16:creationId xmlns:a16="http://schemas.microsoft.com/office/drawing/2014/main" id="{84503667-0B8B-0B91-5D73-687E254FA396}"/>
              </a:ext>
            </a:extLst>
          </p:cNvPr>
          <p:cNvCxnSpPr>
            <a:cxnSpLocks/>
          </p:cNvCxnSpPr>
          <p:nvPr/>
        </p:nvCxnSpPr>
        <p:spPr>
          <a:xfrm>
            <a:off x="7232660" y="4228158"/>
            <a:ext cx="1462766" cy="835548"/>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9" name="Rounded Rectangle 24">
            <a:extLst>
              <a:ext uri="{FF2B5EF4-FFF2-40B4-BE49-F238E27FC236}">
                <a16:creationId xmlns:a16="http://schemas.microsoft.com/office/drawing/2014/main" id="{55CB786A-94C1-5CA8-2527-33E3A936CB92}"/>
              </a:ext>
            </a:extLst>
          </p:cNvPr>
          <p:cNvSpPr/>
          <p:nvPr/>
        </p:nvSpPr>
        <p:spPr>
          <a:xfrm>
            <a:off x="1084528" y="2501485"/>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rPr>
              <a:t>:List</a:t>
            </a:r>
          </a:p>
          <a:p>
            <a:pPr algn="ctr"/>
            <a:r>
              <a:rPr lang="en-US" sz="1600" dirty="0">
                <a:solidFill>
                  <a:schemeClr val="tx1"/>
                </a:solidFill>
              </a:rPr>
              <a:t>[databinding:preventive</a:t>
            </a:r>
          </a:p>
          <a:p>
            <a:pPr algn="ctr"/>
            <a:r>
              <a:rPr lang="en-US" sz="1600" dirty="0">
                <a:solidFill>
                  <a:schemeClr val="tx1"/>
                </a:solidFill>
              </a:rPr>
              <a:t>Condition: price= NULL]</a:t>
            </a:r>
          </a:p>
        </p:txBody>
      </p:sp>
      <p:sp>
        <p:nvSpPr>
          <p:cNvPr id="20" name="Google Shape;232;p34">
            <a:extLst>
              <a:ext uri="{FF2B5EF4-FFF2-40B4-BE49-F238E27FC236}">
                <a16:creationId xmlns:a16="http://schemas.microsoft.com/office/drawing/2014/main" id="{B5E5386D-7675-90B1-2C92-0D21B17DE286}"/>
              </a:ext>
            </a:extLst>
          </p:cNvPr>
          <p:cNvSpPr/>
          <p:nvPr/>
        </p:nvSpPr>
        <p:spPr>
          <a:xfrm>
            <a:off x="3269158" y="2691449"/>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1" name="Google Shape;233;p34">
            <a:extLst>
              <a:ext uri="{FF2B5EF4-FFF2-40B4-BE49-F238E27FC236}">
                <a16:creationId xmlns:a16="http://schemas.microsoft.com/office/drawing/2014/main" id="{401EFBF6-2877-1702-2808-36B04994D730}"/>
              </a:ext>
            </a:extLst>
          </p:cNvPr>
          <p:cNvCxnSpPr>
            <a:cxnSpLocks/>
            <a:stCxn id="20" idx="6"/>
          </p:cNvCxnSpPr>
          <p:nvPr/>
        </p:nvCxnSpPr>
        <p:spPr>
          <a:xfrm flipV="1">
            <a:off x="3557158" y="2491008"/>
            <a:ext cx="2152149" cy="308441"/>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2" name="Google Shape;234;p34">
            <a:extLst>
              <a:ext uri="{FF2B5EF4-FFF2-40B4-BE49-F238E27FC236}">
                <a16:creationId xmlns:a16="http://schemas.microsoft.com/office/drawing/2014/main" id="{C51E3ADB-B494-6B49-B00E-BDF4A1ED85C6}"/>
              </a:ext>
            </a:extLst>
          </p:cNvPr>
          <p:cNvSpPr/>
          <p:nvPr/>
        </p:nvSpPr>
        <p:spPr>
          <a:xfrm>
            <a:off x="5709307" y="2202274"/>
            <a:ext cx="1469288" cy="719268"/>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Pricing Page</a:t>
            </a:r>
            <a:endParaRPr sz="1400" dirty="0">
              <a:solidFill>
                <a:schemeClr val="dk1"/>
              </a:solidFill>
              <a:latin typeface="Calibri"/>
              <a:ea typeface="Calibri"/>
              <a:cs typeface="Calibri"/>
              <a:sym typeface="Calibri"/>
            </a:endParaRPr>
          </a:p>
        </p:txBody>
      </p:sp>
      <p:cxnSp>
        <p:nvCxnSpPr>
          <p:cNvPr id="24" name="Connettore a gomito 23">
            <a:extLst>
              <a:ext uri="{FF2B5EF4-FFF2-40B4-BE49-F238E27FC236}">
                <a16:creationId xmlns:a16="http://schemas.microsoft.com/office/drawing/2014/main" id="{CFEB5828-96F2-BA29-15B6-8FDAF268A214}"/>
              </a:ext>
            </a:extLst>
          </p:cNvPr>
          <p:cNvCxnSpPr>
            <a:cxnSpLocks/>
          </p:cNvCxnSpPr>
          <p:nvPr/>
        </p:nvCxnSpPr>
        <p:spPr>
          <a:xfrm flipV="1">
            <a:off x="7148330" y="2383988"/>
            <a:ext cx="930522" cy="244718"/>
          </a:xfrm>
          <a:prstGeom prst="bentConnector3">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6" name="Google Shape;235;p34">
            <a:extLst>
              <a:ext uri="{FF2B5EF4-FFF2-40B4-BE49-F238E27FC236}">
                <a16:creationId xmlns:a16="http://schemas.microsoft.com/office/drawing/2014/main" id="{F0F0D59D-DC58-4CD7-A0AF-D12BCCC09147}"/>
              </a:ext>
            </a:extLst>
          </p:cNvPr>
          <p:cNvSpPr/>
          <p:nvPr/>
        </p:nvSpPr>
        <p:spPr>
          <a:xfrm>
            <a:off x="8267207" y="683484"/>
            <a:ext cx="3701073"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PRICE PREVENTIVE</a:t>
            </a:r>
            <a:endParaRPr sz="1800" dirty="0">
              <a:solidFill>
                <a:schemeClr val="dk1"/>
              </a:solidFill>
              <a:latin typeface="Calibri"/>
              <a:ea typeface="Calibri"/>
              <a:cs typeface="Calibri"/>
              <a:sym typeface="Calibri"/>
            </a:endParaRPr>
          </a:p>
        </p:txBody>
      </p:sp>
      <p:sp>
        <p:nvSpPr>
          <p:cNvPr id="27" name="Google Shape;249;p35">
            <a:extLst>
              <a:ext uri="{FF2B5EF4-FFF2-40B4-BE49-F238E27FC236}">
                <a16:creationId xmlns:a16="http://schemas.microsoft.com/office/drawing/2014/main" id="{1081E857-5BE1-234A-443B-243B5391AB94}"/>
              </a:ext>
            </a:extLst>
          </p:cNvPr>
          <p:cNvSpPr txBox="1"/>
          <p:nvPr/>
        </p:nvSpPr>
        <p:spPr>
          <a:xfrm>
            <a:off x="3441476" y="2257006"/>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cxnSp>
        <p:nvCxnSpPr>
          <p:cNvPr id="30" name="Connettore a gomito 29">
            <a:extLst>
              <a:ext uri="{FF2B5EF4-FFF2-40B4-BE49-F238E27FC236}">
                <a16:creationId xmlns:a16="http://schemas.microsoft.com/office/drawing/2014/main" id="{1929348D-01E0-A084-7EC9-B2A1C905DE4B}"/>
              </a:ext>
            </a:extLst>
          </p:cNvPr>
          <p:cNvCxnSpPr>
            <a:cxnSpLocks/>
          </p:cNvCxnSpPr>
          <p:nvPr/>
        </p:nvCxnSpPr>
        <p:spPr>
          <a:xfrm rot="10800000">
            <a:off x="7016268" y="1296188"/>
            <a:ext cx="2034040" cy="1782624"/>
          </a:xfrm>
          <a:prstGeom prst="bentConnector3">
            <a:avLst>
              <a:gd name="adj1" fmla="val 25826"/>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2" name="Google Shape;234;p34">
            <a:extLst>
              <a:ext uri="{FF2B5EF4-FFF2-40B4-BE49-F238E27FC236}">
                <a16:creationId xmlns:a16="http://schemas.microsoft.com/office/drawing/2014/main" id="{1CB163C5-792C-3767-09F2-961BF4AC4C38}"/>
              </a:ext>
            </a:extLst>
          </p:cNvPr>
          <p:cNvSpPr/>
          <p:nvPr/>
        </p:nvSpPr>
        <p:spPr>
          <a:xfrm>
            <a:off x="5359704" y="1017834"/>
            <a:ext cx="1600542" cy="613155"/>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400" dirty="0">
                <a:solidFill>
                  <a:schemeClr val="dk1"/>
                </a:solidFill>
                <a:latin typeface="Calibri"/>
                <a:ea typeface="Calibri"/>
                <a:cs typeface="Calibri"/>
                <a:sym typeface="Calibri"/>
              </a:rPr>
              <a:t>Update preventive price</a:t>
            </a:r>
            <a:endParaRPr sz="1400" dirty="0">
              <a:solidFill>
                <a:schemeClr val="dk1"/>
              </a:solidFill>
              <a:latin typeface="Calibri"/>
              <a:ea typeface="Calibri"/>
              <a:cs typeface="Calibri"/>
              <a:sym typeface="Calibri"/>
            </a:endParaRPr>
          </a:p>
        </p:txBody>
      </p:sp>
      <p:cxnSp>
        <p:nvCxnSpPr>
          <p:cNvPr id="34" name="Connettore a gomito 33">
            <a:extLst>
              <a:ext uri="{FF2B5EF4-FFF2-40B4-BE49-F238E27FC236}">
                <a16:creationId xmlns:a16="http://schemas.microsoft.com/office/drawing/2014/main" id="{12A25C80-8FAB-25F9-A09B-837CA92A9A33}"/>
              </a:ext>
            </a:extLst>
          </p:cNvPr>
          <p:cNvCxnSpPr>
            <a:cxnSpLocks/>
          </p:cNvCxnSpPr>
          <p:nvPr/>
        </p:nvCxnSpPr>
        <p:spPr>
          <a:xfrm rot="10800000" flipV="1">
            <a:off x="2357263" y="1265602"/>
            <a:ext cx="2908263" cy="251067"/>
          </a:xfrm>
          <a:prstGeom prst="bentConnector3">
            <a:avLst>
              <a:gd name="adj1" fmla="val 100128"/>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6" name="Google Shape;229;p34">
            <a:extLst>
              <a:ext uri="{FF2B5EF4-FFF2-40B4-BE49-F238E27FC236}">
                <a16:creationId xmlns:a16="http://schemas.microsoft.com/office/drawing/2014/main" id="{48C53A7F-726A-E9C6-709F-FB55D8B8394C}"/>
              </a:ext>
            </a:extLst>
          </p:cNvPr>
          <p:cNvSpPr/>
          <p:nvPr/>
        </p:nvSpPr>
        <p:spPr>
          <a:xfrm>
            <a:off x="9089808" y="4228158"/>
            <a:ext cx="2390099"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37" name="Google Shape;229;p34">
            <a:extLst>
              <a:ext uri="{FF2B5EF4-FFF2-40B4-BE49-F238E27FC236}">
                <a16:creationId xmlns:a16="http://schemas.microsoft.com/office/drawing/2014/main" id="{4BDCF65A-7163-573A-BFBF-5350CA8593B4}"/>
              </a:ext>
            </a:extLst>
          </p:cNvPr>
          <p:cNvSpPr/>
          <p:nvPr/>
        </p:nvSpPr>
        <p:spPr>
          <a:xfrm>
            <a:off x="9155625" y="5336544"/>
            <a:ext cx="2198176"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sp>
        <p:nvSpPr>
          <p:cNvPr id="23" name="Google Shape;229;p34">
            <a:extLst>
              <a:ext uri="{FF2B5EF4-FFF2-40B4-BE49-F238E27FC236}">
                <a16:creationId xmlns:a16="http://schemas.microsoft.com/office/drawing/2014/main" id="{773A3B61-BE3B-4BFF-BCB4-CEE1B7AD66F7}"/>
              </a:ext>
            </a:extLst>
          </p:cNvPr>
          <p:cNvSpPr/>
          <p:nvPr/>
        </p:nvSpPr>
        <p:spPr>
          <a:xfrm>
            <a:off x="9089808" y="1040831"/>
            <a:ext cx="2373309" cy="786512"/>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25" name="Google Shape;229;p34">
            <a:extLst>
              <a:ext uri="{FF2B5EF4-FFF2-40B4-BE49-F238E27FC236}">
                <a16:creationId xmlns:a16="http://schemas.microsoft.com/office/drawing/2014/main" id="{FB07315A-520A-D6B1-9EB3-50E98334DA69}"/>
              </a:ext>
            </a:extLst>
          </p:cNvPr>
          <p:cNvSpPr/>
          <p:nvPr/>
        </p:nvSpPr>
        <p:spPr>
          <a:xfrm>
            <a:off x="9030882" y="1900750"/>
            <a:ext cx="2504218" cy="803275"/>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sp>
        <p:nvSpPr>
          <p:cNvPr id="31" name="Google Shape;229;p34">
            <a:extLst>
              <a:ext uri="{FF2B5EF4-FFF2-40B4-BE49-F238E27FC236}">
                <a16:creationId xmlns:a16="http://schemas.microsoft.com/office/drawing/2014/main" id="{D14362D3-151D-18E0-0059-D54EE9423534}"/>
              </a:ext>
            </a:extLst>
          </p:cNvPr>
          <p:cNvSpPr/>
          <p:nvPr/>
        </p:nvSpPr>
        <p:spPr>
          <a:xfrm>
            <a:off x="9155625" y="2820086"/>
            <a:ext cx="2379475" cy="475205"/>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price form [</a:t>
            </a:r>
          </a:p>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Field:price]</a:t>
            </a:r>
            <a:endParaRPr sz="1600" dirty="0">
              <a:solidFill>
                <a:schemeClr val="dk1"/>
              </a:solidFill>
              <a:latin typeface="Calibri"/>
              <a:ea typeface="Calibri"/>
              <a:cs typeface="Calibri"/>
              <a:sym typeface="Calibri"/>
            </a:endParaRPr>
          </a:p>
        </p:txBody>
      </p:sp>
      <p:sp>
        <p:nvSpPr>
          <p:cNvPr id="35" name="Google Shape;232;p34">
            <a:extLst>
              <a:ext uri="{FF2B5EF4-FFF2-40B4-BE49-F238E27FC236}">
                <a16:creationId xmlns:a16="http://schemas.microsoft.com/office/drawing/2014/main" id="{A8E0BA38-60B6-4250-0C0C-6478D702754E}"/>
              </a:ext>
            </a:extLst>
          </p:cNvPr>
          <p:cNvSpPr/>
          <p:nvPr/>
        </p:nvSpPr>
        <p:spPr>
          <a:xfrm>
            <a:off x="9030882" y="2964327"/>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9" name="Google Shape;204;p33">
            <a:extLst>
              <a:ext uri="{FF2B5EF4-FFF2-40B4-BE49-F238E27FC236}">
                <a16:creationId xmlns:a16="http://schemas.microsoft.com/office/drawing/2014/main" id="{6A804851-09E9-FE33-4FEE-19F009163251}"/>
              </a:ext>
            </a:extLst>
          </p:cNvPr>
          <p:cNvSpPr txBox="1"/>
          <p:nvPr/>
        </p:nvSpPr>
        <p:spPr>
          <a:xfrm>
            <a:off x="8274130" y="3014493"/>
            <a:ext cx="832200" cy="2769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29" name="Google Shape;234;p34">
            <a:extLst>
              <a:ext uri="{FF2B5EF4-FFF2-40B4-BE49-F238E27FC236}">
                <a16:creationId xmlns:a16="http://schemas.microsoft.com/office/drawing/2014/main" id="{A600B385-5BF2-462D-FE81-F5813A70A1C2}"/>
              </a:ext>
            </a:extLst>
          </p:cNvPr>
          <p:cNvSpPr/>
          <p:nvPr/>
        </p:nvSpPr>
        <p:spPr>
          <a:xfrm>
            <a:off x="5435065" y="3829827"/>
            <a:ext cx="1797595" cy="725100"/>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information about preventive</a:t>
            </a:r>
            <a:endParaRPr sz="1400" dirty="0">
              <a:solidFill>
                <a:schemeClr val="dk1"/>
              </a:solidFill>
              <a:latin typeface="Calibri"/>
              <a:ea typeface="Calibri"/>
              <a:cs typeface="Calibri"/>
              <a:sym typeface="Calibri"/>
            </a:endParaRPr>
          </a:p>
        </p:txBody>
      </p:sp>
      <p:sp>
        <p:nvSpPr>
          <p:cNvPr id="33" name="Google Shape;249;p35">
            <a:extLst>
              <a:ext uri="{FF2B5EF4-FFF2-40B4-BE49-F238E27FC236}">
                <a16:creationId xmlns:a16="http://schemas.microsoft.com/office/drawing/2014/main" id="{ED94235A-6E1D-ED21-F49F-9860AD7656DC}"/>
              </a:ext>
            </a:extLst>
          </p:cNvPr>
          <p:cNvSpPr txBox="1"/>
          <p:nvPr/>
        </p:nvSpPr>
        <p:spPr>
          <a:xfrm>
            <a:off x="3418457" y="3974339"/>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sp>
        <p:nvSpPr>
          <p:cNvPr id="51" name="Google Shape;230;p34">
            <a:extLst>
              <a:ext uri="{FF2B5EF4-FFF2-40B4-BE49-F238E27FC236}">
                <a16:creationId xmlns:a16="http://schemas.microsoft.com/office/drawing/2014/main" id="{82E61F85-333C-5D72-6F0A-E3F6FD97F686}"/>
              </a:ext>
            </a:extLst>
          </p:cNvPr>
          <p:cNvSpPr txBox="1"/>
          <p:nvPr/>
        </p:nvSpPr>
        <p:spPr>
          <a:xfrm>
            <a:off x="5265526" y="5790075"/>
            <a:ext cx="2081164" cy="34170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rgbClr val="FF0000"/>
                </a:solidFill>
                <a:latin typeface="Calibri"/>
                <a:ea typeface="Calibri"/>
                <a:cs typeface="Calibri"/>
                <a:sym typeface="Calibri"/>
              </a:rPr>
              <a:t>Session.employee.id</a:t>
            </a:r>
            <a:endParaRPr sz="1800" dirty="0">
              <a:solidFill>
                <a:srgbClr val="FF0000"/>
              </a:solidFill>
              <a:latin typeface="Calibri"/>
              <a:ea typeface="Calibri"/>
              <a:cs typeface="Calibri"/>
              <a:sym typeface="Calibri"/>
            </a:endParaRPr>
          </a:p>
        </p:txBody>
      </p:sp>
      <p:cxnSp>
        <p:nvCxnSpPr>
          <p:cNvPr id="52" name="Google Shape;231;p34">
            <a:extLst>
              <a:ext uri="{FF2B5EF4-FFF2-40B4-BE49-F238E27FC236}">
                <a16:creationId xmlns:a16="http://schemas.microsoft.com/office/drawing/2014/main" id="{F3E8D736-36FC-226F-3088-A6E45425DD2F}"/>
              </a:ext>
            </a:extLst>
          </p:cNvPr>
          <p:cNvCxnSpPr>
            <a:cxnSpLocks/>
          </p:cNvCxnSpPr>
          <p:nvPr/>
        </p:nvCxnSpPr>
        <p:spPr>
          <a:xfrm flipH="1" flipV="1">
            <a:off x="4303724" y="5435498"/>
            <a:ext cx="841961" cy="374652"/>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Tree>
    <p:extLst>
      <p:ext uri="{BB962C8B-B14F-4D97-AF65-F5344CB8AC3E}">
        <p14:creationId xmlns:p14="http://schemas.microsoft.com/office/powerpoint/2010/main" val="2624853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774700" y="19686"/>
            <a:ext cx="10515600" cy="742316"/>
          </a:xfrm>
        </p:spPr>
        <p:txBody>
          <a:bodyPr>
            <a:normAutofit/>
          </a:bodyPr>
          <a:lstStyle/>
          <a:p>
            <a:pPr algn="ctr"/>
            <a:r>
              <a:rPr lang="it-IT" sz="3600" dirty="0"/>
              <a:t>Components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264161" y="650239"/>
            <a:ext cx="3652520" cy="5445760"/>
          </a:xfrm>
        </p:spPr>
        <p:txBody>
          <a:bodyPr>
            <a:normAutofit/>
          </a:bodyPr>
          <a:lstStyle/>
          <a:p>
            <a:pPr marL="0" lvl="0" indent="0">
              <a:lnSpc>
                <a:spcPct val="80000"/>
              </a:lnSpc>
              <a:spcBef>
                <a:spcPts val="0"/>
              </a:spcBef>
              <a:buClr>
                <a:schemeClr val="dk1"/>
              </a:buClr>
              <a:buSzPts val="1750"/>
              <a:buNone/>
            </a:pPr>
            <a:r>
              <a:rPr lang="en-GB" sz="2400" dirty="0">
                <a:solidFill>
                  <a:schemeClr val="dk1"/>
                </a:solidFill>
                <a:latin typeface="Calibri"/>
                <a:cs typeface="Calibri"/>
                <a:sym typeface="Calibri"/>
              </a:rPr>
              <a:t>Model</a:t>
            </a:r>
            <a:r>
              <a:rPr lang="es-419" sz="2400" dirty="0">
                <a:solidFill>
                  <a:schemeClr val="dk1"/>
                </a:solidFill>
                <a:latin typeface="Calibri"/>
                <a:cs typeface="Calibri"/>
                <a:sym typeface="Calibri"/>
              </a:rPr>
              <a:t> objects (beans):</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Option</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Preventive</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PreventiveInfo</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Product</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SimpleProduct</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User</a:t>
            </a:r>
          </a:p>
          <a:p>
            <a:pPr lvl="0">
              <a:lnSpc>
                <a:spcPct val="80000"/>
              </a:lnSpc>
              <a:spcBef>
                <a:spcPts val="0"/>
              </a:spcBef>
              <a:buClr>
                <a:schemeClr val="dk1"/>
              </a:buClr>
              <a:buSzPts val="1750"/>
              <a:buFont typeface="Wingdings" panose="05000000000000000000" pitchFamily="2" charset="2"/>
              <a:buChar char="§"/>
            </a:pPr>
            <a:endParaRPr lang="es-419" sz="1750" dirty="0">
              <a:solidFill>
                <a:schemeClr val="dk1"/>
              </a:solidFill>
              <a:latin typeface="Calibri"/>
              <a:cs typeface="Calibri"/>
              <a:sym typeface="Calibri"/>
            </a:endParaRPr>
          </a:p>
          <a:p>
            <a:pPr marL="0" indent="0">
              <a:lnSpc>
                <a:spcPct val="80000"/>
              </a:lnSpc>
              <a:spcBef>
                <a:spcPts val="0"/>
              </a:spcBef>
              <a:buClr>
                <a:schemeClr val="dk1"/>
              </a:buClr>
              <a:buSzPts val="1750"/>
              <a:buNone/>
            </a:pPr>
            <a:r>
              <a:rPr lang="es-419" sz="2400" dirty="0">
                <a:solidFill>
                  <a:schemeClr val="dk1"/>
                </a:solidFill>
                <a:latin typeface="Calibri"/>
                <a:cs typeface="Calibri"/>
                <a:sym typeface="Calibri"/>
              </a:rPr>
              <a:t>Controllers:</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AddPreventiveToDB</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CheckLogin</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CheckRegistration</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GetClientHomePage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GetEmployeeHomePage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GetInformationAboutPreventive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GetPricingPage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LogOut</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SelectOptionForProduct</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UpdatePreventivePrice</a:t>
            </a:r>
          </a:p>
          <a:p>
            <a:pPr marL="0" indent="0">
              <a:lnSpc>
                <a:spcPct val="80000"/>
              </a:lnSpc>
              <a:spcBef>
                <a:spcPts val="0"/>
              </a:spcBef>
              <a:buClr>
                <a:schemeClr val="dk1"/>
              </a:buClr>
              <a:buSzPts val="1750"/>
              <a:buNone/>
            </a:pPr>
            <a:endParaRPr lang="es-419" sz="2400" dirty="0">
              <a:solidFill>
                <a:schemeClr val="dk1"/>
              </a:solidFill>
              <a:latin typeface="Calibri"/>
              <a:cs typeface="Calibri"/>
              <a:sym typeface="Calibri"/>
            </a:endParaRPr>
          </a:p>
          <a:p>
            <a:pPr marL="0" indent="0">
              <a:lnSpc>
                <a:spcPct val="80000"/>
              </a:lnSpc>
              <a:spcBef>
                <a:spcPts val="350"/>
              </a:spcBef>
              <a:buClr>
                <a:schemeClr val="dk1"/>
              </a:buClr>
              <a:buSzPts val="1750"/>
              <a:buNone/>
            </a:pPr>
            <a:endParaRPr lang="es-419" sz="1750" dirty="0">
              <a:solidFill>
                <a:schemeClr val="dk1"/>
              </a:solidFill>
              <a:latin typeface="Calibri"/>
              <a:cs typeface="Calibri"/>
              <a:sym typeface="Calibri"/>
            </a:endParaRPr>
          </a:p>
          <a:p>
            <a:pPr marL="0" indent="0">
              <a:lnSpc>
                <a:spcPct val="110000"/>
              </a:lnSpc>
              <a:buNone/>
            </a:pPr>
            <a:endParaRPr lang="it-IT" dirty="0"/>
          </a:p>
        </p:txBody>
      </p:sp>
      <p:sp>
        <p:nvSpPr>
          <p:cNvPr id="4" name="Segnaposto contenuto 2">
            <a:extLst>
              <a:ext uri="{FF2B5EF4-FFF2-40B4-BE49-F238E27FC236}">
                <a16:creationId xmlns:a16="http://schemas.microsoft.com/office/drawing/2014/main" id="{F6B81E2C-A55F-0145-1FEF-3CC5E8568157}"/>
              </a:ext>
            </a:extLst>
          </p:cNvPr>
          <p:cNvSpPr txBox="1">
            <a:spLocks/>
          </p:cNvSpPr>
          <p:nvPr/>
        </p:nvSpPr>
        <p:spPr>
          <a:xfrm>
            <a:off x="3662681" y="650239"/>
            <a:ext cx="3276599" cy="54457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it-IT" sz="2600" dirty="0">
                <a:solidFill>
                  <a:schemeClr val="dk1"/>
                </a:solidFill>
                <a:latin typeface="Calibri"/>
                <a:cs typeface="Calibri"/>
              </a:rPr>
              <a:t>Filters:</a:t>
            </a:r>
          </a:p>
          <a:p>
            <a:pPr>
              <a:lnSpc>
                <a:spcPct val="100000"/>
              </a:lnSpc>
              <a:buFont typeface="Wingdings" panose="05000000000000000000" pitchFamily="2" charset="2"/>
              <a:buChar char="§"/>
            </a:pPr>
            <a:r>
              <a:rPr lang="it-IT" sz="1800" dirty="0">
                <a:solidFill>
                  <a:schemeClr val="dk1"/>
                </a:solidFill>
                <a:latin typeface="Calibri"/>
                <a:cs typeface="Calibri"/>
              </a:rPr>
              <a:t>ClientChecker</a:t>
            </a:r>
          </a:p>
          <a:p>
            <a:pPr>
              <a:lnSpc>
                <a:spcPct val="100000"/>
              </a:lnSpc>
              <a:buFont typeface="Wingdings" panose="05000000000000000000" pitchFamily="2" charset="2"/>
              <a:buChar char="§"/>
            </a:pPr>
            <a:r>
              <a:rPr lang="it-IT" sz="1800" dirty="0">
                <a:solidFill>
                  <a:schemeClr val="dk1"/>
                </a:solidFill>
                <a:latin typeface="Calibri"/>
                <a:cs typeface="Calibri"/>
              </a:rPr>
              <a:t>EmployeeChecker</a:t>
            </a:r>
          </a:p>
          <a:p>
            <a:pPr>
              <a:lnSpc>
                <a:spcPct val="110000"/>
              </a:lnSpc>
              <a:buFont typeface="Wingdings" panose="05000000000000000000" pitchFamily="2" charset="2"/>
              <a:buChar char="§"/>
            </a:pPr>
            <a:r>
              <a:rPr lang="it-IT" sz="1800" dirty="0">
                <a:solidFill>
                  <a:schemeClr val="dk1"/>
                </a:solidFill>
                <a:latin typeface="Calibri"/>
                <a:cs typeface="Calibri"/>
              </a:rPr>
              <a:t>LogInChecker</a:t>
            </a:r>
          </a:p>
          <a:p>
            <a:pPr marL="0" indent="0">
              <a:lnSpc>
                <a:spcPct val="110000"/>
              </a:lnSpc>
              <a:buNone/>
            </a:pPr>
            <a:r>
              <a:rPr lang="it-IT" sz="2600" dirty="0">
                <a:solidFill>
                  <a:schemeClr val="dk1"/>
                </a:solidFill>
                <a:latin typeface="Calibri"/>
                <a:cs typeface="Calibri"/>
              </a:rPr>
              <a:t>Views (templates):</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ErrorPage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HomePageClient</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HomePageEmployee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LogInPage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PreventiveInfoPage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PricePreventivePage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SelectOptionsForPreventive</a:t>
            </a:r>
          </a:p>
        </p:txBody>
      </p:sp>
      <p:sp>
        <p:nvSpPr>
          <p:cNvPr id="5" name="Segnaposto contenuto 2">
            <a:extLst>
              <a:ext uri="{FF2B5EF4-FFF2-40B4-BE49-F238E27FC236}">
                <a16:creationId xmlns:a16="http://schemas.microsoft.com/office/drawing/2014/main" id="{B260F26A-046E-BCE1-8F36-99C6D2D09AB9}"/>
              </a:ext>
            </a:extLst>
          </p:cNvPr>
          <p:cNvSpPr txBox="1">
            <a:spLocks/>
          </p:cNvSpPr>
          <p:nvPr/>
        </p:nvSpPr>
        <p:spPr>
          <a:xfrm>
            <a:off x="6705600" y="650239"/>
            <a:ext cx="5351782" cy="618807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it-IT" sz="2600" dirty="0">
                <a:solidFill>
                  <a:schemeClr val="dk1"/>
                </a:solidFill>
                <a:latin typeface="Calibri"/>
                <a:cs typeface="Calibri"/>
              </a:rPr>
              <a:t>Data Access Objects (classes)</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CredentialsDAO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checkCredentials(username,password)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addCredentials(username,password,role)</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PreventiveDAO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getPreventivesByClient(clientUsername)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getPreventiveByEmployee(employeeUsername)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getPreventiveByID(preventiveID)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getPreventiveByIDAndEmployeeUsername(preventiveID,username)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getOptionsInPreventive(preventiveID)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getUnmanagedPreventives()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getUnmanagedPreventiveByID(preventiveID)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isPreventiveUnmanaged(preventiveID)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addPreventive(preventiveInfoToAdd)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updatePriceOfPreventive(preventiveID,employeeUsername,price)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getProductNameByCode(productCode)</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ProductDAO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getAllProducts()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doesProductExist(productCode)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getAllSimpleProducts()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getImgPathFromProductCode(productCode)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getOptionsByProductID(productID)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getOptionCodesByProductID(productCode)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getProductsCodes()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getOptionCodesByProductID()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getOptionByID(optionID)</a:t>
            </a:r>
          </a:p>
        </p:txBody>
      </p:sp>
    </p:spTree>
    <p:extLst>
      <p:ext uri="{BB962C8B-B14F-4D97-AF65-F5344CB8AC3E}">
        <p14:creationId xmlns:p14="http://schemas.microsoft.com/office/powerpoint/2010/main" val="1055022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073846"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CheckLogin</a:t>
            </a:r>
          </a:p>
        </p:txBody>
      </p:sp>
      <p:cxnSp>
        <p:nvCxnSpPr>
          <p:cNvPr id="6" name="Straight Connector 5"/>
          <p:cNvCxnSpPr>
            <a:cxnSpLocks/>
            <a:stCxn id="5" idx="2"/>
          </p:cNvCxnSpPr>
          <p:nvPr/>
        </p:nvCxnSpPr>
        <p:spPr>
          <a:xfrm flipH="1">
            <a:off x="2701625" y="1828800"/>
            <a:ext cx="29447" cy="484056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cxnSp>
        <p:nvCxnSpPr>
          <p:cNvPr id="7" name="Straight Arrow Connector 6"/>
          <p:cNvCxnSpPr/>
          <p:nvPr/>
        </p:nvCxnSpPr>
        <p:spPr>
          <a:xfrm>
            <a:off x="1635696" y="2971800"/>
            <a:ext cx="87630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9497" y="2602468"/>
            <a:ext cx="915635" cy="369332"/>
          </a:xfrm>
          <a:prstGeom prst="rect">
            <a:avLst/>
          </a:prstGeom>
          <a:noFill/>
        </p:spPr>
        <p:txBody>
          <a:bodyPr wrap="none" rtlCol="0">
            <a:spAutoFit/>
          </a:bodyPr>
          <a:lstStyle/>
          <a:p>
            <a:r>
              <a:rPr lang="en-US" dirty="0">
                <a:solidFill>
                  <a:prstClr val="black"/>
                </a:solidFill>
                <a:latin typeface="Calibri"/>
              </a:rPr>
              <a:t>doPOST</a:t>
            </a:r>
          </a:p>
        </p:txBody>
      </p:sp>
      <p:sp>
        <p:nvSpPr>
          <p:cNvPr id="9" name="Rectangle 8"/>
          <p:cNvSpPr/>
          <p:nvPr/>
        </p:nvSpPr>
        <p:spPr>
          <a:xfrm>
            <a:off x="2548355" y="2044700"/>
            <a:ext cx="306541" cy="4408636"/>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10" name="Rectangle 9"/>
          <p:cNvSpPr/>
          <p:nvPr/>
        </p:nvSpPr>
        <p:spPr>
          <a:xfrm>
            <a:off x="3853830"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CredentialsDAO</a:t>
            </a:r>
          </a:p>
        </p:txBody>
      </p:sp>
      <p:cxnSp>
        <p:nvCxnSpPr>
          <p:cNvPr id="11" name="Straight Connector 10"/>
          <p:cNvCxnSpPr>
            <a:cxnSpLocks/>
            <a:stCxn id="10" idx="2"/>
          </p:cNvCxnSpPr>
          <p:nvPr/>
        </p:nvCxnSpPr>
        <p:spPr>
          <a:xfrm flipH="1">
            <a:off x="4480741"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cxnSp>
        <p:nvCxnSpPr>
          <p:cNvPr id="12" name="Straight Arrow Connector 11"/>
          <p:cNvCxnSpPr/>
          <p:nvPr/>
        </p:nvCxnSpPr>
        <p:spPr>
          <a:xfrm>
            <a:off x="2854895" y="2514600"/>
            <a:ext cx="147344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855640" y="2145269"/>
            <a:ext cx="1426160" cy="307777"/>
          </a:xfrm>
          <a:prstGeom prst="rect">
            <a:avLst/>
          </a:prstGeom>
          <a:noFill/>
        </p:spPr>
        <p:txBody>
          <a:bodyPr wrap="none" rtlCol="0">
            <a:spAutoFit/>
          </a:bodyPr>
          <a:lstStyle/>
          <a:p>
            <a:r>
              <a:rPr lang="en-US" sz="1400" dirty="0">
                <a:solidFill>
                  <a:prstClr val="black"/>
                </a:solidFill>
                <a:latin typeface="Calibri"/>
              </a:rPr>
              <a:t>checkCredentials</a:t>
            </a:r>
          </a:p>
        </p:txBody>
      </p:sp>
      <p:sp>
        <p:nvSpPr>
          <p:cNvPr id="14" name="Rectangle 13"/>
          <p:cNvSpPr/>
          <p:nvPr/>
        </p:nvSpPr>
        <p:spPr>
          <a:xfrm>
            <a:off x="4328339" y="20447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15" name="Straight Arrow Connector 14"/>
          <p:cNvCxnSpPr/>
          <p:nvPr/>
        </p:nvCxnSpPr>
        <p:spPr>
          <a:xfrm flipH="1">
            <a:off x="2855640" y="3124200"/>
            <a:ext cx="1438082"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112621" y="2754868"/>
            <a:ext cx="1136850" cy="338554"/>
          </a:xfrm>
          <a:prstGeom prst="rect">
            <a:avLst/>
          </a:prstGeom>
          <a:noFill/>
        </p:spPr>
        <p:txBody>
          <a:bodyPr wrap="none" rtlCol="0">
            <a:spAutoFit/>
          </a:bodyPr>
          <a:lstStyle/>
          <a:p>
            <a:r>
              <a:rPr lang="en-US" sz="1600" dirty="0">
                <a:solidFill>
                  <a:prstClr val="black"/>
                </a:solidFill>
                <a:latin typeface="Calibri"/>
              </a:rPr>
              <a:t>user || null</a:t>
            </a:r>
          </a:p>
        </p:txBody>
      </p:sp>
      <p:sp>
        <p:nvSpPr>
          <p:cNvPr id="17" name="Rectangle 16"/>
          <p:cNvSpPr/>
          <p:nvPr/>
        </p:nvSpPr>
        <p:spPr>
          <a:xfrm>
            <a:off x="5375921"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LogInPage.html</a:t>
            </a:r>
          </a:p>
        </p:txBody>
      </p:sp>
      <p:cxnSp>
        <p:nvCxnSpPr>
          <p:cNvPr id="18" name="Straight Connector 17"/>
          <p:cNvCxnSpPr>
            <a:stCxn id="17" idx="2"/>
          </p:cNvCxnSpPr>
          <p:nvPr/>
        </p:nvCxnSpPr>
        <p:spPr>
          <a:xfrm flipH="1">
            <a:off x="6002832"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9" name="Rectangle 18"/>
          <p:cNvSpPr/>
          <p:nvPr/>
        </p:nvSpPr>
        <p:spPr>
          <a:xfrm>
            <a:off x="5850430" y="30099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0" name="Straight Arrow Connector 19"/>
          <p:cNvCxnSpPr/>
          <p:nvPr/>
        </p:nvCxnSpPr>
        <p:spPr>
          <a:xfrm>
            <a:off x="2855640" y="3714750"/>
            <a:ext cx="299479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32806" y="4294837"/>
            <a:ext cx="3888432" cy="307777"/>
          </a:xfrm>
          <a:prstGeom prst="rect">
            <a:avLst/>
          </a:prstGeom>
          <a:noFill/>
        </p:spPr>
        <p:txBody>
          <a:bodyPr wrap="square" rtlCol="0">
            <a:spAutoFit/>
          </a:bodyPr>
          <a:lstStyle/>
          <a:p>
            <a:pPr algn="ctr"/>
            <a:r>
              <a:rPr lang="en-US" sz="1400" dirty="0">
                <a:solidFill>
                  <a:prstClr val="black"/>
                </a:solidFill>
                <a:latin typeface="Calibri"/>
              </a:rPr>
              <a:t>[user   != null ]  setAttribute  ("username", user)</a:t>
            </a:r>
          </a:p>
        </p:txBody>
      </p:sp>
      <p:sp>
        <p:nvSpPr>
          <p:cNvPr id="22" name="Rectangle 21"/>
          <p:cNvSpPr/>
          <p:nvPr/>
        </p:nvSpPr>
        <p:spPr>
          <a:xfrm>
            <a:off x="6888089"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Session</a:t>
            </a:r>
          </a:p>
        </p:txBody>
      </p:sp>
      <p:cxnSp>
        <p:nvCxnSpPr>
          <p:cNvPr id="23" name="Straight Connector 22"/>
          <p:cNvCxnSpPr>
            <a:stCxn id="22" idx="2"/>
          </p:cNvCxnSpPr>
          <p:nvPr/>
        </p:nvCxnSpPr>
        <p:spPr>
          <a:xfrm flipH="1">
            <a:off x="7515000"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24" name="Rectangle 23"/>
          <p:cNvSpPr/>
          <p:nvPr/>
        </p:nvSpPr>
        <p:spPr>
          <a:xfrm>
            <a:off x="7362598" y="36957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5" name="Straight Arrow Connector 24"/>
          <p:cNvCxnSpPr/>
          <p:nvPr/>
        </p:nvCxnSpPr>
        <p:spPr>
          <a:xfrm>
            <a:off x="2855640" y="4648200"/>
            <a:ext cx="4506958"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18650" y="3378478"/>
            <a:ext cx="2117311" cy="338554"/>
          </a:xfrm>
          <a:prstGeom prst="rect">
            <a:avLst/>
          </a:prstGeom>
          <a:noFill/>
        </p:spPr>
        <p:txBody>
          <a:bodyPr wrap="none" rtlCol="0">
            <a:spAutoFit/>
          </a:bodyPr>
          <a:lstStyle/>
          <a:p>
            <a:pPr algn="ctr"/>
            <a:r>
              <a:rPr lang="en-US" sz="1600" dirty="0">
                <a:solidFill>
                  <a:prstClr val="black"/>
                </a:solidFill>
                <a:latin typeface="Calibri"/>
              </a:rPr>
              <a:t>[user   == null ] redirect</a:t>
            </a:r>
          </a:p>
        </p:txBody>
      </p:sp>
      <p:sp>
        <p:nvSpPr>
          <p:cNvPr id="27" name="TextBox 26"/>
          <p:cNvSpPr txBox="1"/>
          <p:nvPr/>
        </p:nvSpPr>
        <p:spPr>
          <a:xfrm>
            <a:off x="1473722" y="2983260"/>
            <a:ext cx="1074634" cy="1508105"/>
          </a:xfrm>
          <a:prstGeom prst="rect">
            <a:avLst/>
          </a:prstGeom>
          <a:noFill/>
        </p:spPr>
        <p:txBody>
          <a:bodyPr wrap="square" rtlCol="0">
            <a:spAutoFit/>
          </a:bodyPr>
          <a:lstStyle/>
          <a:p>
            <a:r>
              <a:rPr lang="en-US" sz="1600" dirty="0">
                <a:solidFill>
                  <a:prstClr val="black"/>
                </a:solidFill>
                <a:latin typeface="Calibri"/>
              </a:rPr>
              <a:t>POST</a:t>
            </a:r>
          </a:p>
          <a:p>
            <a:r>
              <a:rPr lang="en-US" sz="1400" dirty="0">
                <a:solidFill>
                  <a:prstClr val="black"/>
                </a:solidFill>
                <a:latin typeface="Calibri"/>
              </a:rPr>
              <a:t>username</a:t>
            </a:r>
          </a:p>
          <a:p>
            <a:r>
              <a:rPr lang="en-US" sz="1400" dirty="0">
                <a:solidFill>
                  <a:prstClr val="black"/>
                </a:solidFill>
                <a:latin typeface="Calibri"/>
              </a:rPr>
              <a:t>password</a:t>
            </a:r>
          </a:p>
          <a:p>
            <a:endParaRPr lang="en-US" sz="1600" dirty="0">
              <a:solidFill>
                <a:prstClr val="black"/>
              </a:solidFill>
              <a:latin typeface="Calibri"/>
            </a:endParaRPr>
          </a:p>
          <a:p>
            <a:r>
              <a:rPr lang="en-US" sz="1600" dirty="0">
                <a:solidFill>
                  <a:prstClr val="black"/>
                </a:solidFill>
                <a:latin typeface="Calibri"/>
              </a:rPr>
              <a:t>From:</a:t>
            </a:r>
          </a:p>
          <a:p>
            <a:r>
              <a:rPr lang="en-US" sz="1600" dirty="0">
                <a:solidFill>
                  <a:prstClr val="black"/>
                </a:solidFill>
                <a:latin typeface="Calibri"/>
              </a:rPr>
              <a:t>LogIn Page</a:t>
            </a:r>
          </a:p>
        </p:txBody>
      </p:sp>
      <p:sp>
        <p:nvSpPr>
          <p:cNvPr id="34" name="Rectangle 33"/>
          <p:cNvSpPr/>
          <p:nvPr/>
        </p:nvSpPr>
        <p:spPr>
          <a:xfrm>
            <a:off x="7752185" y="1944960"/>
            <a:ext cx="1274983" cy="508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GetClientHomePage</a:t>
            </a:r>
          </a:p>
        </p:txBody>
      </p:sp>
      <p:cxnSp>
        <p:nvCxnSpPr>
          <p:cNvPr id="35" name="Straight Connector 34"/>
          <p:cNvCxnSpPr>
            <a:cxnSpLocks/>
            <a:stCxn id="34" idx="2"/>
          </p:cNvCxnSpPr>
          <p:nvPr/>
        </p:nvCxnSpPr>
        <p:spPr>
          <a:xfrm flipH="1">
            <a:off x="8379096" y="2453045"/>
            <a:ext cx="10581" cy="4216315"/>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6" name="Rectangle 35"/>
          <p:cNvSpPr/>
          <p:nvPr/>
        </p:nvSpPr>
        <p:spPr>
          <a:xfrm>
            <a:off x="8226694" y="4653136"/>
            <a:ext cx="304800" cy="100811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37" name="Rectangle 36"/>
          <p:cNvSpPr/>
          <p:nvPr/>
        </p:nvSpPr>
        <p:spPr>
          <a:xfrm>
            <a:off x="8519268" y="2622557"/>
            <a:ext cx="1108425" cy="603176"/>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GetEmployeeHomePage</a:t>
            </a:r>
          </a:p>
        </p:txBody>
      </p:sp>
      <p:cxnSp>
        <p:nvCxnSpPr>
          <p:cNvPr id="38" name="Straight Connector 37"/>
          <p:cNvCxnSpPr>
            <a:cxnSpLocks/>
            <a:stCxn id="37" idx="2"/>
            <a:endCxn id="39" idx="0"/>
          </p:cNvCxnSpPr>
          <p:nvPr/>
        </p:nvCxnSpPr>
        <p:spPr>
          <a:xfrm flipH="1">
            <a:off x="9068200" y="3225733"/>
            <a:ext cx="5281" cy="265655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9" name="Rectangle 38"/>
          <p:cNvSpPr/>
          <p:nvPr/>
        </p:nvSpPr>
        <p:spPr>
          <a:xfrm>
            <a:off x="8915800" y="5882283"/>
            <a:ext cx="304800" cy="62865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42" name="TextBox 41"/>
          <p:cNvSpPr txBox="1"/>
          <p:nvPr/>
        </p:nvSpPr>
        <p:spPr>
          <a:xfrm>
            <a:off x="5096846" y="5034662"/>
            <a:ext cx="2735942"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sp>
        <p:nvSpPr>
          <p:cNvPr id="43" name="TextBox 42"/>
          <p:cNvSpPr txBox="1"/>
          <p:nvPr/>
        </p:nvSpPr>
        <p:spPr>
          <a:xfrm>
            <a:off x="5892974" y="5898758"/>
            <a:ext cx="2871876" cy="338554"/>
          </a:xfrm>
          <a:prstGeom prst="rect">
            <a:avLst/>
          </a:prstGeom>
          <a:noFill/>
        </p:spPr>
        <p:txBody>
          <a:bodyPr wrap="none" rtlCol="0">
            <a:spAutoFit/>
          </a:bodyPr>
          <a:lstStyle/>
          <a:p>
            <a:pPr algn="ctr"/>
            <a:r>
              <a:rPr lang="en-US" sz="1600" dirty="0">
                <a:solidFill>
                  <a:prstClr val="black"/>
                </a:solidFill>
                <a:latin typeface="Calibri"/>
              </a:rPr>
              <a:t>[user.role   == "worker"] redirect</a:t>
            </a:r>
          </a:p>
        </p:txBody>
      </p:sp>
      <p:cxnSp>
        <p:nvCxnSpPr>
          <p:cNvPr id="44" name="Straight Arrow Connector 43"/>
          <p:cNvCxnSpPr/>
          <p:nvPr/>
        </p:nvCxnSpPr>
        <p:spPr>
          <a:xfrm>
            <a:off x="2855641" y="5445224"/>
            <a:ext cx="534689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8" name="Straight Arrow Connector 47"/>
          <p:cNvCxnSpPr>
            <a:cxnSpLocks/>
          </p:cNvCxnSpPr>
          <p:nvPr/>
        </p:nvCxnSpPr>
        <p:spPr>
          <a:xfrm>
            <a:off x="2927648" y="6309320"/>
            <a:ext cx="5988152"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40" name="Titolo 1">
            <a:extLst>
              <a:ext uri="{FF2B5EF4-FFF2-40B4-BE49-F238E27FC236}">
                <a16:creationId xmlns:a16="http://schemas.microsoft.com/office/drawing/2014/main" id="{85E86413-F3C7-401C-BBD9-C166B9FAB693}"/>
              </a:ext>
            </a:extLst>
          </p:cNvPr>
          <p:cNvSpPr txBox="1">
            <a:spLocks/>
          </p:cNvSpPr>
          <p:nvPr/>
        </p:nvSpPr>
        <p:spPr>
          <a:xfrm>
            <a:off x="838200" y="133574"/>
            <a:ext cx="10515600" cy="80327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it-IT" sz="3600" dirty="0"/>
              <a:t>Event: login</a:t>
            </a:r>
          </a:p>
        </p:txBody>
      </p:sp>
    </p:spTree>
    <p:extLst>
      <p:ext uri="{BB962C8B-B14F-4D97-AF65-F5344CB8AC3E}">
        <p14:creationId xmlns:p14="http://schemas.microsoft.com/office/powerpoint/2010/main" val="3425753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3277766"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solidFill>
                  <a:prstClr val="black"/>
                </a:solidFill>
                <a:latin typeface="Calibri"/>
              </a:rPr>
              <a:t>GetClientHomePage</a:t>
            </a:r>
          </a:p>
        </p:txBody>
      </p:sp>
      <p:cxnSp>
        <p:nvCxnSpPr>
          <p:cNvPr id="11" name="Straight Connector 10"/>
          <p:cNvCxnSpPr>
            <a:stCxn id="10" idx="2"/>
          </p:cNvCxnSpPr>
          <p:nvPr/>
        </p:nvCxnSpPr>
        <p:spPr>
          <a:xfrm flipH="1">
            <a:off x="3919835" y="1649760"/>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4" name="Rectangle 13"/>
          <p:cNvSpPr/>
          <p:nvPr/>
        </p:nvSpPr>
        <p:spPr>
          <a:xfrm>
            <a:off x="3752275" y="2120528"/>
            <a:ext cx="288032" cy="336168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17" name="Rectangle 16"/>
          <p:cNvSpPr/>
          <p:nvPr/>
        </p:nvSpPr>
        <p:spPr>
          <a:xfrm>
            <a:off x="4799857"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Session</a:t>
            </a:r>
          </a:p>
        </p:txBody>
      </p:sp>
      <p:cxnSp>
        <p:nvCxnSpPr>
          <p:cNvPr id="18" name="Straight Connector 17"/>
          <p:cNvCxnSpPr>
            <a:stCxn id="17" idx="2"/>
          </p:cNvCxnSpPr>
          <p:nvPr/>
        </p:nvCxnSpPr>
        <p:spPr>
          <a:xfrm flipH="1">
            <a:off x="5441926" y="1649760"/>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9" name="Rectangle 18"/>
          <p:cNvSpPr/>
          <p:nvPr/>
        </p:nvSpPr>
        <p:spPr>
          <a:xfrm>
            <a:off x="5274366" y="2640732"/>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0" name="Straight Arrow Connector 19"/>
          <p:cNvCxnSpPr/>
          <p:nvPr/>
        </p:nvCxnSpPr>
        <p:spPr>
          <a:xfrm>
            <a:off x="4057075" y="2812876"/>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40308" y="2889921"/>
            <a:ext cx="1386459" cy="584775"/>
          </a:xfrm>
          <a:prstGeom prst="rect">
            <a:avLst/>
          </a:prstGeom>
          <a:noFill/>
        </p:spPr>
        <p:txBody>
          <a:bodyPr wrap="square" rtlCol="0">
            <a:spAutoFit/>
          </a:bodyPr>
          <a:lstStyle/>
          <a:p>
            <a:r>
              <a:rPr lang="en-US" sz="1600" dirty="0">
                <a:solidFill>
                  <a:prstClr val="black"/>
                </a:solidFill>
                <a:latin typeface="Calibri"/>
              </a:rPr>
              <a:t>getAttribute </a:t>
            </a:r>
            <a:br>
              <a:rPr lang="en-US" sz="1600" dirty="0">
                <a:solidFill>
                  <a:prstClr val="black"/>
                </a:solidFill>
                <a:latin typeface="Calibri"/>
              </a:rPr>
            </a:br>
            <a:r>
              <a:rPr lang="en-US" sz="1600" dirty="0">
                <a:solidFill>
                  <a:prstClr val="black"/>
                </a:solidFill>
                <a:latin typeface="Calibri"/>
              </a:rPr>
              <a:t>("username")</a:t>
            </a:r>
          </a:p>
        </p:txBody>
      </p:sp>
      <p:sp>
        <p:nvSpPr>
          <p:cNvPr id="22" name="Rectangle 21"/>
          <p:cNvSpPr/>
          <p:nvPr/>
        </p:nvSpPr>
        <p:spPr>
          <a:xfrm>
            <a:off x="6312025"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solidFill>
                  <a:prstClr val="black"/>
                </a:solidFill>
                <a:latin typeface="Calibri"/>
              </a:rPr>
              <a:t>LogInPage.html</a:t>
            </a:r>
          </a:p>
        </p:txBody>
      </p:sp>
      <p:cxnSp>
        <p:nvCxnSpPr>
          <p:cNvPr id="23" name="Straight Connector 22"/>
          <p:cNvCxnSpPr>
            <a:stCxn id="22" idx="2"/>
          </p:cNvCxnSpPr>
          <p:nvPr/>
        </p:nvCxnSpPr>
        <p:spPr>
          <a:xfrm flipH="1">
            <a:off x="6938934" y="1649760"/>
            <a:ext cx="30316"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24" name="Rectangle 23"/>
          <p:cNvSpPr/>
          <p:nvPr/>
        </p:nvSpPr>
        <p:spPr>
          <a:xfrm>
            <a:off x="6786534" y="1809800"/>
            <a:ext cx="304800" cy="237626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5" name="Straight Arrow Connector 24"/>
          <p:cNvCxnSpPr/>
          <p:nvPr/>
        </p:nvCxnSpPr>
        <p:spPr>
          <a:xfrm flipV="1">
            <a:off x="4057076" y="2287434"/>
            <a:ext cx="2729459" cy="493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67809" y="1809801"/>
            <a:ext cx="2255593" cy="792781"/>
          </a:xfrm>
          <a:prstGeom prst="rect">
            <a:avLst/>
          </a:prstGeom>
          <a:noFill/>
        </p:spPr>
        <p:txBody>
          <a:bodyPr wrap="square" rtlCol="0">
            <a:spAutoFit/>
          </a:bodyPr>
          <a:lstStyle/>
          <a:p>
            <a:pPr algn="ctr">
              <a:lnSpc>
                <a:spcPct val="150000"/>
              </a:lnSpc>
            </a:pPr>
            <a:r>
              <a:rPr lang="en-US" sz="1600" dirty="0">
                <a:solidFill>
                  <a:prstClr val="black"/>
                </a:solidFill>
                <a:latin typeface="Calibri"/>
              </a:rPr>
              <a:t>[session.isNew  ||</a:t>
            </a:r>
            <a:br>
              <a:rPr lang="en-US" sz="1600" dirty="0">
                <a:solidFill>
                  <a:prstClr val="black"/>
                </a:solidFill>
                <a:latin typeface="Calibri"/>
              </a:rPr>
            </a:br>
            <a:r>
              <a:rPr lang="en-US" sz="1600" dirty="0">
                <a:solidFill>
                  <a:prstClr val="black"/>
                </a:solidFill>
                <a:latin typeface="Calibri"/>
              </a:rPr>
              <a:t>user == null ] redirect</a:t>
            </a:r>
          </a:p>
        </p:txBody>
      </p:sp>
      <p:sp>
        <p:nvSpPr>
          <p:cNvPr id="34" name="Rectangle 33"/>
          <p:cNvSpPr/>
          <p:nvPr/>
        </p:nvSpPr>
        <p:spPr>
          <a:xfrm>
            <a:off x="8021910" y="1305744"/>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dirty="0">
                <a:solidFill>
                  <a:prstClr val="black"/>
                </a:solidFill>
                <a:latin typeface="Calibri"/>
              </a:rPr>
              <a:t>HomePageClient.</a:t>
            </a:r>
            <a:br>
              <a:rPr lang="en-US" sz="1200" dirty="0">
                <a:solidFill>
                  <a:prstClr val="black"/>
                </a:solidFill>
                <a:latin typeface="Calibri"/>
              </a:rPr>
            </a:br>
            <a:r>
              <a:rPr lang="en-US" sz="1200" dirty="0">
                <a:solidFill>
                  <a:prstClr val="black"/>
                </a:solidFill>
                <a:latin typeface="Calibri"/>
              </a:rPr>
              <a:t>html</a:t>
            </a:r>
          </a:p>
        </p:txBody>
      </p:sp>
      <p:cxnSp>
        <p:nvCxnSpPr>
          <p:cNvPr id="35" name="Straight Connector 34"/>
          <p:cNvCxnSpPr>
            <a:stCxn id="34" idx="2"/>
          </p:cNvCxnSpPr>
          <p:nvPr/>
        </p:nvCxnSpPr>
        <p:spPr>
          <a:xfrm flipH="1">
            <a:off x="8648819" y="1686744"/>
            <a:ext cx="30316" cy="411852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6" name="Rectangle 35"/>
          <p:cNvSpPr/>
          <p:nvPr/>
        </p:nvSpPr>
        <p:spPr>
          <a:xfrm>
            <a:off x="8496419" y="4330080"/>
            <a:ext cx="304800" cy="100811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42" name="TextBox 41"/>
          <p:cNvSpPr txBox="1"/>
          <p:nvPr/>
        </p:nvSpPr>
        <p:spPr>
          <a:xfrm>
            <a:off x="4431225" y="5071646"/>
            <a:ext cx="2735942"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sp>
        <p:nvSpPr>
          <p:cNvPr id="43" name="TextBox 42"/>
          <p:cNvSpPr txBox="1"/>
          <p:nvPr/>
        </p:nvSpPr>
        <p:spPr>
          <a:xfrm>
            <a:off x="4368075" y="4186064"/>
            <a:ext cx="2700676"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cxnSp>
        <p:nvCxnSpPr>
          <p:cNvPr id="44" name="Straight Arrow Connector 43"/>
          <p:cNvCxnSpPr/>
          <p:nvPr/>
        </p:nvCxnSpPr>
        <p:spPr>
          <a:xfrm>
            <a:off x="4040308" y="4042048"/>
            <a:ext cx="271254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8" name="Straight Arrow Connector 47"/>
          <p:cNvCxnSpPr/>
          <p:nvPr/>
        </p:nvCxnSpPr>
        <p:spPr>
          <a:xfrm>
            <a:off x="4057075" y="4906144"/>
            <a:ext cx="443934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2506626" y="2817912"/>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494684" y="2188841"/>
            <a:ext cx="1942006" cy="584775"/>
          </a:xfrm>
          <a:prstGeom prst="rect">
            <a:avLst/>
          </a:prstGeom>
          <a:noFill/>
        </p:spPr>
        <p:txBody>
          <a:bodyPr wrap="none" rtlCol="0">
            <a:spAutoFit/>
          </a:bodyPr>
          <a:lstStyle/>
          <a:p>
            <a:pPr algn="ctr"/>
            <a:r>
              <a:rPr lang="en-US" sz="1600" dirty="0">
                <a:solidFill>
                  <a:prstClr val="black"/>
                </a:solidFill>
                <a:latin typeface="Calibri"/>
              </a:rPr>
              <a:t>GET</a:t>
            </a:r>
          </a:p>
          <a:p>
            <a:pPr algn="ctr"/>
            <a:r>
              <a:rPr lang="en-US" sz="1600" dirty="0">
                <a:solidFill>
                  <a:prstClr val="black"/>
                </a:solidFill>
                <a:latin typeface="Calibri"/>
              </a:rPr>
              <a:t>/GetClientHomePage</a:t>
            </a:r>
          </a:p>
        </p:txBody>
      </p:sp>
      <p:sp>
        <p:nvSpPr>
          <p:cNvPr id="61" name="TextBox 60"/>
          <p:cNvSpPr txBox="1"/>
          <p:nvPr/>
        </p:nvSpPr>
        <p:spPr>
          <a:xfrm>
            <a:off x="2177162" y="5993016"/>
            <a:ext cx="8892480" cy="461665"/>
          </a:xfrm>
          <a:prstGeom prst="rect">
            <a:avLst/>
          </a:prstGeom>
          <a:noFill/>
        </p:spPr>
        <p:txBody>
          <a:bodyPr wrap="square" rtlCol="0">
            <a:spAutoFit/>
          </a:bodyPr>
          <a:lstStyle/>
          <a:p>
            <a:r>
              <a:rPr lang="en-US" sz="2400" dirty="0">
                <a:solidFill>
                  <a:prstClr val="black"/>
                </a:solidFill>
                <a:latin typeface="Calibri"/>
              </a:rPr>
              <a:t>The same check is done even if the user’s role is employee</a:t>
            </a:r>
          </a:p>
        </p:txBody>
      </p:sp>
      <p:sp>
        <p:nvSpPr>
          <p:cNvPr id="27" name="Titolo 1">
            <a:extLst>
              <a:ext uri="{FF2B5EF4-FFF2-40B4-BE49-F238E27FC236}">
                <a16:creationId xmlns:a16="http://schemas.microsoft.com/office/drawing/2014/main" id="{2E3BCBCE-7218-5028-7138-75C3CC8676E5}"/>
              </a:ext>
            </a:extLst>
          </p:cNvPr>
          <p:cNvSpPr txBox="1">
            <a:spLocks/>
          </p:cNvSpPr>
          <p:nvPr/>
        </p:nvSpPr>
        <p:spPr>
          <a:xfrm>
            <a:off x="838200" y="133574"/>
            <a:ext cx="10515600" cy="80327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it-IT" sz="3600" dirty="0"/>
              <a:t>Checking if user is logged in</a:t>
            </a:r>
          </a:p>
        </p:txBody>
      </p:sp>
    </p:spTree>
    <p:extLst>
      <p:ext uri="{BB962C8B-B14F-4D97-AF65-F5344CB8AC3E}">
        <p14:creationId xmlns:p14="http://schemas.microsoft.com/office/powerpoint/2010/main" val="181752803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922</TotalTime>
  <Words>2194</Words>
  <Application>Microsoft Office PowerPoint</Application>
  <PresentationFormat>Widescreen</PresentationFormat>
  <Paragraphs>259</Paragraphs>
  <Slides>14</Slides>
  <Notes>0</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14</vt:i4>
      </vt:variant>
    </vt:vector>
  </HeadingPairs>
  <TitlesOfParts>
    <vt:vector size="23" baseType="lpstr">
      <vt:lpstr>Arial</vt:lpstr>
      <vt:lpstr>Baskerville Old Face</vt:lpstr>
      <vt:lpstr>Calibri</vt:lpstr>
      <vt:lpstr>Calibri Light</vt:lpstr>
      <vt:lpstr>Candara</vt:lpstr>
      <vt:lpstr>Courier New</vt:lpstr>
      <vt:lpstr>Wingdings</vt:lpstr>
      <vt:lpstr>Tema di Office</vt:lpstr>
      <vt:lpstr>Office Theme</vt:lpstr>
      <vt:lpstr>PROGETTO TECNOLOGIE INFORMTICHE DEL WEB HTML pure Version - Esercizio 2</vt:lpstr>
      <vt:lpstr>Esercizio 2: gestione preventivi</vt:lpstr>
      <vt:lpstr>Data requirements analysis</vt:lpstr>
      <vt:lpstr>Database design</vt:lpstr>
      <vt:lpstr>Local database schema (1/3)</vt:lpstr>
      <vt:lpstr>Local database schema (2/3)</vt:lpstr>
      <vt:lpstr>Local database schema (3/3)</vt:lpstr>
      <vt:lpstr>Application requirements analysis</vt:lpstr>
      <vt:lpstr>Application design (all)</vt:lpstr>
      <vt:lpstr>Application design (client)</vt:lpstr>
      <vt:lpstr>Application design (employee)</vt:lpstr>
      <vt:lpstr>Components</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Luca Longinotti</dc:creator>
  <cp:lastModifiedBy>Luca Longinotti</cp:lastModifiedBy>
  <cp:revision>1</cp:revision>
  <dcterms:created xsi:type="dcterms:W3CDTF">2022-06-25T17:40:53Z</dcterms:created>
  <dcterms:modified xsi:type="dcterms:W3CDTF">2022-06-28T17:37:18Z</dcterms:modified>
</cp:coreProperties>
</file>