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_rels/presentation.xml.rels" ContentType="application/vnd.openxmlformats-package.relationships+xml"/>
  <Override PartName="/ppt/slideLayouts/_rels/slideLayout19.xml.rels" ContentType="application/vnd.openxmlformats-package.relationships+xml"/>
  <Override PartName="/ppt/slideLayouts/_rels/slideLayout13.xml.rels" ContentType="application/vnd.openxmlformats-package.relationships+xml"/>
  <Override PartName="/ppt/slideLayouts/_rels/slideLayout23.xml.rels" ContentType="application/vnd.openxmlformats-package.relationships+xml"/>
  <Override PartName="/ppt/slideLayouts/_rels/slideLayout30.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10.xml.rels" ContentType="application/vnd.openxmlformats-package.relationships+xml"/>
  <Override PartName="/ppt/slideLayouts/_rels/slideLayout25.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34.xml.rels" ContentType="application/vnd.openxmlformats-package.relationships+xml"/>
  <Override PartName="/ppt/slideLayouts/_rels/slideLayout20.xml.rels" ContentType="application/vnd.openxmlformats-package.relationships+xml"/>
  <Override PartName="/ppt/slideLayouts/_rels/slideLayout35.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4.xml.rels" ContentType="application/vnd.openxmlformats-package.relationships+xml"/>
  <Override PartName="/ppt/slideLayouts/_rels/slideLayout15.xml.rels" ContentType="application/vnd.openxmlformats-package.relationships+xml"/>
  <Override PartName="/ppt/slideLayouts/_rels/slideLayout31.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22.xml.rels" ContentType="application/vnd.openxmlformats-package.relationships+xml"/>
  <Override PartName="/ppt/slideLayouts/_rels/slideLayout28.xml.rels" ContentType="application/vnd.openxmlformats-package.relationships+xml"/>
  <Override PartName="/ppt/slideLayouts/_rels/slideLayout7.xml.rels" ContentType="application/vnd.openxmlformats-package.relationships+xml"/>
  <Override PartName="/ppt/slideLayouts/_rels/slideLayout1.xml.rels" ContentType="application/vnd.openxmlformats-package.relationships+xml"/>
  <Override PartName="/ppt/slideLayouts/_rels/slideLayout6.xml.rels" ContentType="application/vnd.openxmlformats-package.relationships+xml"/>
  <Override PartName="/ppt/slideLayouts/_rels/slideLayout36.xml.rels" ContentType="application/vnd.openxmlformats-package.relationships+xml"/>
  <Override PartName="/ppt/slideLayouts/_rels/slideLayout21.xml.rels" ContentType="application/vnd.openxmlformats-package.relationships+xml"/>
  <Override PartName="/ppt/slideLayouts/_rels/slideLayout27.xml.rels" ContentType="application/vnd.openxmlformats-package.relationships+xml"/>
  <Override PartName="/ppt/slideLayouts/_rels/slideLayout5.xml.rels" ContentType="application/vnd.openxmlformats-package.relationships+xml"/>
  <Override PartName="/ppt/slideLayouts/_rels/slideLayout1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1.xml.rels" ContentType="application/vnd.openxmlformats-package.relationships+xml"/>
  <Override PartName="/ppt/slideLayouts/_rels/slideLayout26.xml.rels" ContentType="application/vnd.openxmlformats-package.relationships+xml"/>
  <Override PartName="/ppt/slideLayouts/slideLayout29.xml" ContentType="application/vnd.openxmlformats-officedocument.presentationml.slideLayout+xml"/>
  <Override PartName="/ppt/slideLayouts/slideLayout9.xml" ContentType="application/vnd.openxmlformats-officedocument.presentationml.slideLayout+xml"/>
  <Override PartName="/ppt/slideLayouts/slideLayout28.xml" ContentType="application/vnd.openxmlformats-officedocument.presentationml.slideLayout+xml"/>
  <Override PartName="/ppt/slideLayouts/slideLayout8.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33.xml" ContentType="application/vnd.openxmlformats-officedocument.presentationml.slideLayout+xml"/>
  <Override PartName="/ppt/slideLayouts/slideLayout10.xml" ContentType="application/vnd.openxmlformats-officedocument.presentationml.slideLayout+xml"/>
  <Override PartName="/ppt/slideLayouts/slideLayout34.xml" ContentType="application/vnd.openxmlformats-officedocument.presentationml.slideLayout+xml"/>
  <Override PartName="/ppt/slideLayouts/slideLayout11.xml" ContentType="application/vnd.openxmlformats-officedocument.presentationml.slideLayout+xml"/>
  <Override PartName="/ppt/slideLayouts/slideLayout35.xml" ContentType="application/vnd.openxmlformats-officedocument.presentationml.slideLayout+xml"/>
  <Override PartName="/ppt/slideLayouts/slideLayout12.xml" ContentType="application/vnd.openxmlformats-officedocument.presentationml.slideLayout+xml"/>
  <Override PartName="/ppt/slideLayouts/slideLayout36.xml" ContentType="application/vnd.openxmlformats-officedocument.presentationml.slideLayout+xml"/>
  <Override PartName="/ppt/slideLayouts/slideLayout26.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5.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2.xml" ContentType="application/vnd.openxmlformats-officedocument.presentationml.slideLayout+xml"/>
  <Override PartName="/ppt/slideLayouts/slideLayout18.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1.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9.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x="12192000" cy="6858000"/>
  <p:notesSz cx="7559675" cy="10691812"/>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6"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it-IT"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8" name="PlaceHolder 2"/>
          <p:cNvSpPr>
            <a:spLocks noGrp="1"/>
          </p:cNvSpPr>
          <p:nvPr>
            <p:ph type="body"/>
          </p:nvPr>
        </p:nvSpPr>
        <p:spPr>
          <a:xfrm>
            <a:off x="609480" y="1604520"/>
            <a:ext cx="10972440" cy="397728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0" name="PlaceHolder 2"/>
          <p:cNvSpPr>
            <a:spLocks noGrp="1"/>
          </p:cNvSpPr>
          <p:nvPr>
            <p:ph type="body"/>
          </p:nvPr>
        </p:nvSpPr>
        <p:spPr>
          <a:xfrm>
            <a:off x="60948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11" name="PlaceHolder 3"/>
          <p:cNvSpPr>
            <a:spLocks noGrp="1"/>
          </p:cNvSpPr>
          <p:nvPr>
            <p:ph type="body"/>
          </p:nvPr>
        </p:nvSpPr>
        <p:spPr>
          <a:xfrm>
            <a:off x="623196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4680"/>
            <a:ext cx="10972440" cy="5297760"/>
          </a:xfrm>
          <a:prstGeom prst="rect">
            <a:avLst/>
          </a:prstGeom>
        </p:spPr>
        <p:txBody>
          <a:bodyPr lIns="0" rIns="0" tIns="0" bIns="0" anchor="ctr">
            <a:noAutofit/>
          </a:bodyPr>
          <a:p>
            <a:pPr algn="ctr"/>
            <a:endParaRPr b="0" lang="it-IT"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5"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6" name="PlaceHolder 3"/>
          <p:cNvSpPr>
            <a:spLocks noGrp="1"/>
          </p:cNvSpPr>
          <p:nvPr>
            <p:ph type="body"/>
          </p:nvPr>
        </p:nvSpPr>
        <p:spPr>
          <a:xfrm>
            <a:off x="623196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17" name="PlaceHolder 4"/>
          <p:cNvSpPr>
            <a:spLocks noGrp="1"/>
          </p:cNvSpPr>
          <p:nvPr>
            <p:ph type="body"/>
          </p:nvPr>
        </p:nvSpPr>
        <p:spPr>
          <a:xfrm>
            <a:off x="60948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9" name="PlaceHolder 2"/>
          <p:cNvSpPr>
            <a:spLocks noGrp="1"/>
          </p:cNvSpPr>
          <p:nvPr>
            <p:ph type="body"/>
          </p:nvPr>
        </p:nvSpPr>
        <p:spPr>
          <a:xfrm>
            <a:off x="60948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20"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21" name="PlaceHolder 4"/>
          <p:cNvSpPr>
            <a:spLocks noGrp="1"/>
          </p:cNvSpPr>
          <p:nvPr>
            <p:ph type="body"/>
          </p:nvPr>
        </p:nvSpPr>
        <p:spPr>
          <a:xfrm>
            <a:off x="623196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23"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24"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25" name="PlaceHolder 4"/>
          <p:cNvSpPr>
            <a:spLocks noGrp="1"/>
          </p:cNvSpPr>
          <p:nvPr>
            <p:ph type="body"/>
          </p:nvPr>
        </p:nvSpPr>
        <p:spPr>
          <a:xfrm>
            <a:off x="609480" y="368208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27" name="PlaceHolder 2"/>
          <p:cNvSpPr>
            <a:spLocks noGrp="1"/>
          </p:cNvSpPr>
          <p:nvPr>
            <p:ph type="body"/>
          </p:nvPr>
        </p:nvSpPr>
        <p:spPr>
          <a:xfrm>
            <a:off x="609480" y="160452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28" name="PlaceHolder 3"/>
          <p:cNvSpPr>
            <a:spLocks noGrp="1"/>
          </p:cNvSpPr>
          <p:nvPr>
            <p:ph type="body"/>
          </p:nvPr>
        </p:nvSpPr>
        <p:spPr>
          <a:xfrm>
            <a:off x="609480" y="368208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30"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1"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2" name="PlaceHolder 4"/>
          <p:cNvSpPr>
            <a:spLocks noGrp="1"/>
          </p:cNvSpPr>
          <p:nvPr>
            <p:ph type="body"/>
          </p:nvPr>
        </p:nvSpPr>
        <p:spPr>
          <a:xfrm>
            <a:off x="60948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3" name="PlaceHolder 5"/>
          <p:cNvSpPr>
            <a:spLocks noGrp="1"/>
          </p:cNvSpPr>
          <p:nvPr>
            <p:ph type="body"/>
          </p:nvPr>
        </p:nvSpPr>
        <p:spPr>
          <a:xfrm>
            <a:off x="623196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35" name="PlaceHolder 2"/>
          <p:cNvSpPr>
            <a:spLocks noGrp="1"/>
          </p:cNvSpPr>
          <p:nvPr>
            <p:ph type="body"/>
          </p:nvPr>
        </p:nvSpPr>
        <p:spPr>
          <a:xfrm>
            <a:off x="60948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6" name="PlaceHolder 3"/>
          <p:cNvSpPr>
            <a:spLocks noGrp="1"/>
          </p:cNvSpPr>
          <p:nvPr>
            <p:ph type="body"/>
          </p:nvPr>
        </p:nvSpPr>
        <p:spPr>
          <a:xfrm>
            <a:off x="431964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7" name="PlaceHolder 4"/>
          <p:cNvSpPr>
            <a:spLocks noGrp="1"/>
          </p:cNvSpPr>
          <p:nvPr>
            <p:ph type="body"/>
          </p:nvPr>
        </p:nvSpPr>
        <p:spPr>
          <a:xfrm>
            <a:off x="802980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8" name="PlaceHolder 5"/>
          <p:cNvSpPr>
            <a:spLocks noGrp="1"/>
          </p:cNvSpPr>
          <p:nvPr>
            <p:ph type="body"/>
          </p:nvPr>
        </p:nvSpPr>
        <p:spPr>
          <a:xfrm>
            <a:off x="60948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39" name="PlaceHolder 6"/>
          <p:cNvSpPr>
            <a:spLocks noGrp="1"/>
          </p:cNvSpPr>
          <p:nvPr>
            <p:ph type="body"/>
          </p:nvPr>
        </p:nvSpPr>
        <p:spPr>
          <a:xfrm>
            <a:off x="431964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40" name="PlaceHolder 7"/>
          <p:cNvSpPr>
            <a:spLocks noGrp="1"/>
          </p:cNvSpPr>
          <p:nvPr>
            <p:ph type="body"/>
          </p:nvPr>
        </p:nvSpPr>
        <p:spPr>
          <a:xfrm>
            <a:off x="802980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47"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it-IT"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49" name="PlaceHolder 2"/>
          <p:cNvSpPr>
            <a:spLocks noGrp="1"/>
          </p:cNvSpPr>
          <p:nvPr>
            <p:ph type="body"/>
          </p:nvPr>
        </p:nvSpPr>
        <p:spPr>
          <a:xfrm>
            <a:off x="609480" y="1604520"/>
            <a:ext cx="10972440" cy="397728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51" name="PlaceHolder 2"/>
          <p:cNvSpPr>
            <a:spLocks noGrp="1"/>
          </p:cNvSpPr>
          <p:nvPr>
            <p:ph type="body"/>
          </p:nvPr>
        </p:nvSpPr>
        <p:spPr>
          <a:xfrm>
            <a:off x="60948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52" name="PlaceHolder 3"/>
          <p:cNvSpPr>
            <a:spLocks noGrp="1"/>
          </p:cNvSpPr>
          <p:nvPr>
            <p:ph type="body"/>
          </p:nvPr>
        </p:nvSpPr>
        <p:spPr>
          <a:xfrm>
            <a:off x="623196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4680"/>
            <a:ext cx="10972440" cy="5297760"/>
          </a:xfrm>
          <a:prstGeom prst="rect">
            <a:avLst/>
          </a:prstGeom>
        </p:spPr>
        <p:txBody>
          <a:bodyPr lIns="0" rIns="0" tIns="0" bIns="0" anchor="ctr">
            <a:noAutofit/>
          </a:bodyPr>
          <a:p>
            <a:pPr algn="ctr"/>
            <a:endParaRPr b="0" lang="it-IT"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56"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57" name="PlaceHolder 3"/>
          <p:cNvSpPr>
            <a:spLocks noGrp="1"/>
          </p:cNvSpPr>
          <p:nvPr>
            <p:ph type="body"/>
          </p:nvPr>
        </p:nvSpPr>
        <p:spPr>
          <a:xfrm>
            <a:off x="623196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58" name="PlaceHolder 4"/>
          <p:cNvSpPr>
            <a:spLocks noGrp="1"/>
          </p:cNvSpPr>
          <p:nvPr>
            <p:ph type="body"/>
          </p:nvPr>
        </p:nvSpPr>
        <p:spPr>
          <a:xfrm>
            <a:off x="60948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60" name="PlaceHolder 2"/>
          <p:cNvSpPr>
            <a:spLocks noGrp="1"/>
          </p:cNvSpPr>
          <p:nvPr>
            <p:ph type="body"/>
          </p:nvPr>
        </p:nvSpPr>
        <p:spPr>
          <a:xfrm>
            <a:off x="60948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61"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62" name="PlaceHolder 4"/>
          <p:cNvSpPr>
            <a:spLocks noGrp="1"/>
          </p:cNvSpPr>
          <p:nvPr>
            <p:ph type="body"/>
          </p:nvPr>
        </p:nvSpPr>
        <p:spPr>
          <a:xfrm>
            <a:off x="623196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64"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65"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66" name="PlaceHolder 4"/>
          <p:cNvSpPr>
            <a:spLocks noGrp="1"/>
          </p:cNvSpPr>
          <p:nvPr>
            <p:ph type="body"/>
          </p:nvPr>
        </p:nvSpPr>
        <p:spPr>
          <a:xfrm>
            <a:off x="609480" y="368208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68" name="PlaceHolder 2"/>
          <p:cNvSpPr>
            <a:spLocks noGrp="1"/>
          </p:cNvSpPr>
          <p:nvPr>
            <p:ph type="body"/>
          </p:nvPr>
        </p:nvSpPr>
        <p:spPr>
          <a:xfrm>
            <a:off x="609480" y="160452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69" name="PlaceHolder 3"/>
          <p:cNvSpPr>
            <a:spLocks noGrp="1"/>
          </p:cNvSpPr>
          <p:nvPr>
            <p:ph type="body"/>
          </p:nvPr>
        </p:nvSpPr>
        <p:spPr>
          <a:xfrm>
            <a:off x="609480" y="368208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71"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72"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73" name="PlaceHolder 4"/>
          <p:cNvSpPr>
            <a:spLocks noGrp="1"/>
          </p:cNvSpPr>
          <p:nvPr>
            <p:ph type="body"/>
          </p:nvPr>
        </p:nvSpPr>
        <p:spPr>
          <a:xfrm>
            <a:off x="60948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74" name="PlaceHolder 5"/>
          <p:cNvSpPr>
            <a:spLocks noGrp="1"/>
          </p:cNvSpPr>
          <p:nvPr>
            <p:ph type="body"/>
          </p:nvPr>
        </p:nvSpPr>
        <p:spPr>
          <a:xfrm>
            <a:off x="623196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76" name="PlaceHolder 2"/>
          <p:cNvSpPr>
            <a:spLocks noGrp="1"/>
          </p:cNvSpPr>
          <p:nvPr>
            <p:ph type="body"/>
          </p:nvPr>
        </p:nvSpPr>
        <p:spPr>
          <a:xfrm>
            <a:off x="60948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77" name="PlaceHolder 3"/>
          <p:cNvSpPr>
            <a:spLocks noGrp="1"/>
          </p:cNvSpPr>
          <p:nvPr>
            <p:ph type="body"/>
          </p:nvPr>
        </p:nvSpPr>
        <p:spPr>
          <a:xfrm>
            <a:off x="431964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78" name="PlaceHolder 4"/>
          <p:cNvSpPr>
            <a:spLocks noGrp="1"/>
          </p:cNvSpPr>
          <p:nvPr>
            <p:ph type="body"/>
          </p:nvPr>
        </p:nvSpPr>
        <p:spPr>
          <a:xfrm>
            <a:off x="802980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79" name="PlaceHolder 5"/>
          <p:cNvSpPr>
            <a:spLocks noGrp="1"/>
          </p:cNvSpPr>
          <p:nvPr>
            <p:ph type="body"/>
          </p:nvPr>
        </p:nvSpPr>
        <p:spPr>
          <a:xfrm>
            <a:off x="60948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80" name="PlaceHolder 6"/>
          <p:cNvSpPr>
            <a:spLocks noGrp="1"/>
          </p:cNvSpPr>
          <p:nvPr>
            <p:ph type="body"/>
          </p:nvPr>
        </p:nvSpPr>
        <p:spPr>
          <a:xfrm>
            <a:off x="431964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81" name="PlaceHolder 7"/>
          <p:cNvSpPr>
            <a:spLocks noGrp="1"/>
          </p:cNvSpPr>
          <p:nvPr>
            <p:ph type="body"/>
          </p:nvPr>
        </p:nvSpPr>
        <p:spPr>
          <a:xfrm>
            <a:off x="802980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88"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it-IT"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90" name="PlaceHolder 2"/>
          <p:cNvSpPr>
            <a:spLocks noGrp="1"/>
          </p:cNvSpPr>
          <p:nvPr>
            <p:ph type="body"/>
          </p:nvPr>
        </p:nvSpPr>
        <p:spPr>
          <a:xfrm>
            <a:off x="609480" y="1604520"/>
            <a:ext cx="10972440" cy="397728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92" name="PlaceHolder 2"/>
          <p:cNvSpPr>
            <a:spLocks noGrp="1"/>
          </p:cNvSpPr>
          <p:nvPr>
            <p:ph type="body"/>
          </p:nvPr>
        </p:nvSpPr>
        <p:spPr>
          <a:xfrm>
            <a:off x="60948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93" name="PlaceHolder 3"/>
          <p:cNvSpPr>
            <a:spLocks noGrp="1"/>
          </p:cNvSpPr>
          <p:nvPr>
            <p:ph type="body"/>
          </p:nvPr>
        </p:nvSpPr>
        <p:spPr>
          <a:xfrm>
            <a:off x="623196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609480" y="274680"/>
            <a:ext cx="10972440" cy="5297760"/>
          </a:xfrm>
          <a:prstGeom prst="rect">
            <a:avLst/>
          </a:prstGeom>
        </p:spPr>
        <p:txBody>
          <a:bodyPr lIns="0" rIns="0" tIns="0" bIns="0" anchor="ctr">
            <a:noAutofit/>
          </a:bodyPr>
          <a:p>
            <a:pPr algn="ctr"/>
            <a:endParaRPr b="0" lang="it-IT"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97"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98" name="PlaceHolder 3"/>
          <p:cNvSpPr>
            <a:spLocks noGrp="1"/>
          </p:cNvSpPr>
          <p:nvPr>
            <p:ph type="body"/>
          </p:nvPr>
        </p:nvSpPr>
        <p:spPr>
          <a:xfrm>
            <a:off x="623196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99" name="PlaceHolder 4"/>
          <p:cNvSpPr>
            <a:spLocks noGrp="1"/>
          </p:cNvSpPr>
          <p:nvPr>
            <p:ph type="body"/>
          </p:nvPr>
        </p:nvSpPr>
        <p:spPr>
          <a:xfrm>
            <a:off x="60948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01" name="PlaceHolder 2"/>
          <p:cNvSpPr>
            <a:spLocks noGrp="1"/>
          </p:cNvSpPr>
          <p:nvPr>
            <p:ph type="body"/>
          </p:nvPr>
        </p:nvSpPr>
        <p:spPr>
          <a:xfrm>
            <a:off x="609480" y="1604520"/>
            <a:ext cx="5354280" cy="3977280"/>
          </a:xfrm>
          <a:prstGeom prst="rect">
            <a:avLst/>
          </a:prstGeom>
        </p:spPr>
        <p:txBody>
          <a:bodyPr lIns="0" rIns="0" tIns="0" bIns="0">
            <a:normAutofit/>
          </a:bodyPr>
          <a:p>
            <a:endParaRPr b="0" lang="it-IT" sz="3200" spc="-1" strike="noStrike">
              <a:solidFill>
                <a:srgbClr val="000000"/>
              </a:solidFill>
              <a:latin typeface="Calibri"/>
            </a:endParaRPr>
          </a:p>
        </p:txBody>
      </p:sp>
      <p:sp>
        <p:nvSpPr>
          <p:cNvPr id="102"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03" name="PlaceHolder 4"/>
          <p:cNvSpPr>
            <a:spLocks noGrp="1"/>
          </p:cNvSpPr>
          <p:nvPr>
            <p:ph type="body"/>
          </p:nvPr>
        </p:nvSpPr>
        <p:spPr>
          <a:xfrm>
            <a:off x="623196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05"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06"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07" name="PlaceHolder 4"/>
          <p:cNvSpPr>
            <a:spLocks noGrp="1"/>
          </p:cNvSpPr>
          <p:nvPr>
            <p:ph type="body"/>
          </p:nvPr>
        </p:nvSpPr>
        <p:spPr>
          <a:xfrm>
            <a:off x="609480" y="368208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09" name="PlaceHolder 2"/>
          <p:cNvSpPr>
            <a:spLocks noGrp="1"/>
          </p:cNvSpPr>
          <p:nvPr>
            <p:ph type="body"/>
          </p:nvPr>
        </p:nvSpPr>
        <p:spPr>
          <a:xfrm>
            <a:off x="609480" y="160452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10" name="PlaceHolder 3"/>
          <p:cNvSpPr>
            <a:spLocks noGrp="1"/>
          </p:cNvSpPr>
          <p:nvPr>
            <p:ph type="body"/>
          </p:nvPr>
        </p:nvSpPr>
        <p:spPr>
          <a:xfrm>
            <a:off x="609480" y="3682080"/>
            <a:ext cx="109724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12" name="PlaceHolder 2"/>
          <p:cNvSpPr>
            <a:spLocks noGrp="1"/>
          </p:cNvSpPr>
          <p:nvPr>
            <p:ph type="body"/>
          </p:nvPr>
        </p:nvSpPr>
        <p:spPr>
          <a:xfrm>
            <a:off x="60948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13" name="PlaceHolder 3"/>
          <p:cNvSpPr>
            <a:spLocks noGrp="1"/>
          </p:cNvSpPr>
          <p:nvPr>
            <p:ph type="body"/>
          </p:nvPr>
        </p:nvSpPr>
        <p:spPr>
          <a:xfrm>
            <a:off x="6231960" y="160452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14" name="PlaceHolder 4"/>
          <p:cNvSpPr>
            <a:spLocks noGrp="1"/>
          </p:cNvSpPr>
          <p:nvPr>
            <p:ph type="body"/>
          </p:nvPr>
        </p:nvSpPr>
        <p:spPr>
          <a:xfrm>
            <a:off x="60948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15" name="PlaceHolder 5"/>
          <p:cNvSpPr>
            <a:spLocks noGrp="1"/>
          </p:cNvSpPr>
          <p:nvPr>
            <p:ph type="body"/>
          </p:nvPr>
        </p:nvSpPr>
        <p:spPr>
          <a:xfrm>
            <a:off x="6231960" y="3682080"/>
            <a:ext cx="535428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609480" y="274680"/>
            <a:ext cx="10972440" cy="1142640"/>
          </a:xfrm>
          <a:prstGeom prst="rect">
            <a:avLst/>
          </a:prstGeom>
        </p:spPr>
        <p:txBody>
          <a:bodyPr lIns="0" rIns="0" tIns="0" bIns="0" anchor="ctr">
            <a:noAutofit/>
          </a:bodyPr>
          <a:p>
            <a:endParaRPr b="0" lang="it-IT" sz="1800" spc="-1" strike="noStrike">
              <a:solidFill>
                <a:srgbClr val="000000"/>
              </a:solidFill>
              <a:latin typeface="Calibri"/>
            </a:endParaRPr>
          </a:p>
        </p:txBody>
      </p:sp>
      <p:sp>
        <p:nvSpPr>
          <p:cNvPr id="117" name="PlaceHolder 2"/>
          <p:cNvSpPr>
            <a:spLocks noGrp="1"/>
          </p:cNvSpPr>
          <p:nvPr>
            <p:ph type="body"/>
          </p:nvPr>
        </p:nvSpPr>
        <p:spPr>
          <a:xfrm>
            <a:off x="60948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18" name="PlaceHolder 3"/>
          <p:cNvSpPr>
            <a:spLocks noGrp="1"/>
          </p:cNvSpPr>
          <p:nvPr>
            <p:ph type="body"/>
          </p:nvPr>
        </p:nvSpPr>
        <p:spPr>
          <a:xfrm>
            <a:off x="431964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19" name="PlaceHolder 4"/>
          <p:cNvSpPr>
            <a:spLocks noGrp="1"/>
          </p:cNvSpPr>
          <p:nvPr>
            <p:ph type="body"/>
          </p:nvPr>
        </p:nvSpPr>
        <p:spPr>
          <a:xfrm>
            <a:off x="8029800" y="160452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20" name="PlaceHolder 5"/>
          <p:cNvSpPr>
            <a:spLocks noGrp="1"/>
          </p:cNvSpPr>
          <p:nvPr>
            <p:ph type="body"/>
          </p:nvPr>
        </p:nvSpPr>
        <p:spPr>
          <a:xfrm>
            <a:off x="60948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21" name="PlaceHolder 6"/>
          <p:cNvSpPr>
            <a:spLocks noGrp="1"/>
          </p:cNvSpPr>
          <p:nvPr>
            <p:ph type="body"/>
          </p:nvPr>
        </p:nvSpPr>
        <p:spPr>
          <a:xfrm>
            <a:off x="431964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
        <p:nvSpPr>
          <p:cNvPr id="122" name="PlaceHolder 7"/>
          <p:cNvSpPr>
            <a:spLocks noGrp="1"/>
          </p:cNvSpPr>
          <p:nvPr>
            <p:ph type="body"/>
          </p:nvPr>
        </p:nvSpPr>
        <p:spPr>
          <a:xfrm>
            <a:off x="8029800" y="3682080"/>
            <a:ext cx="3533040" cy="1896840"/>
          </a:xfrm>
          <a:prstGeom prst="rect">
            <a:avLst/>
          </a:prstGeom>
        </p:spPr>
        <p:txBody>
          <a:bodyPr lIns="0" rIns="0" tIns="0" bIns="0">
            <a:normAutofit/>
          </a:bodyPr>
          <a:p>
            <a:endParaRPr b="0" lang="it-IT"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p:spPr>
        <p:txBody>
          <a:bodyPr anchor="b">
            <a:noAutofit/>
          </a:bodyPr>
          <a:p>
            <a:pPr algn="ctr">
              <a:lnSpc>
                <a:spcPct val="90000"/>
              </a:lnSpc>
            </a:pPr>
            <a:r>
              <a:rPr b="0" lang="it-IT" sz="6000" spc="-1" strike="noStrike">
                <a:solidFill>
                  <a:srgbClr val="000000"/>
                </a:solidFill>
                <a:latin typeface="Calibri Light"/>
              </a:rPr>
              <a:t>F</a:t>
            </a:r>
            <a:r>
              <a:rPr b="0" lang="it-IT" sz="6000" spc="-1" strike="noStrike">
                <a:solidFill>
                  <a:srgbClr val="000000"/>
                </a:solidFill>
                <a:latin typeface="Calibri Light"/>
              </a:rPr>
              <a:t>a</a:t>
            </a:r>
            <a:r>
              <a:rPr b="0" lang="it-IT" sz="6000" spc="-1" strike="noStrike">
                <a:solidFill>
                  <a:srgbClr val="000000"/>
                </a:solidFill>
                <a:latin typeface="Calibri Light"/>
              </a:rPr>
              <a:t>r</a:t>
            </a:r>
            <a:r>
              <a:rPr b="0" lang="it-IT" sz="6000" spc="-1" strike="noStrike">
                <a:solidFill>
                  <a:srgbClr val="000000"/>
                </a:solidFill>
                <a:latin typeface="Calibri Light"/>
              </a:rPr>
              <a:t>e </a:t>
            </a:r>
            <a:r>
              <a:rPr b="0" lang="it-IT" sz="6000" spc="-1" strike="noStrike">
                <a:solidFill>
                  <a:srgbClr val="000000"/>
                </a:solidFill>
                <a:latin typeface="Calibri Light"/>
              </a:rPr>
              <a:t>cl</a:t>
            </a:r>
            <a:r>
              <a:rPr b="0" lang="it-IT" sz="6000" spc="-1" strike="noStrike">
                <a:solidFill>
                  <a:srgbClr val="000000"/>
                </a:solidFill>
                <a:latin typeface="Calibri Light"/>
              </a:rPr>
              <a:t>ic </a:t>
            </a:r>
            <a:r>
              <a:rPr b="0" lang="it-IT" sz="6000" spc="-1" strike="noStrike">
                <a:solidFill>
                  <a:srgbClr val="000000"/>
                </a:solidFill>
                <a:latin typeface="Calibri Light"/>
              </a:rPr>
              <a:t>p</a:t>
            </a:r>
            <a:r>
              <a:rPr b="0" lang="it-IT" sz="6000" spc="-1" strike="noStrike">
                <a:solidFill>
                  <a:srgbClr val="000000"/>
                </a:solidFill>
                <a:latin typeface="Calibri Light"/>
              </a:rPr>
              <a:t>e</a:t>
            </a:r>
            <a:r>
              <a:rPr b="0" lang="it-IT" sz="6000" spc="-1" strike="noStrike">
                <a:solidFill>
                  <a:srgbClr val="000000"/>
                </a:solidFill>
                <a:latin typeface="Calibri Light"/>
              </a:rPr>
              <a:t>r </a:t>
            </a:r>
            <a:r>
              <a:rPr b="0" lang="it-IT" sz="6000" spc="-1" strike="noStrike">
                <a:solidFill>
                  <a:srgbClr val="000000"/>
                </a:solidFill>
                <a:latin typeface="Calibri Light"/>
              </a:rPr>
              <a:t>m</a:t>
            </a:r>
            <a:r>
              <a:rPr b="0" lang="it-IT" sz="6000" spc="-1" strike="noStrike">
                <a:solidFill>
                  <a:srgbClr val="000000"/>
                </a:solidFill>
                <a:latin typeface="Calibri Light"/>
              </a:rPr>
              <a:t>o</a:t>
            </a:r>
            <a:r>
              <a:rPr b="0" lang="it-IT" sz="6000" spc="-1" strike="noStrike">
                <a:solidFill>
                  <a:srgbClr val="000000"/>
                </a:solidFill>
                <a:latin typeface="Calibri Light"/>
              </a:rPr>
              <a:t>d</a:t>
            </a:r>
            <a:r>
              <a:rPr b="0" lang="it-IT" sz="6000" spc="-1" strike="noStrike">
                <a:solidFill>
                  <a:srgbClr val="000000"/>
                </a:solidFill>
                <a:latin typeface="Calibri Light"/>
              </a:rPr>
              <a:t>i</a:t>
            </a:r>
            <a:r>
              <a:rPr b="0" lang="it-IT" sz="6000" spc="-1" strike="noStrike">
                <a:solidFill>
                  <a:srgbClr val="000000"/>
                </a:solidFill>
                <a:latin typeface="Calibri Light"/>
              </a:rPr>
              <a:t>fi</a:t>
            </a:r>
            <a:r>
              <a:rPr b="0" lang="it-IT" sz="6000" spc="-1" strike="noStrike">
                <a:solidFill>
                  <a:srgbClr val="000000"/>
                </a:solidFill>
                <a:latin typeface="Calibri Light"/>
              </a:rPr>
              <a:t>c</a:t>
            </a:r>
            <a:r>
              <a:rPr b="0" lang="it-IT" sz="6000" spc="-1" strike="noStrike">
                <a:solidFill>
                  <a:srgbClr val="000000"/>
                </a:solidFill>
                <a:latin typeface="Calibri Light"/>
              </a:rPr>
              <a:t>a</a:t>
            </a:r>
            <a:r>
              <a:rPr b="0" lang="it-IT" sz="6000" spc="-1" strike="noStrike">
                <a:solidFill>
                  <a:srgbClr val="000000"/>
                </a:solidFill>
                <a:latin typeface="Calibri Light"/>
              </a:rPr>
              <a:t>r</a:t>
            </a:r>
            <a:r>
              <a:rPr b="0" lang="it-IT" sz="6000" spc="-1" strike="noStrike">
                <a:solidFill>
                  <a:srgbClr val="000000"/>
                </a:solidFill>
                <a:latin typeface="Calibri Light"/>
              </a:rPr>
              <a:t>e </a:t>
            </a:r>
            <a:r>
              <a:rPr b="0" lang="it-IT" sz="6000" spc="-1" strike="noStrike">
                <a:solidFill>
                  <a:srgbClr val="000000"/>
                </a:solidFill>
                <a:latin typeface="Calibri Light"/>
              </a:rPr>
              <a:t>l</a:t>
            </a:r>
            <a:r>
              <a:rPr b="0" lang="it-IT" sz="6000" spc="-1" strike="noStrike">
                <a:solidFill>
                  <a:srgbClr val="000000"/>
                </a:solidFill>
                <a:latin typeface="Calibri Light"/>
              </a:rPr>
              <a:t>o </a:t>
            </a:r>
            <a:r>
              <a:rPr b="0" lang="it-IT" sz="6000" spc="-1" strike="noStrike">
                <a:solidFill>
                  <a:srgbClr val="000000"/>
                </a:solidFill>
                <a:latin typeface="Calibri Light"/>
              </a:rPr>
              <a:t>s</a:t>
            </a:r>
            <a:r>
              <a:rPr b="0" lang="it-IT" sz="6000" spc="-1" strike="noStrike">
                <a:solidFill>
                  <a:srgbClr val="000000"/>
                </a:solidFill>
                <a:latin typeface="Calibri Light"/>
              </a:rPr>
              <a:t>ti</a:t>
            </a:r>
            <a:r>
              <a:rPr b="0" lang="it-IT" sz="6000" spc="-1" strike="noStrike">
                <a:solidFill>
                  <a:srgbClr val="000000"/>
                </a:solidFill>
                <a:latin typeface="Calibri Light"/>
              </a:rPr>
              <a:t>l</a:t>
            </a:r>
            <a:r>
              <a:rPr b="0" lang="it-IT" sz="6000" spc="-1" strike="noStrike">
                <a:solidFill>
                  <a:srgbClr val="000000"/>
                </a:solidFill>
                <a:latin typeface="Calibri Light"/>
              </a:rPr>
              <a:t>e </a:t>
            </a:r>
            <a:r>
              <a:rPr b="0" lang="it-IT" sz="6000" spc="-1" strike="noStrike">
                <a:solidFill>
                  <a:srgbClr val="000000"/>
                </a:solidFill>
                <a:latin typeface="Calibri Light"/>
              </a:rPr>
              <a:t>d</a:t>
            </a:r>
            <a:r>
              <a:rPr b="0" lang="it-IT" sz="6000" spc="-1" strike="noStrike">
                <a:solidFill>
                  <a:srgbClr val="000000"/>
                </a:solidFill>
                <a:latin typeface="Calibri Light"/>
              </a:rPr>
              <a:t>e</a:t>
            </a:r>
            <a:r>
              <a:rPr b="0" lang="it-IT" sz="6000" spc="-1" strike="noStrike">
                <a:solidFill>
                  <a:srgbClr val="000000"/>
                </a:solidFill>
                <a:latin typeface="Calibri Light"/>
              </a:rPr>
              <a:t>l </a:t>
            </a:r>
            <a:r>
              <a:rPr b="0" lang="it-IT" sz="6000" spc="-1" strike="noStrike">
                <a:solidFill>
                  <a:srgbClr val="000000"/>
                </a:solidFill>
                <a:latin typeface="Calibri Light"/>
              </a:rPr>
              <a:t>ti</a:t>
            </a:r>
            <a:r>
              <a:rPr b="0" lang="it-IT" sz="6000" spc="-1" strike="noStrike">
                <a:solidFill>
                  <a:srgbClr val="000000"/>
                </a:solidFill>
                <a:latin typeface="Calibri Light"/>
              </a:rPr>
              <a:t>t</a:t>
            </a:r>
            <a:r>
              <a:rPr b="0" lang="it-IT" sz="6000" spc="-1" strike="noStrike">
                <a:solidFill>
                  <a:srgbClr val="000000"/>
                </a:solidFill>
                <a:latin typeface="Calibri Light"/>
              </a:rPr>
              <a:t>o</a:t>
            </a:r>
            <a:r>
              <a:rPr b="0" lang="it-IT" sz="6000" spc="-1" strike="noStrike">
                <a:solidFill>
                  <a:srgbClr val="000000"/>
                </a:solidFill>
                <a:latin typeface="Calibri Light"/>
              </a:rPr>
              <a:t>l</a:t>
            </a:r>
            <a:r>
              <a:rPr b="0" lang="it-IT" sz="6000" spc="-1" strike="noStrike">
                <a:solidFill>
                  <a:srgbClr val="000000"/>
                </a:solidFill>
                <a:latin typeface="Calibri Light"/>
              </a:rPr>
              <a:t>o </a:t>
            </a:r>
            <a:r>
              <a:rPr b="0" lang="it-IT" sz="6000" spc="-1" strike="noStrike">
                <a:solidFill>
                  <a:srgbClr val="000000"/>
                </a:solidFill>
                <a:latin typeface="Calibri Light"/>
              </a:rPr>
              <a:t>d</a:t>
            </a:r>
            <a:r>
              <a:rPr b="0" lang="it-IT" sz="6000" spc="-1" strike="noStrike">
                <a:solidFill>
                  <a:srgbClr val="000000"/>
                </a:solidFill>
                <a:latin typeface="Calibri Light"/>
              </a:rPr>
              <a:t>e</a:t>
            </a:r>
            <a:r>
              <a:rPr b="0" lang="it-IT" sz="6000" spc="-1" strike="noStrike">
                <a:solidFill>
                  <a:srgbClr val="000000"/>
                </a:solidFill>
                <a:latin typeface="Calibri Light"/>
              </a:rPr>
              <a:t>ll</a:t>
            </a:r>
            <a:r>
              <a:rPr b="0" lang="it-IT" sz="6000" spc="-1" strike="noStrike">
                <a:solidFill>
                  <a:srgbClr val="000000"/>
                </a:solidFill>
                <a:latin typeface="Calibri Light"/>
              </a:rPr>
              <a:t>o </a:t>
            </a:r>
            <a:r>
              <a:rPr b="0" lang="it-IT" sz="6000" spc="-1" strike="noStrike">
                <a:solidFill>
                  <a:srgbClr val="000000"/>
                </a:solidFill>
                <a:latin typeface="Calibri Light"/>
              </a:rPr>
              <a:t>s</a:t>
            </a:r>
            <a:r>
              <a:rPr b="0" lang="it-IT" sz="6000" spc="-1" strike="noStrike">
                <a:solidFill>
                  <a:srgbClr val="000000"/>
                </a:solidFill>
                <a:latin typeface="Calibri Light"/>
              </a:rPr>
              <a:t>c</a:t>
            </a:r>
            <a:r>
              <a:rPr b="0" lang="it-IT" sz="6000" spc="-1" strike="noStrike">
                <a:solidFill>
                  <a:srgbClr val="000000"/>
                </a:solidFill>
                <a:latin typeface="Calibri Light"/>
              </a:rPr>
              <a:t>h</a:t>
            </a:r>
            <a:r>
              <a:rPr b="0" lang="it-IT" sz="6000" spc="-1" strike="noStrike">
                <a:solidFill>
                  <a:srgbClr val="000000"/>
                </a:solidFill>
                <a:latin typeface="Calibri Light"/>
              </a:rPr>
              <a:t>e</a:t>
            </a:r>
            <a:r>
              <a:rPr b="0" lang="it-IT" sz="6000" spc="-1" strike="noStrike">
                <a:solidFill>
                  <a:srgbClr val="000000"/>
                </a:solidFill>
                <a:latin typeface="Calibri Light"/>
              </a:rPr>
              <a:t>m</a:t>
            </a:r>
            <a:r>
              <a:rPr b="0" lang="it-IT" sz="6000" spc="-1" strike="noStrike">
                <a:solidFill>
                  <a:srgbClr val="000000"/>
                </a:solidFill>
                <a:latin typeface="Calibri Light"/>
              </a:rPr>
              <a:t>a</a:t>
            </a:r>
            <a:endParaRPr b="0" lang="it-IT" sz="6000" spc="-1" strike="noStrike">
              <a:solidFill>
                <a:srgbClr val="000000"/>
              </a:solidFill>
              <a:latin typeface="Calibri"/>
            </a:endParaRPr>
          </a:p>
        </p:txBody>
      </p:sp>
      <p:sp>
        <p:nvSpPr>
          <p:cNvPr id="1" name="PlaceHolder 2"/>
          <p:cNvSpPr>
            <a:spLocks noGrp="1"/>
          </p:cNvSpPr>
          <p:nvPr>
            <p:ph type="dt"/>
          </p:nvPr>
        </p:nvSpPr>
        <p:spPr>
          <a:xfrm>
            <a:off x="838080" y="6356520"/>
            <a:ext cx="2742840" cy="364680"/>
          </a:xfrm>
          <a:prstGeom prst="rect">
            <a:avLst/>
          </a:prstGeom>
        </p:spPr>
        <p:txBody>
          <a:bodyPr anchor="ctr">
            <a:noAutofit/>
          </a:bodyPr>
          <a:p>
            <a:pPr>
              <a:lnSpc>
                <a:spcPct val="100000"/>
              </a:lnSpc>
            </a:pPr>
            <a:fld id="{A29497C6-BBEF-4281-96D8-54E45BB0A81E}" type="datetime">
              <a:rPr b="0" lang="it-IT" sz="1200" spc="-1" strike="noStrike">
                <a:solidFill>
                  <a:srgbClr val="8b8b8b"/>
                </a:solidFill>
                <a:latin typeface="Calibri"/>
              </a:rPr>
              <a:t>29/06/22</a:t>
            </a:fld>
            <a:endParaRPr b="0" lang="it-IT" sz="1200" spc="-1" strike="noStrike">
              <a:latin typeface="Times New Roman"/>
            </a:endParaRPr>
          </a:p>
        </p:txBody>
      </p:sp>
      <p:sp>
        <p:nvSpPr>
          <p:cNvPr id="2" name="PlaceHolder 3"/>
          <p:cNvSpPr>
            <a:spLocks noGrp="1"/>
          </p:cNvSpPr>
          <p:nvPr>
            <p:ph type="ftr"/>
          </p:nvPr>
        </p:nvSpPr>
        <p:spPr>
          <a:xfrm>
            <a:off x="4038480" y="6356520"/>
            <a:ext cx="4114440" cy="364680"/>
          </a:xfrm>
          <a:prstGeom prst="rect">
            <a:avLst/>
          </a:prstGeom>
        </p:spPr>
        <p:txBody>
          <a:bodyPr anchor="ctr">
            <a:noAutofit/>
          </a:bodyPr>
          <a:p>
            <a:endParaRPr b="0" lang="it-IT" sz="2400" spc="-1" strike="noStrike">
              <a:latin typeface="Times New Roman"/>
            </a:endParaRPr>
          </a:p>
        </p:txBody>
      </p:sp>
      <p:sp>
        <p:nvSpPr>
          <p:cNvPr id="3" name="PlaceHolder 4"/>
          <p:cNvSpPr>
            <a:spLocks noGrp="1"/>
          </p:cNvSpPr>
          <p:nvPr>
            <p:ph type="sldNum"/>
          </p:nvPr>
        </p:nvSpPr>
        <p:spPr>
          <a:xfrm>
            <a:off x="8610480" y="6356520"/>
            <a:ext cx="2742840" cy="364680"/>
          </a:xfrm>
          <a:prstGeom prst="rect">
            <a:avLst/>
          </a:prstGeom>
        </p:spPr>
        <p:txBody>
          <a:bodyPr anchor="ctr">
            <a:noAutofit/>
          </a:bodyPr>
          <a:p>
            <a:pPr algn="r">
              <a:lnSpc>
                <a:spcPct val="100000"/>
              </a:lnSpc>
            </a:pPr>
            <a:fld id="{7825D982-C047-4016-84EA-6CA26C322C31}" type="slidenum">
              <a:rPr b="0" lang="it-IT" sz="1200" spc="-1" strike="noStrike">
                <a:solidFill>
                  <a:srgbClr val="8b8b8b"/>
                </a:solidFill>
                <a:latin typeface="Calibri"/>
              </a:rPr>
              <a:t>12</a:t>
            </a:fld>
            <a:endParaRPr b="0" lang="it-IT" sz="1200" spc="-1" strike="noStrike">
              <a:latin typeface="Times New Roman"/>
            </a:endParaRPr>
          </a:p>
        </p:txBody>
      </p:sp>
      <p:sp>
        <p:nvSpPr>
          <p:cNvPr id="4" name="PlaceHolder 5"/>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it-IT" sz="2800" spc="-1" strike="noStrike">
                <a:solidFill>
                  <a:srgbClr val="000000"/>
                </a:solidFill>
                <a:latin typeface="Calibri"/>
              </a:rPr>
              <a:t>Fai clic per modificare il formato del testo della struttura</a:t>
            </a:r>
            <a:endParaRPr b="0" lang="it-IT" sz="28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it-IT" sz="2000" spc="-1" strike="noStrike">
                <a:solidFill>
                  <a:srgbClr val="000000"/>
                </a:solidFill>
                <a:latin typeface="Calibri"/>
              </a:rPr>
              <a:t>Secondo livello struttura</a:t>
            </a:r>
            <a:endParaRPr b="0" lang="it-IT" sz="20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it-IT" sz="1800" spc="-1" strike="noStrike">
                <a:solidFill>
                  <a:srgbClr val="000000"/>
                </a:solidFill>
                <a:latin typeface="Calibri"/>
              </a:rPr>
              <a:t>Terzo livello struttura</a:t>
            </a:r>
            <a:endParaRPr b="0" lang="it-IT" sz="18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it-IT" sz="1800" spc="-1" strike="noStrike">
                <a:solidFill>
                  <a:srgbClr val="000000"/>
                </a:solidFill>
                <a:latin typeface="Calibri"/>
              </a:rPr>
              <a:t>Quarto livello struttura</a:t>
            </a:r>
            <a:endParaRPr b="0" lang="it-IT" sz="18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it-IT" sz="2000" spc="-1" strike="noStrike">
                <a:solidFill>
                  <a:srgbClr val="000000"/>
                </a:solidFill>
                <a:latin typeface="Calibri"/>
              </a:rPr>
              <a:t>Quinto livello struttura</a:t>
            </a:r>
            <a:endParaRPr b="0" lang="it-IT"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it-IT" sz="2000" spc="-1" strike="noStrike">
                <a:solidFill>
                  <a:srgbClr val="000000"/>
                </a:solidFill>
                <a:latin typeface="Calibri"/>
              </a:rPr>
              <a:t>Sesto livello struttura</a:t>
            </a:r>
            <a:endParaRPr b="0" lang="it-IT"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it-IT" sz="2000" spc="-1" strike="noStrike">
                <a:solidFill>
                  <a:srgbClr val="000000"/>
                </a:solidFill>
                <a:latin typeface="Calibri"/>
              </a:rPr>
              <a:t>Settimo livello struttura</a:t>
            </a:r>
            <a:endParaRPr b="0" lang="it-IT"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5240" cy="1325160"/>
          </a:xfrm>
          <a:prstGeom prst="rect">
            <a:avLst/>
          </a:prstGeom>
        </p:spPr>
        <p:txBody>
          <a:bodyPr anchor="ctr">
            <a:noAutofit/>
          </a:bodyPr>
          <a:p>
            <a:pPr>
              <a:lnSpc>
                <a:spcPct val="90000"/>
              </a:lnSpc>
            </a:pPr>
            <a:r>
              <a:rPr b="0" lang="it-IT" sz="4400" spc="-1" strike="noStrike">
                <a:solidFill>
                  <a:srgbClr val="000000"/>
                </a:solidFill>
                <a:latin typeface="Calibri Light"/>
              </a:rPr>
              <a:t>Fare </a:t>
            </a:r>
            <a:r>
              <a:rPr b="0" lang="it-IT" sz="4400" spc="-1" strike="noStrike">
                <a:solidFill>
                  <a:srgbClr val="000000"/>
                </a:solidFill>
                <a:latin typeface="Calibri Light"/>
              </a:rPr>
              <a:t>clic </a:t>
            </a:r>
            <a:r>
              <a:rPr b="0" lang="it-IT" sz="4400" spc="-1" strike="noStrike">
                <a:solidFill>
                  <a:srgbClr val="000000"/>
                </a:solidFill>
                <a:latin typeface="Calibri Light"/>
              </a:rPr>
              <a:t>per </a:t>
            </a:r>
            <a:r>
              <a:rPr b="0" lang="it-IT" sz="4400" spc="-1" strike="noStrike">
                <a:solidFill>
                  <a:srgbClr val="000000"/>
                </a:solidFill>
                <a:latin typeface="Calibri Light"/>
              </a:rPr>
              <a:t>modifi</a:t>
            </a:r>
            <a:r>
              <a:rPr b="0" lang="it-IT" sz="4400" spc="-1" strike="noStrike">
                <a:solidFill>
                  <a:srgbClr val="000000"/>
                </a:solidFill>
                <a:latin typeface="Calibri Light"/>
              </a:rPr>
              <a:t>care lo </a:t>
            </a:r>
            <a:r>
              <a:rPr b="0" lang="it-IT" sz="4400" spc="-1" strike="noStrike">
                <a:solidFill>
                  <a:srgbClr val="000000"/>
                </a:solidFill>
                <a:latin typeface="Calibri Light"/>
              </a:rPr>
              <a:t>stile </a:t>
            </a:r>
            <a:r>
              <a:rPr b="0" lang="it-IT" sz="4400" spc="-1" strike="noStrike">
                <a:solidFill>
                  <a:srgbClr val="000000"/>
                </a:solidFill>
                <a:latin typeface="Calibri Light"/>
              </a:rPr>
              <a:t>del </a:t>
            </a:r>
            <a:r>
              <a:rPr b="0" lang="it-IT" sz="4400" spc="-1" strike="noStrike">
                <a:solidFill>
                  <a:srgbClr val="000000"/>
                </a:solidFill>
                <a:latin typeface="Calibri Light"/>
              </a:rPr>
              <a:t>titolo </a:t>
            </a:r>
            <a:r>
              <a:rPr b="0" lang="it-IT" sz="4400" spc="-1" strike="noStrike">
                <a:solidFill>
                  <a:srgbClr val="000000"/>
                </a:solidFill>
                <a:latin typeface="Calibri Light"/>
              </a:rPr>
              <a:t>dello </a:t>
            </a:r>
            <a:r>
              <a:rPr b="0" lang="it-IT" sz="4400" spc="-1" strike="noStrike">
                <a:solidFill>
                  <a:srgbClr val="000000"/>
                </a:solidFill>
                <a:latin typeface="Calibri Light"/>
              </a:rPr>
              <a:t>schem</a:t>
            </a:r>
            <a:r>
              <a:rPr b="0" lang="it-IT" sz="4400" spc="-1" strike="noStrike">
                <a:solidFill>
                  <a:srgbClr val="000000"/>
                </a:solidFill>
                <a:latin typeface="Calibri Light"/>
              </a:rPr>
              <a:t>a</a:t>
            </a:r>
            <a:endParaRPr b="0" lang="it-IT" sz="4400" spc="-1" strike="noStrike">
              <a:solidFill>
                <a:srgbClr val="000000"/>
              </a:solidFill>
              <a:latin typeface="Calibri"/>
            </a:endParaRPr>
          </a:p>
        </p:txBody>
      </p:sp>
      <p:sp>
        <p:nvSpPr>
          <p:cNvPr id="42" name="PlaceHolder 2"/>
          <p:cNvSpPr>
            <a:spLocks noGrp="1"/>
          </p:cNvSpPr>
          <p:nvPr>
            <p:ph type="body"/>
          </p:nvPr>
        </p:nvSpPr>
        <p:spPr>
          <a:xfrm>
            <a:off x="838080" y="1825560"/>
            <a:ext cx="10515240" cy="4350960"/>
          </a:xfrm>
          <a:prstGeom prst="rect">
            <a:avLst/>
          </a:prstGeom>
        </p:spPr>
        <p:txBody>
          <a:bodyPr>
            <a:noAutofit/>
          </a:bodyPr>
          <a:p>
            <a:pPr marL="228600" indent="-228240">
              <a:lnSpc>
                <a:spcPct val="90000"/>
              </a:lnSpc>
              <a:spcBef>
                <a:spcPts val="1001"/>
              </a:spcBef>
              <a:buClr>
                <a:srgbClr val="000000"/>
              </a:buClr>
              <a:buFont typeface="Arial"/>
              <a:buChar char="•"/>
            </a:pPr>
            <a:r>
              <a:rPr b="0" lang="it-IT" sz="2800" spc="-1" strike="noStrike">
                <a:solidFill>
                  <a:srgbClr val="000000"/>
                </a:solidFill>
                <a:latin typeface="Calibri"/>
              </a:rPr>
              <a:t>Fare clic per modificare gli stili del testo dello schema</a:t>
            </a:r>
            <a:endParaRPr b="0" lang="it-IT" sz="2800" spc="-1" strike="noStrike">
              <a:solidFill>
                <a:srgbClr val="000000"/>
              </a:solidFill>
              <a:latin typeface="Calibri"/>
            </a:endParaRPr>
          </a:p>
          <a:p>
            <a:pPr lvl="1" marL="685800" indent="-228240">
              <a:lnSpc>
                <a:spcPct val="90000"/>
              </a:lnSpc>
              <a:spcBef>
                <a:spcPts val="499"/>
              </a:spcBef>
              <a:buClr>
                <a:srgbClr val="000000"/>
              </a:buClr>
              <a:buFont typeface="Arial"/>
              <a:buChar char="•"/>
            </a:pPr>
            <a:r>
              <a:rPr b="0" lang="it-IT" sz="2400" spc="-1" strike="noStrike">
                <a:solidFill>
                  <a:srgbClr val="000000"/>
                </a:solidFill>
                <a:latin typeface="Calibri"/>
              </a:rPr>
              <a:t>Secondo livello</a:t>
            </a:r>
            <a:endParaRPr b="0" lang="it-IT" sz="2400" spc="-1" strike="noStrike">
              <a:solidFill>
                <a:srgbClr val="000000"/>
              </a:solidFill>
              <a:latin typeface="Calibri"/>
            </a:endParaRPr>
          </a:p>
          <a:p>
            <a:pPr lvl="2" marL="1143000" indent="-228240">
              <a:lnSpc>
                <a:spcPct val="90000"/>
              </a:lnSpc>
              <a:spcBef>
                <a:spcPts val="499"/>
              </a:spcBef>
              <a:buClr>
                <a:srgbClr val="000000"/>
              </a:buClr>
              <a:buFont typeface="Arial"/>
              <a:buChar char="•"/>
            </a:pPr>
            <a:r>
              <a:rPr b="0" lang="it-IT" sz="2000" spc="-1" strike="noStrike">
                <a:solidFill>
                  <a:srgbClr val="000000"/>
                </a:solidFill>
                <a:latin typeface="Calibri"/>
              </a:rPr>
              <a:t>Terzo livello</a:t>
            </a:r>
            <a:endParaRPr b="0" lang="it-IT" sz="2000" spc="-1" strike="noStrike">
              <a:solidFill>
                <a:srgbClr val="000000"/>
              </a:solidFill>
              <a:latin typeface="Calibri"/>
            </a:endParaRPr>
          </a:p>
          <a:p>
            <a:pPr lvl="3" marL="1600200" indent="-228240">
              <a:lnSpc>
                <a:spcPct val="90000"/>
              </a:lnSpc>
              <a:spcBef>
                <a:spcPts val="499"/>
              </a:spcBef>
              <a:buClr>
                <a:srgbClr val="000000"/>
              </a:buClr>
              <a:buFont typeface="Arial"/>
              <a:buChar char="•"/>
            </a:pPr>
            <a:r>
              <a:rPr b="0" lang="it-IT" sz="1800" spc="-1" strike="noStrike">
                <a:solidFill>
                  <a:srgbClr val="000000"/>
                </a:solidFill>
                <a:latin typeface="Calibri"/>
              </a:rPr>
              <a:t>Quarto livello</a:t>
            </a:r>
            <a:endParaRPr b="0" lang="it-IT" sz="1800" spc="-1" strike="noStrike">
              <a:solidFill>
                <a:srgbClr val="000000"/>
              </a:solidFill>
              <a:latin typeface="Calibri"/>
            </a:endParaRPr>
          </a:p>
          <a:p>
            <a:pPr lvl="4" marL="2057400" indent="-228240">
              <a:lnSpc>
                <a:spcPct val="90000"/>
              </a:lnSpc>
              <a:spcBef>
                <a:spcPts val="499"/>
              </a:spcBef>
              <a:buClr>
                <a:srgbClr val="000000"/>
              </a:buClr>
              <a:buFont typeface="Arial"/>
              <a:buChar char="•"/>
            </a:pPr>
            <a:r>
              <a:rPr b="0" lang="it-IT" sz="1800" spc="-1" strike="noStrike">
                <a:solidFill>
                  <a:srgbClr val="000000"/>
                </a:solidFill>
                <a:latin typeface="Calibri"/>
              </a:rPr>
              <a:t>Quinto livello</a:t>
            </a:r>
            <a:endParaRPr b="0" lang="it-IT" sz="1800" spc="-1" strike="noStrike">
              <a:solidFill>
                <a:srgbClr val="000000"/>
              </a:solidFill>
              <a:latin typeface="Calibri"/>
            </a:endParaRPr>
          </a:p>
        </p:txBody>
      </p:sp>
      <p:sp>
        <p:nvSpPr>
          <p:cNvPr id="43" name="PlaceHolder 3"/>
          <p:cNvSpPr>
            <a:spLocks noGrp="1"/>
          </p:cNvSpPr>
          <p:nvPr>
            <p:ph type="dt"/>
          </p:nvPr>
        </p:nvSpPr>
        <p:spPr>
          <a:xfrm>
            <a:off x="838080" y="6356520"/>
            <a:ext cx="2742840" cy="364680"/>
          </a:xfrm>
          <a:prstGeom prst="rect">
            <a:avLst/>
          </a:prstGeom>
        </p:spPr>
        <p:txBody>
          <a:bodyPr anchor="ctr">
            <a:noAutofit/>
          </a:bodyPr>
          <a:p>
            <a:pPr>
              <a:lnSpc>
                <a:spcPct val="100000"/>
              </a:lnSpc>
            </a:pPr>
            <a:fld id="{E490967D-FC40-48FD-9A04-0774B8966D7A}" type="datetime">
              <a:rPr b="0" lang="it-IT" sz="1200" spc="-1" strike="noStrike">
                <a:solidFill>
                  <a:srgbClr val="8b8b8b"/>
                </a:solidFill>
                <a:latin typeface="Calibri"/>
              </a:rPr>
              <a:t>29/06/22</a:t>
            </a:fld>
            <a:endParaRPr b="0" lang="it-IT" sz="1200" spc="-1" strike="noStrike">
              <a:latin typeface="Times New Roman"/>
            </a:endParaRPr>
          </a:p>
        </p:txBody>
      </p:sp>
      <p:sp>
        <p:nvSpPr>
          <p:cNvPr id="44" name="PlaceHolder 4"/>
          <p:cNvSpPr>
            <a:spLocks noGrp="1"/>
          </p:cNvSpPr>
          <p:nvPr>
            <p:ph type="ftr"/>
          </p:nvPr>
        </p:nvSpPr>
        <p:spPr>
          <a:xfrm>
            <a:off x="4038480" y="6356520"/>
            <a:ext cx="4114440" cy="364680"/>
          </a:xfrm>
          <a:prstGeom prst="rect">
            <a:avLst/>
          </a:prstGeom>
        </p:spPr>
        <p:txBody>
          <a:bodyPr anchor="ctr">
            <a:noAutofit/>
          </a:bodyPr>
          <a:p>
            <a:endParaRPr b="0" lang="it-IT" sz="2400" spc="-1" strike="noStrike">
              <a:latin typeface="Times New Roman"/>
            </a:endParaRPr>
          </a:p>
        </p:txBody>
      </p:sp>
      <p:sp>
        <p:nvSpPr>
          <p:cNvPr id="45" name="PlaceHolder 5"/>
          <p:cNvSpPr>
            <a:spLocks noGrp="1"/>
          </p:cNvSpPr>
          <p:nvPr>
            <p:ph type="sldNum"/>
          </p:nvPr>
        </p:nvSpPr>
        <p:spPr>
          <a:xfrm>
            <a:off x="8610480" y="6356520"/>
            <a:ext cx="2742840" cy="364680"/>
          </a:xfrm>
          <a:prstGeom prst="rect">
            <a:avLst/>
          </a:prstGeom>
        </p:spPr>
        <p:txBody>
          <a:bodyPr anchor="ctr">
            <a:noAutofit/>
          </a:bodyPr>
          <a:p>
            <a:pPr algn="r">
              <a:lnSpc>
                <a:spcPct val="100000"/>
              </a:lnSpc>
            </a:pPr>
            <a:fld id="{14885352-A92C-43A5-AE0E-DB462ED4BDDF}" type="slidenum">
              <a:rPr b="0" lang="it-IT" sz="1200" spc="-1" strike="noStrike">
                <a:solidFill>
                  <a:srgbClr val="8b8b8b"/>
                </a:solidFill>
                <a:latin typeface="Calibri"/>
              </a:rPr>
              <a:t>&lt;numero&gt;</a:t>
            </a:fld>
            <a:endParaRPr b="0" lang="it-IT" sz="12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609480" y="274680"/>
            <a:ext cx="10972440" cy="1142640"/>
          </a:xfrm>
          <a:prstGeom prst="rect">
            <a:avLst/>
          </a:prstGeom>
        </p:spPr>
        <p:txBody>
          <a:bodyPr anchor="ctr">
            <a:noAutofit/>
          </a:bodyPr>
          <a:p>
            <a:pPr algn="ctr">
              <a:lnSpc>
                <a:spcPct val="100000"/>
              </a:lnSpc>
            </a:pPr>
            <a:r>
              <a:rPr b="0" lang="en-US" sz="4400" spc="-1" strike="noStrike">
                <a:solidFill>
                  <a:srgbClr val="000000"/>
                </a:solidFill>
                <a:latin typeface="Calibri"/>
              </a:rPr>
              <a:t>Click to edit </a:t>
            </a:r>
            <a:r>
              <a:rPr b="0" lang="en-US" sz="4400" spc="-1" strike="noStrike">
                <a:solidFill>
                  <a:srgbClr val="000000"/>
                </a:solidFill>
                <a:latin typeface="Calibri"/>
              </a:rPr>
              <a:t>Master title </a:t>
            </a:r>
            <a:r>
              <a:rPr b="0" lang="en-US" sz="4400" spc="-1" strike="noStrike">
                <a:solidFill>
                  <a:srgbClr val="000000"/>
                </a:solidFill>
                <a:latin typeface="Calibri"/>
              </a:rPr>
              <a:t>style</a:t>
            </a:r>
            <a:endParaRPr b="0" lang="it-IT" sz="4400" spc="-1" strike="noStrike">
              <a:solidFill>
                <a:srgbClr val="000000"/>
              </a:solidFill>
              <a:latin typeface="Calibri"/>
            </a:endParaRPr>
          </a:p>
        </p:txBody>
      </p:sp>
      <p:sp>
        <p:nvSpPr>
          <p:cNvPr id="83" name="PlaceHolder 2"/>
          <p:cNvSpPr>
            <a:spLocks noGrp="1"/>
          </p:cNvSpPr>
          <p:nvPr>
            <p:ph type="dt"/>
          </p:nvPr>
        </p:nvSpPr>
        <p:spPr>
          <a:xfrm>
            <a:off x="609480" y="6356520"/>
            <a:ext cx="2844360" cy="364680"/>
          </a:xfrm>
          <a:prstGeom prst="rect">
            <a:avLst/>
          </a:prstGeom>
        </p:spPr>
        <p:txBody>
          <a:bodyPr anchor="ctr">
            <a:noAutofit/>
          </a:bodyPr>
          <a:p>
            <a:pPr>
              <a:lnSpc>
                <a:spcPct val="100000"/>
              </a:lnSpc>
            </a:pPr>
            <a:fld id="{566AFA35-4582-4690-9979-C28547E95DB1}" type="datetime">
              <a:rPr b="0" lang="en-US" sz="1200" spc="-1" strike="noStrike">
                <a:solidFill>
                  <a:srgbClr val="8b8b8b"/>
                </a:solidFill>
                <a:latin typeface="Calibri"/>
              </a:rPr>
              <a:t>6/29/22</a:t>
            </a:fld>
            <a:endParaRPr b="0" lang="it-IT" sz="1200" spc="-1" strike="noStrike">
              <a:latin typeface="Times New Roman"/>
            </a:endParaRPr>
          </a:p>
        </p:txBody>
      </p:sp>
      <p:sp>
        <p:nvSpPr>
          <p:cNvPr id="84" name="PlaceHolder 3"/>
          <p:cNvSpPr>
            <a:spLocks noGrp="1"/>
          </p:cNvSpPr>
          <p:nvPr>
            <p:ph type="ftr"/>
          </p:nvPr>
        </p:nvSpPr>
        <p:spPr>
          <a:xfrm>
            <a:off x="4165560" y="6356520"/>
            <a:ext cx="3860280" cy="364680"/>
          </a:xfrm>
          <a:prstGeom prst="rect">
            <a:avLst/>
          </a:prstGeom>
        </p:spPr>
        <p:txBody>
          <a:bodyPr anchor="ctr">
            <a:noAutofit/>
          </a:bodyPr>
          <a:p>
            <a:endParaRPr b="0" lang="it-IT" sz="2400" spc="-1" strike="noStrike">
              <a:latin typeface="Times New Roman"/>
            </a:endParaRPr>
          </a:p>
        </p:txBody>
      </p:sp>
      <p:sp>
        <p:nvSpPr>
          <p:cNvPr id="85" name="PlaceHolder 4"/>
          <p:cNvSpPr>
            <a:spLocks noGrp="1"/>
          </p:cNvSpPr>
          <p:nvPr>
            <p:ph type="sldNum"/>
          </p:nvPr>
        </p:nvSpPr>
        <p:spPr>
          <a:xfrm>
            <a:off x="8737560" y="6356520"/>
            <a:ext cx="2844360" cy="364680"/>
          </a:xfrm>
          <a:prstGeom prst="rect">
            <a:avLst/>
          </a:prstGeom>
        </p:spPr>
        <p:txBody>
          <a:bodyPr anchor="ctr">
            <a:noAutofit/>
          </a:bodyPr>
          <a:p>
            <a:pPr algn="r">
              <a:lnSpc>
                <a:spcPct val="100000"/>
              </a:lnSpc>
            </a:pPr>
            <a:fld id="{8A4B4434-A7A6-485E-8C2B-C30A766AD6C5}" type="slidenum">
              <a:rPr b="0" lang="en-US" sz="1200" spc="-1" strike="noStrike">
                <a:solidFill>
                  <a:srgbClr val="8b8b8b"/>
                </a:solidFill>
                <a:latin typeface="Calibri"/>
              </a:rPr>
              <a:t>&lt;numero&gt;</a:t>
            </a:fld>
            <a:endParaRPr b="0" lang="it-IT" sz="1200" spc="-1" strike="noStrike">
              <a:latin typeface="Times New Roman"/>
            </a:endParaRPr>
          </a:p>
        </p:txBody>
      </p:sp>
      <p:sp>
        <p:nvSpPr>
          <p:cNvPr id="86" name="PlaceHolder 5"/>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it-IT" sz="3200" spc="-1" strike="noStrike">
                <a:solidFill>
                  <a:srgbClr val="000000"/>
                </a:solidFill>
                <a:latin typeface="Calibri"/>
              </a:rPr>
              <a:t>Fai clic per modificare il formato del testo della struttura</a:t>
            </a:r>
            <a:endParaRPr b="0" lang="it-IT"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it-IT" sz="2400" spc="-1" strike="noStrike">
                <a:solidFill>
                  <a:srgbClr val="000000"/>
                </a:solidFill>
                <a:latin typeface="Calibri"/>
              </a:rPr>
              <a:t>Secondo livello struttura</a:t>
            </a:r>
            <a:endParaRPr b="0" lang="it-IT"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it-IT" sz="2000" spc="-1" strike="noStrike">
                <a:solidFill>
                  <a:srgbClr val="000000"/>
                </a:solidFill>
                <a:latin typeface="Calibri"/>
              </a:rPr>
              <a:t>Terzo livello struttura</a:t>
            </a:r>
            <a:endParaRPr b="0" lang="it-IT"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it-IT" sz="2000" spc="-1" strike="noStrike">
                <a:solidFill>
                  <a:srgbClr val="000000"/>
                </a:solidFill>
                <a:latin typeface="Calibri"/>
              </a:rPr>
              <a:t>Quarto livello struttura</a:t>
            </a:r>
            <a:endParaRPr b="0" lang="it-IT"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it-IT" sz="2000" spc="-1" strike="noStrike">
                <a:solidFill>
                  <a:srgbClr val="000000"/>
                </a:solidFill>
                <a:latin typeface="Calibri"/>
              </a:rPr>
              <a:t>Quinto livello struttura</a:t>
            </a:r>
            <a:endParaRPr b="0" lang="it-IT"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it-IT" sz="2000" spc="-1" strike="noStrike">
                <a:solidFill>
                  <a:srgbClr val="000000"/>
                </a:solidFill>
                <a:latin typeface="Calibri"/>
              </a:rPr>
              <a:t>Sesto livello struttura</a:t>
            </a:r>
            <a:endParaRPr b="0" lang="it-IT"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it-IT" sz="2000" spc="-1" strike="noStrike">
                <a:solidFill>
                  <a:srgbClr val="000000"/>
                </a:solidFill>
                <a:latin typeface="Calibri"/>
              </a:rPr>
              <a:t>Settimo livello struttura</a:t>
            </a:r>
            <a:endParaRPr b="0" lang="it-IT"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TextShape 1"/>
          <p:cNvSpPr txBox="1"/>
          <p:nvPr/>
        </p:nvSpPr>
        <p:spPr>
          <a:xfrm>
            <a:off x="1523880" y="772200"/>
            <a:ext cx="9143640" cy="3443760"/>
          </a:xfrm>
          <a:prstGeom prst="rect">
            <a:avLst/>
          </a:prstGeom>
          <a:noFill/>
          <a:ln>
            <a:noFill/>
          </a:ln>
        </p:spPr>
        <p:txBody>
          <a:bodyPr anchor="b">
            <a:noAutofit/>
          </a:bodyPr>
          <a:p>
            <a:pPr algn="ctr">
              <a:lnSpc>
                <a:spcPct val="90000"/>
              </a:lnSpc>
            </a:pPr>
            <a:r>
              <a:rPr b="0" lang="it-IT" sz="6000" spc="-1" strike="noStrike">
                <a:solidFill>
                  <a:srgbClr val="000000"/>
                </a:solidFill>
                <a:latin typeface="Calibri Light"/>
              </a:rPr>
              <a:t>PRO</a:t>
            </a:r>
            <a:r>
              <a:rPr b="0" lang="it-IT" sz="6000" spc="-1" strike="noStrike">
                <a:solidFill>
                  <a:srgbClr val="000000"/>
                </a:solidFill>
                <a:latin typeface="Calibri Light"/>
              </a:rPr>
              <a:t>GETT</a:t>
            </a:r>
            <a:r>
              <a:rPr b="0" lang="it-IT" sz="6000" spc="-1" strike="noStrike">
                <a:solidFill>
                  <a:srgbClr val="000000"/>
                </a:solidFill>
                <a:latin typeface="Calibri Light"/>
              </a:rPr>
              <a:t>O </a:t>
            </a:r>
            <a:r>
              <a:rPr b="0" lang="it-IT" sz="6000" spc="-1" strike="noStrike">
                <a:solidFill>
                  <a:srgbClr val="000000"/>
                </a:solidFill>
                <a:latin typeface="Calibri Light"/>
              </a:rPr>
              <a:t>TECN</a:t>
            </a:r>
            <a:r>
              <a:rPr b="0" lang="it-IT" sz="6000" spc="-1" strike="noStrike">
                <a:solidFill>
                  <a:srgbClr val="000000"/>
                </a:solidFill>
                <a:latin typeface="Calibri Light"/>
              </a:rPr>
              <a:t>OLO</a:t>
            </a:r>
            <a:r>
              <a:rPr b="0" lang="it-IT" sz="6000" spc="-1" strike="noStrike">
                <a:solidFill>
                  <a:srgbClr val="000000"/>
                </a:solidFill>
                <a:latin typeface="Calibri Light"/>
              </a:rPr>
              <a:t>GIE </a:t>
            </a:r>
            <a:r>
              <a:rPr b="0" lang="it-IT" sz="6000" spc="-1" strike="noStrike">
                <a:solidFill>
                  <a:srgbClr val="000000"/>
                </a:solidFill>
                <a:latin typeface="Calibri Light"/>
              </a:rPr>
              <a:t>INFO</a:t>
            </a:r>
            <a:r>
              <a:rPr b="0" lang="it-IT" sz="6000" spc="-1" strike="noStrike">
                <a:solidFill>
                  <a:srgbClr val="000000"/>
                </a:solidFill>
                <a:latin typeface="Calibri Light"/>
              </a:rPr>
              <a:t>RMA</a:t>
            </a:r>
            <a:r>
              <a:rPr b="0" lang="it-IT" sz="6000" spc="-1" strike="noStrike">
                <a:solidFill>
                  <a:srgbClr val="000000"/>
                </a:solidFill>
                <a:latin typeface="Calibri Light"/>
              </a:rPr>
              <a:t>TICH</a:t>
            </a:r>
            <a:r>
              <a:rPr b="0" lang="it-IT" sz="6000" spc="-1" strike="noStrike">
                <a:solidFill>
                  <a:srgbClr val="000000"/>
                </a:solidFill>
                <a:latin typeface="Calibri Light"/>
              </a:rPr>
              <a:t>E </a:t>
            </a:r>
            <a:r>
              <a:rPr b="0" lang="it-IT" sz="6000" spc="-1" strike="noStrike">
                <a:solidFill>
                  <a:srgbClr val="000000"/>
                </a:solidFill>
                <a:latin typeface="Calibri Light"/>
              </a:rPr>
              <a:t>DEL </a:t>
            </a:r>
            <a:r>
              <a:rPr b="0" lang="it-IT" sz="6000" spc="-1" strike="noStrike">
                <a:solidFill>
                  <a:srgbClr val="000000"/>
                </a:solidFill>
                <a:latin typeface="Calibri Light"/>
              </a:rPr>
              <a:t>WEB</a:t>
            </a:r>
            <a:br/>
            <a:r>
              <a:rPr b="0" lang="it-IT" sz="1600" spc="-1" strike="noStrike">
                <a:solidFill>
                  <a:srgbClr val="000000"/>
                </a:solidFill>
                <a:latin typeface="Baskerville Old Face"/>
              </a:rPr>
              <a:t>HTML pure Version </a:t>
            </a:r>
            <a:r>
              <a:rPr b="0" lang="it-IT" sz="1600" spc="-1" strike="noStrike">
                <a:solidFill>
                  <a:srgbClr val="000000"/>
                </a:solidFill>
                <a:latin typeface="Calibri Light"/>
              </a:rPr>
              <a:t>- </a:t>
            </a:r>
            <a:r>
              <a:rPr b="0" lang="it-IT" sz="1600" spc="-1" strike="noStrike">
                <a:solidFill>
                  <a:srgbClr val="000000"/>
                </a:solidFill>
                <a:latin typeface="Baskerville Old Face"/>
              </a:rPr>
              <a:t>Esercizio 2</a:t>
            </a:r>
            <a:endParaRPr b="0" lang="it-IT" sz="1600" spc="-1" strike="noStrike">
              <a:solidFill>
                <a:srgbClr val="000000"/>
              </a:solidFill>
              <a:latin typeface="Calibri"/>
            </a:endParaRPr>
          </a:p>
        </p:txBody>
      </p:sp>
      <p:sp>
        <p:nvSpPr>
          <p:cNvPr id="124" name="TextShape 2"/>
          <p:cNvSpPr txBox="1"/>
          <p:nvPr/>
        </p:nvSpPr>
        <p:spPr>
          <a:xfrm>
            <a:off x="1523880" y="4780440"/>
            <a:ext cx="9143640" cy="1655280"/>
          </a:xfrm>
          <a:prstGeom prst="rect">
            <a:avLst/>
          </a:prstGeom>
          <a:noFill/>
          <a:ln>
            <a:noFill/>
          </a:ln>
        </p:spPr>
        <p:txBody>
          <a:bodyPr>
            <a:noAutofit/>
          </a:bodyPr>
          <a:p>
            <a:pPr algn="ctr">
              <a:lnSpc>
                <a:spcPct val="90000"/>
              </a:lnSpc>
              <a:spcBef>
                <a:spcPts val="1001"/>
              </a:spcBef>
              <a:tabLst>
                <a:tab algn="l" pos="0"/>
              </a:tabLst>
            </a:pPr>
            <a:r>
              <a:rPr b="0" lang="it-IT" sz="2400" spc="-1" strike="noStrike">
                <a:solidFill>
                  <a:srgbClr val="000000"/>
                </a:solidFill>
                <a:latin typeface="Candara"/>
              </a:rPr>
              <a:t>Entiol Liko</a:t>
            </a:r>
            <a:endParaRPr b="0" lang="it-IT" sz="2400" spc="-1" strike="noStrike">
              <a:latin typeface="Arial"/>
            </a:endParaRPr>
          </a:p>
          <a:p>
            <a:pPr algn="ctr">
              <a:lnSpc>
                <a:spcPct val="90000"/>
              </a:lnSpc>
              <a:spcBef>
                <a:spcPts val="1001"/>
              </a:spcBef>
              <a:tabLst>
                <a:tab algn="l" pos="0"/>
              </a:tabLst>
            </a:pPr>
            <a:r>
              <a:rPr b="0" lang="it-IT" sz="2400" spc="-1" strike="noStrike">
                <a:solidFill>
                  <a:srgbClr val="000000"/>
                </a:solidFill>
                <a:latin typeface="Candara"/>
              </a:rPr>
              <a:t>Luca Longinotti</a:t>
            </a:r>
            <a:endParaRPr b="0" lang="it-IT" sz="24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TextShape 1"/>
          <p:cNvSpPr txBox="1"/>
          <p:nvPr/>
        </p:nvSpPr>
        <p:spPr>
          <a:xfrm>
            <a:off x="838080" y="36504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Esercizio 2: gestione preventivi</a:t>
            </a:r>
            <a:endParaRPr b="0" lang="it-IT" sz="3600" spc="-1" strike="noStrike">
              <a:solidFill>
                <a:srgbClr val="000000"/>
              </a:solidFill>
              <a:latin typeface="Calibri"/>
            </a:endParaRPr>
          </a:p>
        </p:txBody>
      </p:sp>
      <p:sp>
        <p:nvSpPr>
          <p:cNvPr id="126" name="TextShape 2"/>
          <p:cNvSpPr txBox="1"/>
          <p:nvPr/>
        </p:nvSpPr>
        <p:spPr>
          <a:xfrm>
            <a:off x="838080" y="1168560"/>
            <a:ext cx="10515240" cy="5496840"/>
          </a:xfrm>
          <a:prstGeom prst="rect">
            <a:avLst/>
          </a:prstGeom>
          <a:noFill/>
          <a:ln>
            <a:noFill/>
          </a:ln>
        </p:spPr>
        <p:txBody>
          <a:bodyPr>
            <a:normAutofit fontScale="70000"/>
          </a:bodyPr>
          <a:p>
            <a:pPr>
              <a:lnSpc>
                <a:spcPct val="110000"/>
              </a:lnSpc>
              <a:spcBef>
                <a:spcPts val="1001"/>
              </a:spcBef>
              <a:tabLst>
                <a:tab algn="l" pos="0"/>
              </a:tabLst>
            </a:pPr>
            <a:r>
              <a:rPr b="0" lang="it-IT" sz="1800" spc="-1" strike="noStrike">
                <a:solidFill>
                  <a:srgbClr val="000000"/>
                </a:solidFill>
                <a:latin typeface="Arial"/>
              </a:rPr>
              <a:t>Un’applicazione web consente la gestione di richieste di preventivi per prodotti personalizzati. L’applicazione supporta registrazione e login di clienti e impiegati mediante una pagina pubblica con opportune form. La registrazione controlla l’unicità dello username. Un preventivo è associato a un prodotto, al cliente che l’ha richiesto e all’impiegato che l’ha gestito. Il preventivo comprende una o più opzioni per il prodotto a cui è associato, che devono essere tra quelle disponibili per il prodotto. Un prodotto ha un codice, un’immagine e un nome. Un’opzione ha un codice, un tipo (“normale”, “in offerta”) e un nome. Un preventivo ha un prezzo, definito dall’impiegato. Quando l’utente (cliente o impiegato) accede all’applicazione, appare una LOGIN PAGE, mediante la quale l’utente si autentica con username e password. Quando un cliente fa login, accede a una pagina HOME PAGE CLIENTE che contiene una form per creare un preventivo e l’elenco dei preventivi creati dal cliente. Selezionando uno dei preventivi il cliente ne visualizza i dettagli. Mediante la form di creazione di un preventivo l’utente per prima cosa sceglie il prodotto; scelto il prodotto, la form mostra le opzioni di quel prodotto. L’utente sceglie le opzioni (almeno una) e conferma l’invio del preventivo mediante il bottone INVIA PREVENTIVO. Quando un impiegato effettua il login, accede a una pagina HOME PAGE IMPIEGATO che contiene l’elenco dei preventivi gestiti da lui in precedenza e quello dei preventivi non ancora associati a nessun impiegato. Quando l’impiegato seleziona un elemento dall’elenco dei preventivi non ancora associati a nessuno, compare una pagina PREZZA PREVENTIVO che mostra i dati del cliente (username) e del preventivo e una form per inserire il prezzo del preventivo. Quando l’impiegato inserisce il prezzo e invia i dati con il bottone INVIA PREZZO, compare di nuovo la pagina HOME PAGE IMPIEGATO con gli elenchi dei preventivi aggiornati. Il prezzo definito dall’impiegato risulta visibile al cliente quando questi accede all’elenco dei propri preventivi e visualizza i dettagli del preventivo. La pagina PREZZA PREVENTIVO contiene anche un collegamento per tornare alla HOME PAGE IMPIEGATO. L’applicazione consente il logout dell’utente. </a:t>
            </a:r>
            <a:endParaRPr b="0" lang="it-IT" sz="18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Shape 1"/>
          <p:cNvSpPr txBox="1"/>
          <p:nvPr/>
        </p:nvSpPr>
        <p:spPr>
          <a:xfrm>
            <a:off x="838080" y="365040"/>
            <a:ext cx="10515240" cy="802800"/>
          </a:xfrm>
          <a:prstGeom prst="rect">
            <a:avLst/>
          </a:prstGeom>
          <a:noFill/>
          <a:ln>
            <a:noFill/>
          </a:ln>
        </p:spPr>
        <p:txBody>
          <a:bodyPr anchor="ctr">
            <a:normAutofit/>
          </a:bodyPr>
          <a:p>
            <a:pPr>
              <a:lnSpc>
                <a:spcPct val="90000"/>
              </a:lnSpc>
            </a:pPr>
            <a:r>
              <a:rPr b="0" lang="it-IT" sz="3600" spc="-1" strike="noStrike">
                <a:solidFill>
                  <a:srgbClr val="000000"/>
                </a:solidFill>
                <a:latin typeface="Calibri Light"/>
              </a:rPr>
              <a:t>Dat</a:t>
            </a:r>
            <a:r>
              <a:rPr b="0" lang="it-IT" sz="3600" spc="-1" strike="noStrike">
                <a:solidFill>
                  <a:srgbClr val="000000"/>
                </a:solidFill>
                <a:latin typeface="Calibri Light"/>
              </a:rPr>
              <a:t>a </a:t>
            </a:r>
            <a:r>
              <a:rPr b="0" lang="it-IT" sz="3600" spc="-1" strike="noStrike">
                <a:solidFill>
                  <a:srgbClr val="000000"/>
                </a:solidFill>
                <a:latin typeface="Calibri Light"/>
              </a:rPr>
              <a:t>req</a:t>
            </a:r>
            <a:r>
              <a:rPr b="0" lang="it-IT" sz="3600" spc="-1" strike="noStrike">
                <a:solidFill>
                  <a:srgbClr val="000000"/>
                </a:solidFill>
                <a:latin typeface="Calibri Light"/>
              </a:rPr>
              <a:t>uire</a:t>
            </a:r>
            <a:r>
              <a:rPr b="0" lang="it-IT" sz="3600" spc="-1" strike="noStrike">
                <a:solidFill>
                  <a:srgbClr val="000000"/>
                </a:solidFill>
                <a:latin typeface="Calibri Light"/>
              </a:rPr>
              <a:t>me</a:t>
            </a:r>
            <a:r>
              <a:rPr b="0" lang="it-IT" sz="3600" spc="-1" strike="noStrike">
                <a:solidFill>
                  <a:srgbClr val="000000"/>
                </a:solidFill>
                <a:latin typeface="Calibri Light"/>
              </a:rPr>
              <a:t>nts </a:t>
            </a:r>
            <a:r>
              <a:rPr b="0" lang="it-IT" sz="3600" spc="-1" strike="noStrike">
                <a:solidFill>
                  <a:srgbClr val="000000"/>
                </a:solidFill>
                <a:latin typeface="Calibri Light"/>
              </a:rPr>
              <a:t>anal</a:t>
            </a:r>
            <a:r>
              <a:rPr b="0" lang="it-IT" sz="3600" spc="-1" strike="noStrike">
                <a:solidFill>
                  <a:srgbClr val="000000"/>
                </a:solidFill>
                <a:latin typeface="Calibri Light"/>
              </a:rPr>
              <a:t>ysis</a:t>
            </a:r>
            <a:endParaRPr b="0" lang="it-IT" sz="3600" spc="-1" strike="noStrike">
              <a:solidFill>
                <a:srgbClr val="000000"/>
              </a:solidFill>
              <a:latin typeface="Calibri"/>
            </a:endParaRPr>
          </a:p>
        </p:txBody>
      </p:sp>
      <p:sp>
        <p:nvSpPr>
          <p:cNvPr id="128" name="TextShape 2"/>
          <p:cNvSpPr txBox="1"/>
          <p:nvPr/>
        </p:nvSpPr>
        <p:spPr>
          <a:xfrm>
            <a:off x="838080" y="1168560"/>
            <a:ext cx="10515240" cy="5445360"/>
          </a:xfrm>
          <a:prstGeom prst="rect">
            <a:avLst/>
          </a:prstGeom>
          <a:noFill/>
          <a:ln>
            <a:noFill/>
          </a:ln>
        </p:spPr>
        <p:txBody>
          <a:bodyPr>
            <a:normAutofit fontScale="63000"/>
          </a:bodyPr>
          <a:p>
            <a:pPr>
              <a:lnSpc>
                <a:spcPct val="110000"/>
              </a:lnSpc>
              <a:spcBef>
                <a:spcPts val="1001"/>
              </a:spcBef>
              <a:tabLst>
                <a:tab algn="l" pos="0"/>
              </a:tabLst>
            </a:pPr>
            <a:r>
              <a:rPr b="0" lang="it-IT" sz="1800" spc="-1" strike="noStrike">
                <a:solidFill>
                  <a:srgbClr val="000000"/>
                </a:solidFill>
                <a:latin typeface="Arial"/>
              </a:rPr>
              <a:t>Un’applicazione web consente la gestione di richieste di preventivi per prodotti personalizzati. L’applicazione supporta registrazione e login di clienti e impiegati mediante una pagina pubblica con opportune form. La registrazione controlla l’unicità dello username. </a:t>
            </a:r>
            <a:r>
              <a:rPr b="0" lang="it-IT" sz="1800" spc="-1" strike="noStrike">
                <a:solidFill>
                  <a:srgbClr val="0070c0"/>
                </a:solidFill>
                <a:latin typeface="Arial"/>
              </a:rPr>
              <a:t>Un preventivo è associato a un prodotto</a:t>
            </a:r>
            <a:r>
              <a:rPr b="0" lang="it-IT" sz="1800" spc="-1" strike="noStrike">
                <a:solidFill>
                  <a:srgbClr val="000000"/>
                </a:solidFill>
                <a:latin typeface="Arial"/>
              </a:rPr>
              <a:t>, </a:t>
            </a:r>
            <a:r>
              <a:rPr b="0" lang="it-IT" sz="1800" spc="-1" strike="noStrike">
                <a:solidFill>
                  <a:srgbClr val="0070c0"/>
                </a:solidFill>
                <a:latin typeface="Arial"/>
              </a:rPr>
              <a:t>al cliente che l’ha richiesto e all’impiegato che l’ha gestito</a:t>
            </a:r>
            <a:r>
              <a:rPr b="0" lang="it-IT" sz="1800" spc="-1" strike="noStrike">
                <a:solidFill>
                  <a:srgbClr val="000000"/>
                </a:solidFill>
                <a:latin typeface="Arial"/>
              </a:rPr>
              <a:t>. Il </a:t>
            </a:r>
            <a:r>
              <a:rPr b="0" lang="it-IT" sz="1800" spc="-1" strike="noStrike">
                <a:solidFill>
                  <a:srgbClr val="ff0000"/>
                </a:solidFill>
                <a:latin typeface="Arial"/>
              </a:rPr>
              <a:t>preventivo</a:t>
            </a:r>
            <a:r>
              <a:rPr b="0" lang="it-IT" sz="1800" spc="-1" strike="noStrike">
                <a:solidFill>
                  <a:srgbClr val="000000"/>
                </a:solidFill>
                <a:latin typeface="Arial"/>
              </a:rPr>
              <a:t> </a:t>
            </a:r>
            <a:r>
              <a:rPr b="0" lang="it-IT" sz="1800" spc="-1" strike="noStrike">
                <a:solidFill>
                  <a:srgbClr val="0070c0"/>
                </a:solidFill>
                <a:latin typeface="Arial"/>
              </a:rPr>
              <a:t>comprende una o più opzioni </a:t>
            </a:r>
            <a:r>
              <a:rPr b="0" lang="it-IT" sz="1800" spc="-1" strike="noStrike">
                <a:solidFill>
                  <a:srgbClr val="000000"/>
                </a:solidFill>
                <a:latin typeface="Arial"/>
              </a:rPr>
              <a:t>per il prodotto a cui è associato, che devono essere tra quelle disponibili per il prodotto. Un </a:t>
            </a:r>
            <a:r>
              <a:rPr b="0" lang="it-IT" sz="1800" spc="-1" strike="noStrike">
                <a:solidFill>
                  <a:srgbClr val="ff0000"/>
                </a:solidFill>
                <a:latin typeface="Arial"/>
              </a:rPr>
              <a:t>prodotto</a:t>
            </a:r>
            <a:r>
              <a:rPr b="0" lang="it-IT" sz="1800" spc="-1" strike="noStrike">
                <a:solidFill>
                  <a:srgbClr val="000000"/>
                </a:solidFill>
                <a:latin typeface="Arial"/>
              </a:rPr>
              <a:t> ha un </a:t>
            </a:r>
            <a:r>
              <a:rPr b="0" lang="it-IT" sz="1800" spc="-1" strike="noStrike">
                <a:solidFill>
                  <a:srgbClr val="00b050"/>
                </a:solidFill>
                <a:latin typeface="Arial"/>
              </a:rPr>
              <a:t>codice</a:t>
            </a:r>
            <a:r>
              <a:rPr b="0" lang="it-IT" sz="1800" spc="-1" strike="noStrike">
                <a:solidFill>
                  <a:srgbClr val="000000"/>
                </a:solidFill>
                <a:latin typeface="Arial"/>
              </a:rPr>
              <a:t>, un’</a:t>
            </a:r>
            <a:r>
              <a:rPr b="0" lang="it-IT" sz="1800" spc="-1" strike="noStrike">
                <a:solidFill>
                  <a:srgbClr val="00b050"/>
                </a:solidFill>
                <a:latin typeface="Arial"/>
              </a:rPr>
              <a:t>immagine</a:t>
            </a:r>
            <a:r>
              <a:rPr b="0" lang="it-IT" sz="1800" spc="-1" strike="noStrike">
                <a:solidFill>
                  <a:srgbClr val="000000"/>
                </a:solidFill>
                <a:latin typeface="Arial"/>
              </a:rPr>
              <a:t> e un </a:t>
            </a:r>
            <a:r>
              <a:rPr b="0" lang="it-IT" sz="1800" spc="-1" strike="noStrike">
                <a:solidFill>
                  <a:srgbClr val="00b050"/>
                </a:solidFill>
                <a:latin typeface="Arial"/>
              </a:rPr>
              <a:t>nome</a:t>
            </a:r>
            <a:r>
              <a:rPr b="0" lang="it-IT" sz="1800" spc="-1" strike="noStrike">
                <a:solidFill>
                  <a:srgbClr val="000000"/>
                </a:solidFill>
                <a:latin typeface="Arial"/>
              </a:rPr>
              <a:t>. Un’</a:t>
            </a:r>
            <a:r>
              <a:rPr b="0" lang="it-IT" sz="1800" spc="-1" strike="noStrike">
                <a:solidFill>
                  <a:srgbClr val="ff0000"/>
                </a:solidFill>
                <a:latin typeface="Arial"/>
              </a:rPr>
              <a:t>opzione</a:t>
            </a:r>
            <a:r>
              <a:rPr b="0" lang="it-IT" sz="1800" spc="-1" strike="noStrike">
                <a:solidFill>
                  <a:srgbClr val="000000"/>
                </a:solidFill>
                <a:latin typeface="Arial"/>
              </a:rPr>
              <a:t> ha un </a:t>
            </a:r>
            <a:r>
              <a:rPr b="0" lang="it-IT" sz="1800" spc="-1" strike="noStrike">
                <a:solidFill>
                  <a:srgbClr val="00b050"/>
                </a:solidFill>
                <a:latin typeface="Arial"/>
              </a:rPr>
              <a:t>codice</a:t>
            </a:r>
            <a:r>
              <a:rPr b="0" lang="it-IT" sz="1800" spc="-1" strike="noStrike">
                <a:solidFill>
                  <a:srgbClr val="000000"/>
                </a:solidFill>
                <a:latin typeface="Arial"/>
              </a:rPr>
              <a:t>, un </a:t>
            </a:r>
            <a:r>
              <a:rPr b="0" lang="it-IT" sz="1800" spc="-1" strike="noStrike">
                <a:solidFill>
                  <a:srgbClr val="00b050"/>
                </a:solidFill>
                <a:latin typeface="Arial"/>
              </a:rPr>
              <a:t>tipo</a:t>
            </a:r>
            <a:r>
              <a:rPr b="0" lang="it-IT" sz="1800" spc="-1" strike="noStrike">
                <a:solidFill>
                  <a:srgbClr val="000000"/>
                </a:solidFill>
                <a:latin typeface="Arial"/>
              </a:rPr>
              <a:t> (“normale”, “in offerta”) e un </a:t>
            </a:r>
            <a:r>
              <a:rPr b="0" lang="it-IT" sz="1800" spc="-1" strike="noStrike">
                <a:solidFill>
                  <a:srgbClr val="00b050"/>
                </a:solidFill>
                <a:latin typeface="Arial"/>
              </a:rPr>
              <a:t>nome</a:t>
            </a:r>
            <a:r>
              <a:rPr b="0" lang="it-IT" sz="1800" spc="-1" strike="noStrike">
                <a:solidFill>
                  <a:srgbClr val="000000"/>
                </a:solidFill>
                <a:latin typeface="Arial"/>
              </a:rPr>
              <a:t>. Un preventivo ha un </a:t>
            </a:r>
            <a:r>
              <a:rPr b="0" lang="it-IT" sz="1800" spc="-1" strike="noStrike">
                <a:solidFill>
                  <a:srgbClr val="00b050"/>
                </a:solidFill>
                <a:latin typeface="Arial"/>
              </a:rPr>
              <a:t>prezzo</a:t>
            </a:r>
            <a:r>
              <a:rPr b="0" lang="it-IT" sz="1800" spc="-1" strike="noStrike">
                <a:solidFill>
                  <a:srgbClr val="000000"/>
                </a:solidFill>
                <a:latin typeface="Arial"/>
              </a:rPr>
              <a:t>, definito dall’impiegato. Quando l’utente (cliente o impiegato) accede all’applicazione, appare una LOGIN PAGE, mediante la quale l’utente si autentica con </a:t>
            </a:r>
            <a:r>
              <a:rPr b="0" lang="it-IT" sz="1800" spc="-1" strike="noStrike">
                <a:solidFill>
                  <a:srgbClr val="00b050"/>
                </a:solidFill>
                <a:latin typeface="Arial"/>
              </a:rPr>
              <a:t>username</a:t>
            </a:r>
            <a:r>
              <a:rPr b="0" lang="it-IT" sz="1800" spc="-1" strike="noStrike">
                <a:solidFill>
                  <a:srgbClr val="000000"/>
                </a:solidFill>
                <a:latin typeface="Arial"/>
              </a:rPr>
              <a:t> e </a:t>
            </a:r>
            <a:r>
              <a:rPr b="0" lang="it-IT" sz="1800" spc="-1" strike="noStrike">
                <a:solidFill>
                  <a:srgbClr val="00b050"/>
                </a:solidFill>
                <a:latin typeface="Arial"/>
              </a:rPr>
              <a:t>password</a:t>
            </a:r>
            <a:r>
              <a:rPr b="0" lang="it-IT" sz="1800" spc="-1" strike="noStrike">
                <a:solidFill>
                  <a:srgbClr val="000000"/>
                </a:solidFill>
                <a:latin typeface="Arial"/>
              </a:rPr>
              <a:t>. Quando un </a:t>
            </a:r>
            <a:r>
              <a:rPr b="0" lang="it-IT" sz="1800" spc="-1" strike="noStrike">
                <a:solidFill>
                  <a:srgbClr val="ff0000"/>
                </a:solidFill>
                <a:latin typeface="Arial"/>
              </a:rPr>
              <a:t>cliente</a:t>
            </a:r>
            <a:r>
              <a:rPr b="0" lang="it-IT" sz="1800" spc="-1" strike="noStrike">
                <a:solidFill>
                  <a:srgbClr val="000000"/>
                </a:solidFill>
                <a:latin typeface="Arial"/>
              </a:rPr>
              <a:t> fa login, accede a una pagina HOME PAGE CLIENTE che contiene una form per creare un preventivo e l’elenco dei preventivi creati dal cliente. Selezionando uno dei preventivi il cliente ne visualizza i dettagli. Mediante la form di creazione di un preventivo l’utente per prima cosa sceglie il prodotto; scelto il prodotto, la form mostra le opzioni di quel prodotto. L’utente sceglie le opzioni (almeno una) e conferma l’invio del preventivo mediante il bottone INVIA PREVENTIVO. Quando un </a:t>
            </a:r>
            <a:r>
              <a:rPr b="0" lang="it-IT" sz="1800" spc="-1" strike="noStrike">
                <a:solidFill>
                  <a:srgbClr val="ff0000"/>
                </a:solidFill>
                <a:latin typeface="Arial"/>
              </a:rPr>
              <a:t>impiegato</a:t>
            </a:r>
            <a:r>
              <a:rPr b="0" lang="it-IT" sz="1800" spc="-1" strike="noStrike">
                <a:solidFill>
                  <a:srgbClr val="000000"/>
                </a:solidFill>
                <a:latin typeface="Arial"/>
              </a:rPr>
              <a:t> effettua il login, accede a una pagina HOME PAGE IMPIEGATO che contiene l’elenco dei preventivi gestiti da lui in precedenza e quello dei preventivi non ancora associati a nessun impiegato. Quando l’impiegato seleziona un elemento dall’elenco dei preventivi non ancora associati a nessuno, compare una pagina PREZZA PREVENTIVO che mostra i dati del cliente (username) e del preventivo e una form per inserire il prezzo del preventivo. Quando l’impiegato inserisce il prezzo e invia i dati con il bottone INVIA PREZZO, compare di nuovo la pagina HOME PAGE IMPIEGATO con gli elenchi dei preventivi aggiornati. Il prezzo definito dall’impiegato risulta visibile al cliente quando questi accede all’elenco dei propri preventivi e visualizza i dettagli del preventivo. La pagina PREZZA PREVENTIVO contiene anche un collegamento per tornare alla HOME PAGE IMPIEGATO. L’applicazione consente il logout dell’utente. </a:t>
            </a:r>
            <a:endParaRPr b="0" lang="it-IT" sz="1800" spc="-1" strike="noStrike">
              <a:solidFill>
                <a:srgbClr val="000000"/>
              </a:solidFill>
              <a:latin typeface="Calibri"/>
            </a:endParaRPr>
          </a:p>
          <a:p>
            <a:pPr>
              <a:lnSpc>
                <a:spcPct val="110000"/>
              </a:lnSpc>
              <a:spcBef>
                <a:spcPts val="1001"/>
              </a:spcBef>
              <a:tabLst>
                <a:tab algn="l" pos="0"/>
              </a:tabLst>
            </a:pPr>
            <a:r>
              <a:rPr b="0" lang="it-IT" sz="1800" spc="-1" strike="noStrike">
                <a:solidFill>
                  <a:srgbClr val="ff0000"/>
                </a:solidFill>
                <a:latin typeface="Arial"/>
              </a:rPr>
              <a:t>Entites</a:t>
            </a:r>
            <a:r>
              <a:rPr b="0" lang="it-IT" sz="1800" spc="-1" strike="noStrike">
                <a:solidFill>
                  <a:srgbClr val="000000"/>
                </a:solidFill>
                <a:latin typeface="Arial"/>
              </a:rPr>
              <a:t>, </a:t>
            </a:r>
            <a:r>
              <a:rPr b="0" lang="it-IT" sz="1800" spc="-1" strike="noStrike">
                <a:solidFill>
                  <a:srgbClr val="00b050"/>
                </a:solidFill>
                <a:latin typeface="Arial"/>
              </a:rPr>
              <a:t>attributes</a:t>
            </a:r>
            <a:r>
              <a:rPr b="0" lang="it-IT" sz="1800" spc="-1" strike="noStrike">
                <a:solidFill>
                  <a:srgbClr val="000000"/>
                </a:solidFill>
                <a:latin typeface="Arial"/>
              </a:rPr>
              <a:t>, </a:t>
            </a:r>
            <a:r>
              <a:rPr b="0" lang="it-IT" sz="1800" spc="-1" strike="noStrike">
                <a:solidFill>
                  <a:srgbClr val="0070c0"/>
                </a:solidFill>
                <a:latin typeface="Arial"/>
              </a:rPr>
              <a:t>relationships</a:t>
            </a:r>
            <a:endParaRPr b="0" lang="it-IT" sz="1800" spc="-1" strike="noStrike">
              <a:solidFill>
                <a:srgbClr val="000000"/>
              </a:solidFill>
              <a:latin typeface="Calibri"/>
            </a:endParaRPr>
          </a:p>
          <a:p>
            <a:pPr>
              <a:lnSpc>
                <a:spcPct val="110000"/>
              </a:lnSpc>
              <a:spcBef>
                <a:spcPts val="1001"/>
              </a:spcBef>
              <a:tabLst>
                <a:tab algn="l" pos="0"/>
              </a:tabLst>
            </a:pPr>
            <a:endParaRPr b="0" lang="it-IT" sz="18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Shape 1"/>
          <p:cNvSpPr txBox="1"/>
          <p:nvPr/>
        </p:nvSpPr>
        <p:spPr>
          <a:xfrm>
            <a:off x="838080" y="36504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D</a:t>
            </a:r>
            <a:r>
              <a:rPr b="0" lang="it-IT" sz="3600" spc="-1" strike="noStrike">
                <a:solidFill>
                  <a:srgbClr val="000000"/>
                </a:solidFill>
                <a:latin typeface="Calibri Light"/>
              </a:rPr>
              <a:t>a</a:t>
            </a:r>
            <a:r>
              <a:rPr b="0" lang="it-IT" sz="3600" spc="-1" strike="noStrike">
                <a:solidFill>
                  <a:srgbClr val="000000"/>
                </a:solidFill>
                <a:latin typeface="Calibri Light"/>
              </a:rPr>
              <a:t>t</a:t>
            </a:r>
            <a:r>
              <a:rPr b="0" lang="it-IT" sz="3600" spc="-1" strike="noStrike">
                <a:solidFill>
                  <a:srgbClr val="000000"/>
                </a:solidFill>
                <a:latin typeface="Calibri Light"/>
              </a:rPr>
              <a:t>a</a:t>
            </a:r>
            <a:r>
              <a:rPr b="0" lang="it-IT" sz="3600" spc="-1" strike="noStrike">
                <a:solidFill>
                  <a:srgbClr val="000000"/>
                </a:solidFill>
                <a:latin typeface="Calibri Light"/>
              </a:rPr>
              <a:t>b</a:t>
            </a:r>
            <a:r>
              <a:rPr b="0" lang="it-IT" sz="3600" spc="-1" strike="noStrike">
                <a:solidFill>
                  <a:srgbClr val="000000"/>
                </a:solidFill>
                <a:latin typeface="Calibri Light"/>
              </a:rPr>
              <a:t>a</a:t>
            </a:r>
            <a:r>
              <a:rPr b="0" lang="it-IT" sz="3600" spc="-1" strike="noStrike">
                <a:solidFill>
                  <a:srgbClr val="000000"/>
                </a:solidFill>
                <a:latin typeface="Calibri Light"/>
              </a:rPr>
              <a:t>s</a:t>
            </a:r>
            <a:r>
              <a:rPr b="0" lang="it-IT" sz="3600" spc="-1" strike="noStrike">
                <a:solidFill>
                  <a:srgbClr val="000000"/>
                </a:solidFill>
                <a:latin typeface="Calibri Light"/>
              </a:rPr>
              <a:t>e</a:t>
            </a:r>
            <a:r>
              <a:rPr b="0" lang="it-IT" sz="3600" spc="-1" strike="noStrike">
                <a:solidFill>
                  <a:srgbClr val="000000"/>
                </a:solidFill>
                <a:latin typeface="Calibri Light"/>
              </a:rPr>
              <a:t> </a:t>
            </a:r>
            <a:r>
              <a:rPr b="0" lang="it-IT" sz="3600" spc="-1" strike="noStrike">
                <a:solidFill>
                  <a:srgbClr val="000000"/>
                </a:solidFill>
                <a:latin typeface="Calibri Light"/>
              </a:rPr>
              <a:t>d</a:t>
            </a:r>
            <a:r>
              <a:rPr b="0" lang="it-IT" sz="3600" spc="-1" strike="noStrike">
                <a:solidFill>
                  <a:srgbClr val="000000"/>
                </a:solidFill>
                <a:latin typeface="Calibri Light"/>
              </a:rPr>
              <a:t>e</a:t>
            </a:r>
            <a:r>
              <a:rPr b="0" lang="it-IT" sz="3600" spc="-1" strike="noStrike">
                <a:solidFill>
                  <a:srgbClr val="000000"/>
                </a:solidFill>
                <a:latin typeface="Calibri Light"/>
              </a:rPr>
              <a:t>s</a:t>
            </a:r>
            <a:r>
              <a:rPr b="0" lang="it-IT" sz="3600" spc="-1" strike="noStrike">
                <a:solidFill>
                  <a:srgbClr val="000000"/>
                </a:solidFill>
                <a:latin typeface="Calibri Light"/>
              </a:rPr>
              <a:t>i</a:t>
            </a:r>
            <a:r>
              <a:rPr b="0" lang="it-IT" sz="3600" spc="-1" strike="noStrike">
                <a:solidFill>
                  <a:srgbClr val="000000"/>
                </a:solidFill>
                <a:latin typeface="Calibri Light"/>
              </a:rPr>
              <a:t>g</a:t>
            </a:r>
            <a:r>
              <a:rPr b="0" lang="it-IT" sz="3600" spc="-1" strike="noStrike">
                <a:solidFill>
                  <a:srgbClr val="000000"/>
                </a:solidFill>
                <a:latin typeface="Calibri Light"/>
              </a:rPr>
              <a:t>n</a:t>
            </a:r>
            <a:endParaRPr b="0" lang="it-IT" sz="3600" spc="-1" strike="noStrike">
              <a:solidFill>
                <a:srgbClr val="000000"/>
              </a:solidFill>
              <a:latin typeface="Calibri"/>
            </a:endParaRPr>
          </a:p>
        </p:txBody>
      </p:sp>
      <p:sp>
        <p:nvSpPr>
          <p:cNvPr id="130" name="CustomShape 2"/>
          <p:cNvSpPr/>
          <p:nvPr/>
        </p:nvSpPr>
        <p:spPr>
          <a:xfrm>
            <a:off x="9609120" y="2168280"/>
            <a:ext cx="1043280" cy="525960"/>
          </a:xfrm>
          <a:prstGeom prst="rect">
            <a:avLst/>
          </a:prstGeom>
          <a:solidFill>
            <a:schemeClr val="bg1"/>
          </a:solidFill>
          <a:ln w="28440">
            <a:solidFill>
              <a:schemeClr val="accent1"/>
            </a:solidFill>
          </a:ln>
        </p:spPr>
        <p:style>
          <a:lnRef idx="2">
            <a:schemeClr val="dk1">
              <a:shade val="50000"/>
            </a:schemeClr>
          </a:lnRef>
          <a:fillRef idx="1">
            <a:schemeClr val="dk1"/>
          </a:fillRef>
          <a:effectRef idx="0">
            <a:schemeClr val="dk1"/>
          </a:effectRef>
          <a:fontRef idx="minor"/>
        </p:style>
        <p:txBody>
          <a:bodyPr lIns="90000" rIns="90000" tIns="45000" bIns="45000" anchor="ctr">
            <a:noAutofit/>
          </a:bodyPr>
          <a:p>
            <a:pPr algn="ctr">
              <a:lnSpc>
                <a:spcPct val="100000"/>
              </a:lnSpc>
            </a:pPr>
            <a:r>
              <a:rPr b="0" lang="it-IT" sz="1800" spc="-1" strike="noStrike">
                <a:solidFill>
                  <a:srgbClr val="000000"/>
                </a:solidFill>
                <a:latin typeface="Calibri"/>
              </a:rPr>
              <a:t>Client</a:t>
            </a:r>
            <a:endParaRPr b="0" lang="it-IT" sz="1800" spc="-1" strike="noStrike">
              <a:latin typeface="Arial"/>
            </a:endParaRPr>
          </a:p>
        </p:txBody>
      </p:sp>
      <p:sp>
        <p:nvSpPr>
          <p:cNvPr id="131" name="CustomShape 3"/>
          <p:cNvSpPr/>
          <p:nvPr/>
        </p:nvSpPr>
        <p:spPr>
          <a:xfrm>
            <a:off x="10130760" y="1577160"/>
            <a:ext cx="749520" cy="39420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Password</a:t>
            </a:r>
            <a:endParaRPr b="0" lang="it-IT" sz="1000" spc="-1" strike="noStrike">
              <a:latin typeface="Arial"/>
            </a:endParaRPr>
          </a:p>
        </p:txBody>
      </p:sp>
      <p:sp>
        <p:nvSpPr>
          <p:cNvPr id="132" name="Line 4"/>
          <p:cNvSpPr/>
          <p:nvPr/>
        </p:nvSpPr>
        <p:spPr>
          <a:xfrm flipH="1" flipV="1">
            <a:off x="8508960" y="2425680"/>
            <a:ext cx="1099800" cy="5400"/>
          </a:xfrm>
          <a:prstGeom prst="line">
            <a:avLst/>
          </a:prstGeom>
          <a:ln/>
        </p:spPr>
        <p:style>
          <a:lnRef idx="1">
            <a:schemeClr val="accent1"/>
          </a:lnRef>
          <a:fillRef idx="0">
            <a:schemeClr val="accent1"/>
          </a:fillRef>
          <a:effectRef idx="0">
            <a:schemeClr val="accent1"/>
          </a:effectRef>
          <a:fontRef idx="minor"/>
        </p:style>
      </p:sp>
      <p:sp>
        <p:nvSpPr>
          <p:cNvPr id="133" name="CustomShape 5"/>
          <p:cNvSpPr/>
          <p:nvPr/>
        </p:nvSpPr>
        <p:spPr>
          <a:xfrm>
            <a:off x="8064720" y="2225880"/>
            <a:ext cx="443880" cy="39960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p:style>
      </p:sp>
      <p:sp>
        <p:nvSpPr>
          <p:cNvPr id="134" name="Line 6"/>
          <p:cNvSpPr/>
          <p:nvPr/>
        </p:nvSpPr>
        <p:spPr>
          <a:xfrm flipH="1" flipV="1">
            <a:off x="7094160" y="2412720"/>
            <a:ext cx="970560" cy="12960"/>
          </a:xfrm>
          <a:prstGeom prst="line">
            <a:avLst/>
          </a:prstGeom>
          <a:ln/>
        </p:spPr>
        <p:style>
          <a:lnRef idx="1">
            <a:schemeClr val="accent1"/>
          </a:lnRef>
          <a:fillRef idx="0">
            <a:schemeClr val="accent1"/>
          </a:fillRef>
          <a:effectRef idx="0">
            <a:schemeClr val="accent1"/>
          </a:effectRef>
          <a:fontRef idx="minor"/>
        </p:style>
      </p:sp>
      <p:sp>
        <p:nvSpPr>
          <p:cNvPr id="135" name="CustomShape 7"/>
          <p:cNvSpPr/>
          <p:nvPr/>
        </p:nvSpPr>
        <p:spPr>
          <a:xfrm>
            <a:off x="5907960" y="2149920"/>
            <a:ext cx="1185840" cy="525960"/>
          </a:xfrm>
          <a:prstGeom prst="rect">
            <a:avLst/>
          </a:prstGeom>
          <a:solidFill>
            <a:schemeClr val="bg1"/>
          </a:solidFill>
          <a:ln w="28440">
            <a:solidFill>
              <a:schemeClr val="accent1"/>
            </a:solidFill>
          </a:ln>
        </p:spPr>
        <p:style>
          <a:lnRef idx="2">
            <a:schemeClr val="dk1">
              <a:shade val="50000"/>
            </a:schemeClr>
          </a:lnRef>
          <a:fillRef idx="1">
            <a:schemeClr val="dk1"/>
          </a:fillRef>
          <a:effectRef idx="0">
            <a:schemeClr val="dk1"/>
          </a:effectRef>
          <a:fontRef idx="minor"/>
        </p:style>
        <p:txBody>
          <a:bodyPr lIns="90000" rIns="90000" tIns="45000" bIns="45000" anchor="ctr">
            <a:noAutofit/>
          </a:bodyPr>
          <a:p>
            <a:pPr algn="ctr">
              <a:lnSpc>
                <a:spcPct val="100000"/>
              </a:lnSpc>
            </a:pPr>
            <a:r>
              <a:rPr b="0" lang="it-IT" sz="1800" spc="-1" strike="noStrike">
                <a:solidFill>
                  <a:srgbClr val="000000"/>
                </a:solidFill>
                <a:latin typeface="Calibri"/>
              </a:rPr>
              <a:t>Preventive</a:t>
            </a:r>
            <a:endParaRPr b="0" lang="it-IT" sz="1800" spc="-1" strike="noStrike">
              <a:latin typeface="Arial"/>
            </a:endParaRPr>
          </a:p>
        </p:txBody>
      </p:sp>
      <p:sp>
        <p:nvSpPr>
          <p:cNvPr id="136" name="CustomShape 8"/>
          <p:cNvSpPr/>
          <p:nvPr/>
        </p:nvSpPr>
        <p:spPr>
          <a:xfrm>
            <a:off x="6847200" y="2963520"/>
            <a:ext cx="367200" cy="242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ID</a:t>
            </a:r>
            <a:endParaRPr b="0" lang="it-IT" sz="1000" spc="-1" strike="noStrike">
              <a:latin typeface="Arial"/>
            </a:endParaRPr>
          </a:p>
        </p:txBody>
      </p:sp>
      <p:sp>
        <p:nvSpPr>
          <p:cNvPr id="137" name="CustomShape 9"/>
          <p:cNvSpPr/>
          <p:nvPr/>
        </p:nvSpPr>
        <p:spPr>
          <a:xfrm>
            <a:off x="9225000" y="240480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0:N</a:t>
            </a:r>
            <a:endParaRPr b="0" lang="it-IT" sz="1100" spc="-1" strike="noStrike">
              <a:latin typeface="Arial"/>
            </a:endParaRPr>
          </a:p>
        </p:txBody>
      </p:sp>
      <p:sp>
        <p:nvSpPr>
          <p:cNvPr id="138" name="CustomShape 10"/>
          <p:cNvSpPr/>
          <p:nvPr/>
        </p:nvSpPr>
        <p:spPr>
          <a:xfrm>
            <a:off x="7081200" y="238320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1:1</a:t>
            </a:r>
            <a:endParaRPr b="0" lang="it-IT" sz="1100" spc="-1" strike="noStrike">
              <a:latin typeface="Arial"/>
            </a:endParaRPr>
          </a:p>
        </p:txBody>
      </p:sp>
      <p:sp>
        <p:nvSpPr>
          <p:cNvPr id="139" name="CustomShape 11"/>
          <p:cNvSpPr/>
          <p:nvPr/>
        </p:nvSpPr>
        <p:spPr>
          <a:xfrm>
            <a:off x="6278760" y="3476880"/>
            <a:ext cx="448200" cy="39960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p:style>
      </p:sp>
      <p:sp>
        <p:nvSpPr>
          <p:cNvPr id="140" name="Line 12"/>
          <p:cNvSpPr/>
          <p:nvPr/>
        </p:nvSpPr>
        <p:spPr>
          <a:xfrm flipV="1">
            <a:off x="6503040" y="2662560"/>
            <a:ext cx="720" cy="813960"/>
          </a:xfrm>
          <a:prstGeom prst="line">
            <a:avLst/>
          </a:prstGeom>
          <a:ln/>
        </p:spPr>
        <p:style>
          <a:lnRef idx="1">
            <a:schemeClr val="accent1"/>
          </a:lnRef>
          <a:fillRef idx="0">
            <a:schemeClr val="accent1"/>
          </a:fillRef>
          <a:effectRef idx="0">
            <a:schemeClr val="accent1"/>
          </a:effectRef>
          <a:fontRef idx="minor"/>
        </p:style>
      </p:sp>
      <p:sp>
        <p:nvSpPr>
          <p:cNvPr id="141" name="Line 13"/>
          <p:cNvSpPr/>
          <p:nvPr/>
        </p:nvSpPr>
        <p:spPr>
          <a:xfrm flipV="1">
            <a:off x="6500880" y="3878640"/>
            <a:ext cx="0" cy="955800"/>
          </a:xfrm>
          <a:prstGeom prst="line">
            <a:avLst/>
          </a:prstGeom>
          <a:ln/>
        </p:spPr>
        <p:style>
          <a:lnRef idx="1">
            <a:schemeClr val="accent1"/>
          </a:lnRef>
          <a:fillRef idx="0">
            <a:schemeClr val="accent1"/>
          </a:fillRef>
          <a:effectRef idx="0">
            <a:schemeClr val="accent1"/>
          </a:effectRef>
          <a:fontRef idx="minor"/>
        </p:style>
      </p:sp>
      <p:sp>
        <p:nvSpPr>
          <p:cNvPr id="142" name="CustomShape 14"/>
          <p:cNvSpPr/>
          <p:nvPr/>
        </p:nvSpPr>
        <p:spPr>
          <a:xfrm>
            <a:off x="5907960" y="4749480"/>
            <a:ext cx="1185840" cy="525960"/>
          </a:xfrm>
          <a:prstGeom prst="rect">
            <a:avLst/>
          </a:prstGeom>
          <a:solidFill>
            <a:schemeClr val="bg1"/>
          </a:solidFill>
          <a:ln w="28440">
            <a:solidFill>
              <a:schemeClr val="accent1"/>
            </a:solidFill>
          </a:ln>
        </p:spPr>
        <p:style>
          <a:lnRef idx="2">
            <a:schemeClr val="dk1">
              <a:shade val="50000"/>
            </a:schemeClr>
          </a:lnRef>
          <a:fillRef idx="1">
            <a:schemeClr val="dk1"/>
          </a:fillRef>
          <a:effectRef idx="0">
            <a:schemeClr val="dk1"/>
          </a:effectRef>
          <a:fontRef idx="minor"/>
        </p:style>
        <p:txBody>
          <a:bodyPr lIns="90000" rIns="90000" tIns="45000" bIns="45000" anchor="ctr">
            <a:noAutofit/>
          </a:bodyPr>
          <a:p>
            <a:pPr algn="ctr">
              <a:lnSpc>
                <a:spcPct val="100000"/>
              </a:lnSpc>
            </a:pPr>
            <a:r>
              <a:rPr b="0" lang="it-IT" sz="1800" spc="-1" strike="noStrike">
                <a:solidFill>
                  <a:srgbClr val="000000"/>
                </a:solidFill>
                <a:latin typeface="Calibri"/>
              </a:rPr>
              <a:t>Employee</a:t>
            </a:r>
            <a:endParaRPr b="0" lang="it-IT" sz="1800" spc="-1" strike="noStrike">
              <a:latin typeface="Arial"/>
            </a:endParaRPr>
          </a:p>
        </p:txBody>
      </p:sp>
      <p:sp>
        <p:nvSpPr>
          <p:cNvPr id="143" name="CustomShape 15"/>
          <p:cNvSpPr/>
          <p:nvPr/>
        </p:nvSpPr>
        <p:spPr>
          <a:xfrm>
            <a:off x="7521480" y="4789800"/>
            <a:ext cx="1423080" cy="242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Username</a:t>
            </a:r>
            <a:endParaRPr b="0" lang="it-IT" sz="1000" spc="-1" strike="noStrike">
              <a:latin typeface="Arial"/>
            </a:endParaRPr>
          </a:p>
        </p:txBody>
      </p:sp>
      <p:sp>
        <p:nvSpPr>
          <p:cNvPr id="144" name="CustomShape 16"/>
          <p:cNvSpPr/>
          <p:nvPr/>
        </p:nvSpPr>
        <p:spPr>
          <a:xfrm>
            <a:off x="6463080" y="449820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0:N</a:t>
            </a:r>
            <a:endParaRPr b="0" lang="it-IT" sz="1100" spc="-1" strike="noStrike">
              <a:latin typeface="Arial"/>
            </a:endParaRPr>
          </a:p>
        </p:txBody>
      </p:sp>
      <p:sp>
        <p:nvSpPr>
          <p:cNvPr id="145" name="CustomShape 17"/>
          <p:cNvSpPr/>
          <p:nvPr/>
        </p:nvSpPr>
        <p:spPr>
          <a:xfrm>
            <a:off x="6439680" y="265536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0:1</a:t>
            </a:r>
            <a:endParaRPr b="0" lang="it-IT" sz="1100" spc="-1" strike="noStrike">
              <a:latin typeface="Arial"/>
            </a:endParaRPr>
          </a:p>
        </p:txBody>
      </p:sp>
      <p:sp>
        <p:nvSpPr>
          <p:cNvPr id="146" name="CustomShape 18"/>
          <p:cNvSpPr/>
          <p:nvPr/>
        </p:nvSpPr>
        <p:spPr>
          <a:xfrm>
            <a:off x="3072960" y="2152800"/>
            <a:ext cx="1185840" cy="525960"/>
          </a:xfrm>
          <a:prstGeom prst="rect">
            <a:avLst/>
          </a:prstGeom>
          <a:solidFill>
            <a:schemeClr val="bg1"/>
          </a:solidFill>
          <a:ln w="28440">
            <a:solidFill>
              <a:schemeClr val="accent1"/>
            </a:solidFill>
          </a:ln>
        </p:spPr>
        <p:style>
          <a:lnRef idx="2">
            <a:schemeClr val="dk1">
              <a:shade val="50000"/>
            </a:schemeClr>
          </a:lnRef>
          <a:fillRef idx="1">
            <a:schemeClr val="dk1"/>
          </a:fillRef>
          <a:effectRef idx="0">
            <a:schemeClr val="dk1"/>
          </a:effectRef>
          <a:fontRef idx="minor"/>
        </p:style>
        <p:txBody>
          <a:bodyPr lIns="90000" rIns="90000" tIns="45000" bIns="45000" anchor="ctr">
            <a:noAutofit/>
          </a:bodyPr>
          <a:p>
            <a:pPr algn="ctr">
              <a:lnSpc>
                <a:spcPct val="100000"/>
              </a:lnSpc>
            </a:pPr>
            <a:r>
              <a:rPr b="0" lang="it-IT" sz="1800" spc="-1" strike="noStrike">
                <a:solidFill>
                  <a:srgbClr val="000000"/>
                </a:solidFill>
                <a:latin typeface="Calibri"/>
              </a:rPr>
              <a:t>Product</a:t>
            </a:r>
            <a:endParaRPr b="0" lang="it-IT" sz="1800" spc="-1" strike="noStrike">
              <a:latin typeface="Arial"/>
            </a:endParaRPr>
          </a:p>
        </p:txBody>
      </p:sp>
      <p:sp>
        <p:nvSpPr>
          <p:cNvPr id="147" name="CustomShape 19"/>
          <p:cNvSpPr/>
          <p:nvPr/>
        </p:nvSpPr>
        <p:spPr>
          <a:xfrm>
            <a:off x="4848480" y="2223000"/>
            <a:ext cx="448200" cy="39960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p:style>
      </p:sp>
      <p:sp>
        <p:nvSpPr>
          <p:cNvPr id="148" name="Line 20"/>
          <p:cNvSpPr/>
          <p:nvPr/>
        </p:nvSpPr>
        <p:spPr>
          <a:xfrm flipH="1">
            <a:off x="5296680" y="2412720"/>
            <a:ext cx="611280" cy="10440"/>
          </a:xfrm>
          <a:prstGeom prst="line">
            <a:avLst/>
          </a:prstGeom>
          <a:ln/>
        </p:spPr>
        <p:style>
          <a:lnRef idx="1">
            <a:schemeClr val="accent1"/>
          </a:lnRef>
          <a:fillRef idx="0">
            <a:schemeClr val="accent1"/>
          </a:fillRef>
          <a:effectRef idx="0">
            <a:schemeClr val="accent1"/>
          </a:effectRef>
          <a:fontRef idx="minor"/>
        </p:style>
      </p:sp>
      <p:sp>
        <p:nvSpPr>
          <p:cNvPr id="149" name="Line 21"/>
          <p:cNvSpPr/>
          <p:nvPr/>
        </p:nvSpPr>
        <p:spPr>
          <a:xfrm flipH="1" flipV="1">
            <a:off x="4258800" y="2415600"/>
            <a:ext cx="589320" cy="7560"/>
          </a:xfrm>
          <a:prstGeom prst="line">
            <a:avLst/>
          </a:prstGeom>
          <a:ln/>
        </p:spPr>
        <p:style>
          <a:lnRef idx="1">
            <a:schemeClr val="accent1"/>
          </a:lnRef>
          <a:fillRef idx="0">
            <a:schemeClr val="accent1"/>
          </a:fillRef>
          <a:effectRef idx="0">
            <a:schemeClr val="accent1"/>
          </a:effectRef>
          <a:fontRef idx="minor"/>
        </p:style>
      </p:sp>
      <p:sp>
        <p:nvSpPr>
          <p:cNvPr id="150" name="CustomShape 22"/>
          <p:cNvSpPr/>
          <p:nvPr/>
        </p:nvSpPr>
        <p:spPr>
          <a:xfrm>
            <a:off x="3101040" y="1548720"/>
            <a:ext cx="522360" cy="242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Code</a:t>
            </a:r>
            <a:endParaRPr b="0" lang="it-IT" sz="1000" spc="-1" strike="noStrike">
              <a:latin typeface="Arial"/>
            </a:endParaRPr>
          </a:p>
        </p:txBody>
      </p:sp>
      <p:sp>
        <p:nvSpPr>
          <p:cNvPr id="151" name="CustomShape 23"/>
          <p:cNvSpPr/>
          <p:nvPr/>
        </p:nvSpPr>
        <p:spPr>
          <a:xfrm>
            <a:off x="4234320" y="220572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0:N</a:t>
            </a:r>
            <a:endParaRPr b="0" lang="it-IT" sz="1100" spc="-1" strike="noStrike">
              <a:latin typeface="Arial"/>
            </a:endParaRPr>
          </a:p>
        </p:txBody>
      </p:sp>
      <p:sp>
        <p:nvSpPr>
          <p:cNvPr id="152" name="CustomShape 24"/>
          <p:cNvSpPr/>
          <p:nvPr/>
        </p:nvSpPr>
        <p:spPr>
          <a:xfrm>
            <a:off x="5594040" y="216648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1:1</a:t>
            </a:r>
            <a:endParaRPr b="0" lang="it-IT" sz="1100" spc="-1" strike="noStrike">
              <a:latin typeface="Arial"/>
            </a:endParaRPr>
          </a:p>
        </p:txBody>
      </p:sp>
      <p:sp>
        <p:nvSpPr>
          <p:cNvPr id="153" name="CustomShape 25"/>
          <p:cNvSpPr/>
          <p:nvPr/>
        </p:nvSpPr>
        <p:spPr>
          <a:xfrm>
            <a:off x="336600" y="2156760"/>
            <a:ext cx="1185840" cy="525960"/>
          </a:xfrm>
          <a:prstGeom prst="rect">
            <a:avLst/>
          </a:prstGeom>
          <a:solidFill>
            <a:schemeClr val="bg1"/>
          </a:solidFill>
          <a:ln w="28440">
            <a:solidFill>
              <a:schemeClr val="accent1"/>
            </a:solidFill>
          </a:ln>
        </p:spPr>
        <p:style>
          <a:lnRef idx="2">
            <a:schemeClr val="dk1">
              <a:shade val="50000"/>
            </a:schemeClr>
          </a:lnRef>
          <a:fillRef idx="1">
            <a:schemeClr val="dk1"/>
          </a:fillRef>
          <a:effectRef idx="0">
            <a:schemeClr val="dk1"/>
          </a:effectRef>
          <a:fontRef idx="minor"/>
        </p:style>
        <p:txBody>
          <a:bodyPr lIns="90000" rIns="90000" tIns="45000" bIns="45000" anchor="ctr">
            <a:noAutofit/>
          </a:bodyPr>
          <a:p>
            <a:pPr algn="ctr">
              <a:lnSpc>
                <a:spcPct val="100000"/>
              </a:lnSpc>
            </a:pPr>
            <a:r>
              <a:rPr b="0" lang="it-IT" sz="1800" spc="-1" strike="noStrike">
                <a:solidFill>
                  <a:srgbClr val="000000"/>
                </a:solidFill>
                <a:latin typeface="Calibri"/>
              </a:rPr>
              <a:t>Option</a:t>
            </a:r>
            <a:endParaRPr b="0" lang="it-IT" sz="1800" spc="-1" strike="noStrike">
              <a:latin typeface="Arial"/>
            </a:endParaRPr>
          </a:p>
        </p:txBody>
      </p:sp>
      <p:sp>
        <p:nvSpPr>
          <p:cNvPr id="154" name="CustomShape 26"/>
          <p:cNvSpPr/>
          <p:nvPr/>
        </p:nvSpPr>
        <p:spPr>
          <a:xfrm>
            <a:off x="2022840" y="2223000"/>
            <a:ext cx="448200" cy="39960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p:style>
      </p:sp>
      <p:sp>
        <p:nvSpPr>
          <p:cNvPr id="155" name="Line 27"/>
          <p:cNvSpPr/>
          <p:nvPr/>
        </p:nvSpPr>
        <p:spPr>
          <a:xfrm flipH="1">
            <a:off x="2471400" y="2415600"/>
            <a:ext cx="601560" cy="7560"/>
          </a:xfrm>
          <a:prstGeom prst="line">
            <a:avLst/>
          </a:prstGeom>
          <a:ln/>
        </p:spPr>
        <p:style>
          <a:lnRef idx="1">
            <a:schemeClr val="accent1"/>
          </a:lnRef>
          <a:fillRef idx="0">
            <a:schemeClr val="accent1"/>
          </a:fillRef>
          <a:effectRef idx="0">
            <a:schemeClr val="accent1"/>
          </a:effectRef>
          <a:fontRef idx="minor"/>
        </p:style>
      </p:sp>
      <p:sp>
        <p:nvSpPr>
          <p:cNvPr id="156" name="Line 28"/>
          <p:cNvSpPr/>
          <p:nvPr/>
        </p:nvSpPr>
        <p:spPr>
          <a:xfrm flipH="1" flipV="1">
            <a:off x="1522440" y="2419560"/>
            <a:ext cx="500400" cy="3600"/>
          </a:xfrm>
          <a:prstGeom prst="line">
            <a:avLst/>
          </a:prstGeom>
          <a:ln/>
        </p:spPr>
        <p:style>
          <a:lnRef idx="1">
            <a:schemeClr val="accent1"/>
          </a:lnRef>
          <a:fillRef idx="0">
            <a:schemeClr val="accent1"/>
          </a:fillRef>
          <a:effectRef idx="0">
            <a:schemeClr val="accent1"/>
          </a:effectRef>
          <a:fontRef idx="minor"/>
        </p:style>
      </p:sp>
      <p:sp>
        <p:nvSpPr>
          <p:cNvPr id="157" name="CustomShape 29"/>
          <p:cNvSpPr/>
          <p:nvPr/>
        </p:nvSpPr>
        <p:spPr>
          <a:xfrm>
            <a:off x="3377520" y="3224160"/>
            <a:ext cx="390240" cy="4244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has</a:t>
            </a:r>
            <a:endParaRPr b="0" lang="it-IT" sz="1100" spc="-1" strike="noStrike">
              <a:latin typeface="Arial"/>
            </a:endParaRPr>
          </a:p>
        </p:txBody>
      </p:sp>
      <p:sp>
        <p:nvSpPr>
          <p:cNvPr id="158" name="CustomShape 30"/>
          <p:cNvSpPr/>
          <p:nvPr/>
        </p:nvSpPr>
        <p:spPr>
          <a:xfrm>
            <a:off x="2076480" y="1950840"/>
            <a:ext cx="390240" cy="4244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has</a:t>
            </a:r>
            <a:endParaRPr b="0" lang="it-IT" sz="1100" spc="-1" strike="noStrike">
              <a:latin typeface="Arial"/>
            </a:endParaRPr>
          </a:p>
        </p:txBody>
      </p:sp>
      <p:sp>
        <p:nvSpPr>
          <p:cNvPr id="159" name="CustomShape 31"/>
          <p:cNvSpPr/>
          <p:nvPr/>
        </p:nvSpPr>
        <p:spPr>
          <a:xfrm>
            <a:off x="7136640" y="3538440"/>
            <a:ext cx="52848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Price</a:t>
            </a:r>
            <a:endParaRPr b="0" lang="it-IT" sz="1100" spc="-1" strike="noStrike">
              <a:latin typeface="Arial"/>
            </a:endParaRPr>
          </a:p>
        </p:txBody>
      </p:sp>
      <p:sp>
        <p:nvSpPr>
          <p:cNvPr id="160" name="CustomShape 32"/>
          <p:cNvSpPr/>
          <p:nvPr/>
        </p:nvSpPr>
        <p:spPr>
          <a:xfrm>
            <a:off x="3319560" y="3478680"/>
            <a:ext cx="448200" cy="399600"/>
          </a:xfrm>
          <a:prstGeom prst="diamond">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p:style>
      </p:sp>
      <p:sp>
        <p:nvSpPr>
          <p:cNvPr id="161" name="Line 33"/>
          <p:cNvSpPr/>
          <p:nvPr/>
        </p:nvSpPr>
        <p:spPr>
          <a:xfrm>
            <a:off x="5992200" y="2687400"/>
            <a:ext cx="0" cy="979560"/>
          </a:xfrm>
          <a:prstGeom prst="line">
            <a:avLst/>
          </a:prstGeom>
          <a:ln/>
        </p:spPr>
        <p:style>
          <a:lnRef idx="1">
            <a:schemeClr val="accent1"/>
          </a:lnRef>
          <a:fillRef idx="0">
            <a:schemeClr val="accent1"/>
          </a:fillRef>
          <a:effectRef idx="0">
            <a:schemeClr val="accent1"/>
          </a:effectRef>
          <a:fontRef idx="minor"/>
        </p:style>
      </p:sp>
      <p:sp>
        <p:nvSpPr>
          <p:cNvPr id="162" name="Line 34"/>
          <p:cNvSpPr/>
          <p:nvPr/>
        </p:nvSpPr>
        <p:spPr>
          <a:xfrm flipH="1" flipV="1">
            <a:off x="3768120" y="3678480"/>
            <a:ext cx="2224080" cy="7200"/>
          </a:xfrm>
          <a:prstGeom prst="line">
            <a:avLst/>
          </a:prstGeom>
          <a:ln/>
        </p:spPr>
        <p:style>
          <a:lnRef idx="1">
            <a:schemeClr val="accent1"/>
          </a:lnRef>
          <a:fillRef idx="0">
            <a:schemeClr val="accent1"/>
          </a:fillRef>
          <a:effectRef idx="0">
            <a:schemeClr val="accent1"/>
          </a:effectRef>
          <a:fontRef idx="minor"/>
        </p:style>
      </p:sp>
      <p:sp>
        <p:nvSpPr>
          <p:cNvPr id="163" name="Line 35"/>
          <p:cNvSpPr/>
          <p:nvPr/>
        </p:nvSpPr>
        <p:spPr>
          <a:xfrm flipH="1" flipV="1">
            <a:off x="929160" y="3666960"/>
            <a:ext cx="2390400" cy="11520"/>
          </a:xfrm>
          <a:prstGeom prst="line">
            <a:avLst/>
          </a:prstGeom>
          <a:ln/>
        </p:spPr>
        <p:style>
          <a:lnRef idx="1">
            <a:schemeClr val="accent1"/>
          </a:lnRef>
          <a:fillRef idx="0">
            <a:schemeClr val="accent1"/>
          </a:fillRef>
          <a:effectRef idx="0">
            <a:schemeClr val="accent1"/>
          </a:effectRef>
          <a:fontRef idx="minor"/>
        </p:style>
      </p:sp>
      <p:sp>
        <p:nvSpPr>
          <p:cNvPr id="164" name="Line 36"/>
          <p:cNvSpPr/>
          <p:nvPr/>
        </p:nvSpPr>
        <p:spPr>
          <a:xfrm flipV="1">
            <a:off x="929160" y="2682720"/>
            <a:ext cx="0" cy="995760"/>
          </a:xfrm>
          <a:prstGeom prst="line">
            <a:avLst/>
          </a:prstGeom>
          <a:ln/>
        </p:spPr>
        <p:style>
          <a:lnRef idx="1">
            <a:schemeClr val="accent1"/>
          </a:lnRef>
          <a:fillRef idx="0">
            <a:schemeClr val="accent1"/>
          </a:fillRef>
          <a:effectRef idx="0">
            <a:schemeClr val="accent1"/>
          </a:effectRef>
          <a:fontRef idx="minor"/>
        </p:style>
      </p:sp>
      <p:sp>
        <p:nvSpPr>
          <p:cNvPr id="165" name="Line 37"/>
          <p:cNvSpPr/>
          <p:nvPr/>
        </p:nvSpPr>
        <p:spPr>
          <a:xfrm flipV="1">
            <a:off x="10415520" y="1833480"/>
            <a:ext cx="0" cy="317520"/>
          </a:xfrm>
          <a:prstGeom prst="line">
            <a:avLst/>
          </a:prstGeom>
          <a:ln/>
        </p:spPr>
        <p:style>
          <a:lnRef idx="1">
            <a:schemeClr val="accent1"/>
          </a:lnRef>
          <a:fillRef idx="0">
            <a:schemeClr val="accent1"/>
          </a:fillRef>
          <a:effectRef idx="0">
            <a:schemeClr val="accent1"/>
          </a:effectRef>
          <a:fontRef idx="minor"/>
        </p:style>
      </p:sp>
      <p:sp>
        <p:nvSpPr>
          <p:cNvPr id="166" name="CustomShape 38"/>
          <p:cNvSpPr/>
          <p:nvPr/>
        </p:nvSpPr>
        <p:spPr>
          <a:xfrm>
            <a:off x="10361520" y="177912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67" name="Line 39"/>
          <p:cNvSpPr/>
          <p:nvPr/>
        </p:nvSpPr>
        <p:spPr>
          <a:xfrm flipV="1">
            <a:off x="9843120" y="1894680"/>
            <a:ext cx="0" cy="272520"/>
          </a:xfrm>
          <a:prstGeom prst="line">
            <a:avLst/>
          </a:prstGeom>
          <a:ln/>
        </p:spPr>
        <p:style>
          <a:lnRef idx="1">
            <a:schemeClr val="accent1"/>
          </a:lnRef>
          <a:fillRef idx="0">
            <a:schemeClr val="accent1"/>
          </a:fillRef>
          <a:effectRef idx="0">
            <a:schemeClr val="accent1"/>
          </a:effectRef>
          <a:fontRef idx="minor"/>
        </p:style>
      </p:sp>
      <p:sp>
        <p:nvSpPr>
          <p:cNvPr id="168" name="CustomShape 40"/>
          <p:cNvSpPr/>
          <p:nvPr/>
        </p:nvSpPr>
        <p:spPr>
          <a:xfrm>
            <a:off x="9789480" y="1779120"/>
            <a:ext cx="107280" cy="108720"/>
          </a:xfrm>
          <a:prstGeom prst="ellipse">
            <a:avLst/>
          </a:prstGeom>
          <a:ln/>
        </p:spPr>
        <p:style>
          <a:lnRef idx="2">
            <a:schemeClr val="accent1">
              <a:shade val="50000"/>
            </a:schemeClr>
          </a:lnRef>
          <a:fillRef idx="1">
            <a:schemeClr val="accent1"/>
          </a:fillRef>
          <a:effectRef idx="0">
            <a:schemeClr val="accent1"/>
          </a:effectRef>
          <a:fontRef idx="minor"/>
        </p:style>
      </p:sp>
      <p:sp>
        <p:nvSpPr>
          <p:cNvPr id="169" name="CustomShape 41"/>
          <p:cNvSpPr/>
          <p:nvPr/>
        </p:nvSpPr>
        <p:spPr>
          <a:xfrm>
            <a:off x="9480960" y="1577160"/>
            <a:ext cx="749520" cy="39420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Username</a:t>
            </a:r>
            <a:endParaRPr b="0" lang="it-IT" sz="1000" spc="-1" strike="noStrike">
              <a:latin typeface="Arial"/>
            </a:endParaRPr>
          </a:p>
        </p:txBody>
      </p:sp>
      <p:sp>
        <p:nvSpPr>
          <p:cNvPr id="170" name="Line 42"/>
          <p:cNvSpPr/>
          <p:nvPr/>
        </p:nvSpPr>
        <p:spPr>
          <a:xfrm>
            <a:off x="7094160" y="4928040"/>
            <a:ext cx="321120" cy="0"/>
          </a:xfrm>
          <a:prstGeom prst="line">
            <a:avLst/>
          </a:prstGeom>
          <a:ln/>
        </p:spPr>
        <p:style>
          <a:lnRef idx="1">
            <a:schemeClr val="accent1"/>
          </a:lnRef>
          <a:fillRef idx="0">
            <a:schemeClr val="accent1"/>
          </a:fillRef>
          <a:effectRef idx="0">
            <a:schemeClr val="accent1"/>
          </a:effectRef>
          <a:fontRef idx="minor"/>
        </p:style>
      </p:sp>
      <p:sp>
        <p:nvSpPr>
          <p:cNvPr id="171" name="Line 43"/>
          <p:cNvSpPr/>
          <p:nvPr/>
        </p:nvSpPr>
        <p:spPr>
          <a:xfrm>
            <a:off x="7088400" y="5134320"/>
            <a:ext cx="321480" cy="0"/>
          </a:xfrm>
          <a:prstGeom prst="line">
            <a:avLst/>
          </a:prstGeom>
          <a:ln/>
        </p:spPr>
        <p:style>
          <a:lnRef idx="1">
            <a:schemeClr val="accent1"/>
          </a:lnRef>
          <a:fillRef idx="0">
            <a:schemeClr val="accent1"/>
          </a:fillRef>
          <a:effectRef idx="0">
            <a:schemeClr val="accent1"/>
          </a:effectRef>
          <a:fontRef idx="minor"/>
        </p:style>
      </p:sp>
      <p:sp>
        <p:nvSpPr>
          <p:cNvPr id="172" name="CustomShape 44"/>
          <p:cNvSpPr/>
          <p:nvPr/>
        </p:nvSpPr>
        <p:spPr>
          <a:xfrm>
            <a:off x="7413480" y="4858200"/>
            <a:ext cx="107280" cy="108720"/>
          </a:xfrm>
          <a:prstGeom prst="ellipse">
            <a:avLst/>
          </a:prstGeom>
          <a:ln/>
        </p:spPr>
        <p:style>
          <a:lnRef idx="2">
            <a:schemeClr val="accent1">
              <a:shade val="50000"/>
            </a:schemeClr>
          </a:lnRef>
          <a:fillRef idx="1">
            <a:schemeClr val="accent1"/>
          </a:fillRef>
          <a:effectRef idx="0">
            <a:schemeClr val="accent1"/>
          </a:effectRef>
          <a:fontRef idx="minor"/>
        </p:style>
      </p:sp>
      <p:sp>
        <p:nvSpPr>
          <p:cNvPr id="173" name="CustomShape 45"/>
          <p:cNvSpPr/>
          <p:nvPr/>
        </p:nvSpPr>
        <p:spPr>
          <a:xfrm>
            <a:off x="7413480" y="509148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74" name="CustomShape 46"/>
          <p:cNvSpPr/>
          <p:nvPr/>
        </p:nvSpPr>
        <p:spPr>
          <a:xfrm>
            <a:off x="7524720" y="5029560"/>
            <a:ext cx="1423080" cy="242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Password</a:t>
            </a:r>
            <a:endParaRPr b="0" lang="it-IT" sz="1000" spc="-1" strike="noStrike">
              <a:latin typeface="Arial"/>
            </a:endParaRPr>
          </a:p>
        </p:txBody>
      </p:sp>
      <p:sp>
        <p:nvSpPr>
          <p:cNvPr id="175" name="Line 47"/>
          <p:cNvSpPr/>
          <p:nvPr/>
        </p:nvSpPr>
        <p:spPr>
          <a:xfrm>
            <a:off x="6727320" y="3676680"/>
            <a:ext cx="321120" cy="0"/>
          </a:xfrm>
          <a:prstGeom prst="line">
            <a:avLst/>
          </a:prstGeom>
          <a:ln/>
        </p:spPr>
        <p:style>
          <a:lnRef idx="1">
            <a:schemeClr val="accent1"/>
          </a:lnRef>
          <a:fillRef idx="0">
            <a:schemeClr val="accent1"/>
          </a:fillRef>
          <a:effectRef idx="0">
            <a:schemeClr val="accent1"/>
          </a:effectRef>
          <a:fontRef idx="minor"/>
        </p:style>
      </p:sp>
      <p:sp>
        <p:nvSpPr>
          <p:cNvPr id="176" name="CustomShape 48"/>
          <p:cNvSpPr/>
          <p:nvPr/>
        </p:nvSpPr>
        <p:spPr>
          <a:xfrm>
            <a:off x="7051320" y="362232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77" name="Line 49"/>
          <p:cNvSpPr/>
          <p:nvPr/>
        </p:nvSpPr>
        <p:spPr>
          <a:xfrm flipV="1">
            <a:off x="6979680" y="2668680"/>
            <a:ext cx="0" cy="272520"/>
          </a:xfrm>
          <a:prstGeom prst="line">
            <a:avLst/>
          </a:prstGeom>
          <a:ln/>
        </p:spPr>
        <p:style>
          <a:lnRef idx="1">
            <a:schemeClr val="accent1"/>
          </a:lnRef>
          <a:fillRef idx="0">
            <a:schemeClr val="accent1"/>
          </a:fillRef>
          <a:effectRef idx="0">
            <a:schemeClr val="accent1"/>
          </a:effectRef>
          <a:fontRef idx="minor"/>
        </p:style>
      </p:sp>
      <p:sp>
        <p:nvSpPr>
          <p:cNvPr id="178" name="Line 50"/>
          <p:cNvSpPr/>
          <p:nvPr/>
        </p:nvSpPr>
        <p:spPr>
          <a:xfrm flipV="1">
            <a:off x="6758640" y="1894680"/>
            <a:ext cx="0" cy="272520"/>
          </a:xfrm>
          <a:prstGeom prst="line">
            <a:avLst/>
          </a:prstGeom>
          <a:ln/>
        </p:spPr>
        <p:style>
          <a:lnRef idx="1">
            <a:schemeClr val="accent1"/>
          </a:lnRef>
          <a:fillRef idx="0">
            <a:schemeClr val="accent1"/>
          </a:fillRef>
          <a:effectRef idx="0">
            <a:schemeClr val="accent1"/>
          </a:effectRef>
          <a:fontRef idx="minor"/>
        </p:style>
      </p:sp>
      <p:sp>
        <p:nvSpPr>
          <p:cNvPr id="179" name="CustomShape 51"/>
          <p:cNvSpPr/>
          <p:nvPr/>
        </p:nvSpPr>
        <p:spPr>
          <a:xfrm>
            <a:off x="6923520" y="289260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80" name="CustomShape 52"/>
          <p:cNvSpPr/>
          <p:nvPr/>
        </p:nvSpPr>
        <p:spPr>
          <a:xfrm>
            <a:off x="4012560" y="177480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81" name="Line 53"/>
          <p:cNvSpPr/>
          <p:nvPr/>
        </p:nvSpPr>
        <p:spPr>
          <a:xfrm flipV="1">
            <a:off x="3319560" y="1878480"/>
            <a:ext cx="0" cy="272520"/>
          </a:xfrm>
          <a:prstGeom prst="line">
            <a:avLst/>
          </a:prstGeom>
          <a:ln/>
        </p:spPr>
        <p:style>
          <a:lnRef idx="1">
            <a:schemeClr val="accent1"/>
          </a:lnRef>
          <a:fillRef idx="0">
            <a:schemeClr val="accent1"/>
          </a:fillRef>
          <a:effectRef idx="0">
            <a:schemeClr val="accent1"/>
          </a:effectRef>
          <a:fontRef idx="minor"/>
        </p:style>
      </p:sp>
      <p:sp>
        <p:nvSpPr>
          <p:cNvPr id="182" name="Line 54"/>
          <p:cNvSpPr/>
          <p:nvPr/>
        </p:nvSpPr>
        <p:spPr>
          <a:xfrm flipV="1">
            <a:off x="3666960" y="1883880"/>
            <a:ext cx="0" cy="272520"/>
          </a:xfrm>
          <a:prstGeom prst="line">
            <a:avLst/>
          </a:prstGeom>
          <a:ln/>
        </p:spPr>
        <p:style>
          <a:lnRef idx="1">
            <a:schemeClr val="accent1"/>
          </a:lnRef>
          <a:fillRef idx="0">
            <a:schemeClr val="accent1"/>
          </a:fillRef>
          <a:effectRef idx="0">
            <a:schemeClr val="accent1"/>
          </a:effectRef>
          <a:fontRef idx="minor"/>
        </p:style>
      </p:sp>
      <p:sp>
        <p:nvSpPr>
          <p:cNvPr id="183" name="Line 55"/>
          <p:cNvSpPr/>
          <p:nvPr/>
        </p:nvSpPr>
        <p:spPr>
          <a:xfrm flipV="1">
            <a:off x="4070160" y="1883880"/>
            <a:ext cx="3240" cy="259920"/>
          </a:xfrm>
          <a:prstGeom prst="line">
            <a:avLst/>
          </a:prstGeom>
          <a:ln/>
        </p:spPr>
        <p:style>
          <a:lnRef idx="1">
            <a:schemeClr val="accent1"/>
          </a:lnRef>
          <a:fillRef idx="0">
            <a:schemeClr val="accent1"/>
          </a:fillRef>
          <a:effectRef idx="0">
            <a:schemeClr val="accent1"/>
          </a:effectRef>
          <a:fontRef idx="minor"/>
        </p:style>
      </p:sp>
      <p:sp>
        <p:nvSpPr>
          <p:cNvPr id="184" name="CustomShape 56"/>
          <p:cNvSpPr/>
          <p:nvPr/>
        </p:nvSpPr>
        <p:spPr>
          <a:xfrm>
            <a:off x="3267000" y="1774800"/>
            <a:ext cx="107280" cy="108720"/>
          </a:xfrm>
          <a:prstGeom prst="ellipse">
            <a:avLst/>
          </a:prstGeom>
          <a:ln/>
        </p:spPr>
        <p:style>
          <a:lnRef idx="2">
            <a:schemeClr val="accent1">
              <a:shade val="50000"/>
            </a:schemeClr>
          </a:lnRef>
          <a:fillRef idx="1">
            <a:schemeClr val="accent1"/>
          </a:fillRef>
          <a:effectRef idx="0">
            <a:schemeClr val="accent1"/>
          </a:effectRef>
          <a:fontRef idx="minor"/>
        </p:style>
      </p:sp>
      <p:sp>
        <p:nvSpPr>
          <p:cNvPr id="185" name="CustomShape 57"/>
          <p:cNvSpPr/>
          <p:nvPr/>
        </p:nvSpPr>
        <p:spPr>
          <a:xfrm>
            <a:off x="3610800" y="177588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86" name="CustomShape 58"/>
          <p:cNvSpPr/>
          <p:nvPr/>
        </p:nvSpPr>
        <p:spPr>
          <a:xfrm>
            <a:off x="3449520" y="1545840"/>
            <a:ext cx="522360" cy="39420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Name</a:t>
            </a:r>
            <a:endParaRPr b="0" lang="it-IT" sz="1000" spc="-1" strike="noStrike">
              <a:latin typeface="Arial"/>
            </a:endParaRPr>
          </a:p>
        </p:txBody>
      </p:sp>
      <p:sp>
        <p:nvSpPr>
          <p:cNvPr id="187" name="CustomShape 59"/>
          <p:cNvSpPr/>
          <p:nvPr/>
        </p:nvSpPr>
        <p:spPr>
          <a:xfrm>
            <a:off x="3810960" y="1553400"/>
            <a:ext cx="645120" cy="39420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ImgPath</a:t>
            </a:r>
            <a:endParaRPr b="0" lang="it-IT" sz="1000" spc="-1" strike="noStrike">
              <a:latin typeface="Arial"/>
            </a:endParaRPr>
          </a:p>
        </p:txBody>
      </p:sp>
      <p:sp>
        <p:nvSpPr>
          <p:cNvPr id="188" name="Line 60"/>
          <p:cNvSpPr/>
          <p:nvPr/>
        </p:nvSpPr>
        <p:spPr>
          <a:xfrm flipV="1">
            <a:off x="625320" y="1871280"/>
            <a:ext cx="0" cy="272520"/>
          </a:xfrm>
          <a:prstGeom prst="line">
            <a:avLst/>
          </a:prstGeom>
          <a:ln/>
        </p:spPr>
        <p:style>
          <a:lnRef idx="1">
            <a:schemeClr val="accent1"/>
          </a:lnRef>
          <a:fillRef idx="0">
            <a:schemeClr val="accent1"/>
          </a:fillRef>
          <a:effectRef idx="0">
            <a:schemeClr val="accent1"/>
          </a:effectRef>
          <a:fontRef idx="minor"/>
        </p:style>
      </p:sp>
      <p:sp>
        <p:nvSpPr>
          <p:cNvPr id="189" name="Line 61"/>
          <p:cNvSpPr/>
          <p:nvPr/>
        </p:nvSpPr>
        <p:spPr>
          <a:xfrm flipV="1">
            <a:off x="1234800" y="1891800"/>
            <a:ext cx="0" cy="272520"/>
          </a:xfrm>
          <a:prstGeom prst="line">
            <a:avLst/>
          </a:prstGeom>
          <a:ln/>
        </p:spPr>
        <p:style>
          <a:lnRef idx="1">
            <a:schemeClr val="accent1"/>
          </a:lnRef>
          <a:fillRef idx="0">
            <a:schemeClr val="accent1"/>
          </a:fillRef>
          <a:effectRef idx="0">
            <a:schemeClr val="accent1"/>
          </a:effectRef>
          <a:fontRef idx="minor"/>
        </p:style>
      </p:sp>
      <p:sp>
        <p:nvSpPr>
          <p:cNvPr id="190" name="CustomShape 62"/>
          <p:cNvSpPr/>
          <p:nvPr/>
        </p:nvSpPr>
        <p:spPr>
          <a:xfrm>
            <a:off x="571680" y="177480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91" name="CustomShape 63"/>
          <p:cNvSpPr/>
          <p:nvPr/>
        </p:nvSpPr>
        <p:spPr>
          <a:xfrm>
            <a:off x="1181160" y="177912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92" name="CustomShape 64"/>
          <p:cNvSpPr/>
          <p:nvPr/>
        </p:nvSpPr>
        <p:spPr>
          <a:xfrm>
            <a:off x="1010880" y="1564560"/>
            <a:ext cx="522360" cy="242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Type</a:t>
            </a:r>
            <a:endParaRPr b="0" lang="it-IT" sz="1000" spc="-1" strike="noStrike">
              <a:latin typeface="Arial"/>
            </a:endParaRPr>
          </a:p>
        </p:txBody>
      </p:sp>
      <p:sp>
        <p:nvSpPr>
          <p:cNvPr id="193" name="CustomShape 65"/>
          <p:cNvSpPr/>
          <p:nvPr/>
        </p:nvSpPr>
        <p:spPr>
          <a:xfrm>
            <a:off x="380520" y="1573920"/>
            <a:ext cx="522360" cy="39420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Name</a:t>
            </a:r>
            <a:endParaRPr b="0" lang="it-IT" sz="1000" spc="-1" strike="noStrike">
              <a:latin typeface="Arial"/>
            </a:endParaRPr>
          </a:p>
        </p:txBody>
      </p:sp>
      <p:sp>
        <p:nvSpPr>
          <p:cNvPr id="194" name="Line 66"/>
          <p:cNvSpPr/>
          <p:nvPr/>
        </p:nvSpPr>
        <p:spPr>
          <a:xfrm flipV="1">
            <a:off x="1296000" y="2682720"/>
            <a:ext cx="0" cy="272520"/>
          </a:xfrm>
          <a:prstGeom prst="line">
            <a:avLst/>
          </a:prstGeom>
          <a:ln/>
        </p:spPr>
        <p:style>
          <a:lnRef idx="1">
            <a:schemeClr val="accent1"/>
          </a:lnRef>
          <a:fillRef idx="0">
            <a:schemeClr val="accent1"/>
          </a:fillRef>
          <a:effectRef idx="0">
            <a:schemeClr val="accent1"/>
          </a:effectRef>
          <a:fontRef idx="minor"/>
        </p:style>
      </p:sp>
      <p:sp>
        <p:nvSpPr>
          <p:cNvPr id="195" name="CustomShape 67"/>
          <p:cNvSpPr/>
          <p:nvPr/>
        </p:nvSpPr>
        <p:spPr>
          <a:xfrm>
            <a:off x="1242360" y="294768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196" name="CustomShape 68"/>
          <p:cNvSpPr/>
          <p:nvPr/>
        </p:nvSpPr>
        <p:spPr>
          <a:xfrm>
            <a:off x="1049760" y="3019320"/>
            <a:ext cx="522360" cy="242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Code</a:t>
            </a:r>
            <a:endParaRPr b="0" lang="it-IT" sz="1000" spc="-1" strike="noStrike">
              <a:latin typeface="Arial"/>
            </a:endParaRPr>
          </a:p>
        </p:txBody>
      </p:sp>
      <p:sp>
        <p:nvSpPr>
          <p:cNvPr id="197" name="Line 69"/>
          <p:cNvSpPr/>
          <p:nvPr/>
        </p:nvSpPr>
        <p:spPr>
          <a:xfrm flipV="1">
            <a:off x="1706400" y="2337480"/>
            <a:ext cx="0" cy="481320"/>
          </a:xfrm>
          <a:prstGeom prst="line">
            <a:avLst/>
          </a:prstGeom>
          <a:ln/>
        </p:spPr>
        <p:style>
          <a:lnRef idx="1">
            <a:schemeClr val="accent1"/>
          </a:lnRef>
          <a:fillRef idx="0">
            <a:schemeClr val="accent1"/>
          </a:fillRef>
          <a:effectRef idx="0">
            <a:schemeClr val="accent1"/>
          </a:effectRef>
          <a:fontRef idx="minor"/>
        </p:style>
      </p:sp>
      <p:sp>
        <p:nvSpPr>
          <p:cNvPr id="198" name="Line 70"/>
          <p:cNvSpPr/>
          <p:nvPr/>
        </p:nvSpPr>
        <p:spPr>
          <a:xfrm>
            <a:off x="1180800" y="2818800"/>
            <a:ext cx="525600" cy="0"/>
          </a:xfrm>
          <a:prstGeom prst="line">
            <a:avLst/>
          </a:prstGeom>
          <a:ln/>
        </p:spPr>
        <p:style>
          <a:lnRef idx="1">
            <a:schemeClr val="accent1"/>
          </a:lnRef>
          <a:fillRef idx="0">
            <a:schemeClr val="accent1"/>
          </a:fillRef>
          <a:effectRef idx="0">
            <a:schemeClr val="accent1"/>
          </a:effectRef>
          <a:fontRef idx="minor"/>
        </p:style>
      </p:sp>
      <p:sp>
        <p:nvSpPr>
          <p:cNvPr id="199" name="CustomShape 71"/>
          <p:cNvSpPr/>
          <p:nvPr/>
        </p:nvSpPr>
        <p:spPr>
          <a:xfrm>
            <a:off x="1096200" y="2763720"/>
            <a:ext cx="107280" cy="108720"/>
          </a:xfrm>
          <a:prstGeom prst="ellipse">
            <a:avLst/>
          </a:prstGeom>
          <a:ln/>
        </p:spPr>
        <p:style>
          <a:lnRef idx="2">
            <a:schemeClr val="accent1">
              <a:shade val="50000"/>
            </a:schemeClr>
          </a:lnRef>
          <a:fillRef idx="1">
            <a:schemeClr val="accent1"/>
          </a:fillRef>
          <a:effectRef idx="0">
            <a:schemeClr val="accent1"/>
          </a:effectRef>
          <a:fontRef idx="minor"/>
        </p:style>
      </p:sp>
      <p:sp>
        <p:nvSpPr>
          <p:cNvPr id="200" name="CustomShape 72"/>
          <p:cNvSpPr/>
          <p:nvPr/>
        </p:nvSpPr>
        <p:spPr>
          <a:xfrm>
            <a:off x="1478160" y="215784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1:1</a:t>
            </a:r>
            <a:endParaRPr b="0" lang="it-IT" sz="1100" spc="-1" strike="noStrike">
              <a:latin typeface="Arial"/>
            </a:endParaRPr>
          </a:p>
        </p:txBody>
      </p:sp>
      <p:sp>
        <p:nvSpPr>
          <p:cNvPr id="201" name="CustomShape 73"/>
          <p:cNvSpPr/>
          <p:nvPr/>
        </p:nvSpPr>
        <p:spPr>
          <a:xfrm>
            <a:off x="2727000" y="215568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1:N</a:t>
            </a:r>
            <a:endParaRPr b="0" lang="it-IT" sz="1100" spc="-1" strike="noStrike">
              <a:latin typeface="Arial"/>
            </a:endParaRPr>
          </a:p>
        </p:txBody>
      </p:sp>
      <p:sp>
        <p:nvSpPr>
          <p:cNvPr id="202" name="CustomShape 74"/>
          <p:cNvSpPr/>
          <p:nvPr/>
        </p:nvSpPr>
        <p:spPr>
          <a:xfrm>
            <a:off x="555480" y="268092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0:N</a:t>
            </a:r>
            <a:endParaRPr b="0" lang="it-IT" sz="1100" spc="-1" strike="noStrike">
              <a:latin typeface="Arial"/>
            </a:endParaRPr>
          </a:p>
        </p:txBody>
      </p:sp>
      <p:sp>
        <p:nvSpPr>
          <p:cNvPr id="203" name="CustomShape 75"/>
          <p:cNvSpPr/>
          <p:nvPr/>
        </p:nvSpPr>
        <p:spPr>
          <a:xfrm>
            <a:off x="5943960" y="2668680"/>
            <a:ext cx="448200" cy="2577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1:N</a:t>
            </a:r>
            <a:endParaRPr b="0" lang="it-IT" sz="1100" spc="-1" strike="noStrike">
              <a:latin typeface="Arial"/>
            </a:endParaRPr>
          </a:p>
        </p:txBody>
      </p:sp>
      <p:sp>
        <p:nvSpPr>
          <p:cNvPr id="204" name="CustomShape 76"/>
          <p:cNvSpPr/>
          <p:nvPr/>
        </p:nvSpPr>
        <p:spPr>
          <a:xfrm>
            <a:off x="6516000" y="1526400"/>
            <a:ext cx="1029960" cy="39420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000" spc="-1" strike="noStrike">
                <a:solidFill>
                  <a:srgbClr val="000000"/>
                </a:solidFill>
                <a:latin typeface="Calibri"/>
              </a:rPr>
              <a:t>EmployeeCode*</a:t>
            </a:r>
            <a:endParaRPr b="0" lang="it-IT" sz="1000" spc="-1" strike="noStrike">
              <a:latin typeface="Arial"/>
            </a:endParaRPr>
          </a:p>
        </p:txBody>
      </p:sp>
      <p:sp>
        <p:nvSpPr>
          <p:cNvPr id="205" name="CustomShape 77"/>
          <p:cNvSpPr/>
          <p:nvPr/>
        </p:nvSpPr>
        <p:spPr>
          <a:xfrm>
            <a:off x="6710400" y="1803600"/>
            <a:ext cx="107280" cy="108720"/>
          </a:xfrm>
          <a:prstGeom prst="ellipse">
            <a:avLst/>
          </a:prstGeom>
          <a:solidFill>
            <a:schemeClr val="bg1"/>
          </a:solidFill>
          <a:ln/>
        </p:spPr>
        <p:style>
          <a:lnRef idx="2">
            <a:schemeClr val="accent1">
              <a:shade val="50000"/>
            </a:schemeClr>
          </a:lnRef>
          <a:fillRef idx="1">
            <a:schemeClr val="accent1"/>
          </a:fillRef>
          <a:effectRef idx="0">
            <a:schemeClr val="accent1"/>
          </a:effectRef>
          <a:fontRef idx="minor"/>
        </p:style>
      </p:sp>
      <p:sp>
        <p:nvSpPr>
          <p:cNvPr id="206" name="CustomShape 78"/>
          <p:cNvSpPr/>
          <p:nvPr/>
        </p:nvSpPr>
        <p:spPr>
          <a:xfrm>
            <a:off x="6534720" y="3326400"/>
            <a:ext cx="809280" cy="4244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evaluates</a:t>
            </a:r>
            <a:endParaRPr b="0" lang="it-IT" sz="1100" spc="-1" strike="noStrike">
              <a:latin typeface="Arial"/>
            </a:endParaRPr>
          </a:p>
        </p:txBody>
      </p:sp>
      <p:sp>
        <p:nvSpPr>
          <p:cNvPr id="207" name="CustomShape 79"/>
          <p:cNvSpPr/>
          <p:nvPr/>
        </p:nvSpPr>
        <p:spPr>
          <a:xfrm>
            <a:off x="4747320" y="2007720"/>
            <a:ext cx="726480" cy="4244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associate</a:t>
            </a:r>
            <a:endParaRPr b="0" lang="it-IT" sz="1100" spc="-1" strike="noStrike">
              <a:latin typeface="Arial"/>
            </a:endParaRPr>
          </a:p>
        </p:txBody>
      </p:sp>
      <p:sp>
        <p:nvSpPr>
          <p:cNvPr id="208" name="Line 80"/>
          <p:cNvSpPr/>
          <p:nvPr/>
        </p:nvSpPr>
        <p:spPr>
          <a:xfrm>
            <a:off x="6863040" y="2786760"/>
            <a:ext cx="546840" cy="720"/>
          </a:xfrm>
          <a:prstGeom prst="line">
            <a:avLst/>
          </a:prstGeom>
          <a:ln/>
        </p:spPr>
        <p:style>
          <a:lnRef idx="1">
            <a:schemeClr val="accent1"/>
          </a:lnRef>
          <a:fillRef idx="0">
            <a:schemeClr val="accent1"/>
          </a:fillRef>
          <a:effectRef idx="0">
            <a:schemeClr val="accent1"/>
          </a:effectRef>
          <a:fontRef idx="minor"/>
        </p:style>
      </p:sp>
      <p:sp>
        <p:nvSpPr>
          <p:cNvPr id="209" name="Line 81"/>
          <p:cNvSpPr/>
          <p:nvPr/>
        </p:nvSpPr>
        <p:spPr>
          <a:xfrm flipV="1">
            <a:off x="7409880" y="2286360"/>
            <a:ext cx="0" cy="505800"/>
          </a:xfrm>
          <a:prstGeom prst="line">
            <a:avLst/>
          </a:prstGeom>
          <a:ln/>
        </p:spPr>
        <p:style>
          <a:lnRef idx="1">
            <a:schemeClr val="accent1"/>
          </a:lnRef>
          <a:fillRef idx="0">
            <a:schemeClr val="accent1"/>
          </a:fillRef>
          <a:effectRef idx="0">
            <a:schemeClr val="accent1"/>
          </a:effectRef>
          <a:fontRef idx="minor"/>
        </p:style>
      </p:sp>
      <p:sp>
        <p:nvSpPr>
          <p:cNvPr id="210" name="CustomShape 82"/>
          <p:cNvSpPr/>
          <p:nvPr/>
        </p:nvSpPr>
        <p:spPr>
          <a:xfrm>
            <a:off x="6792120" y="2731320"/>
            <a:ext cx="107280" cy="108720"/>
          </a:xfrm>
          <a:prstGeom prst="ellipse">
            <a:avLst/>
          </a:prstGeom>
          <a:ln/>
        </p:spPr>
        <p:style>
          <a:lnRef idx="2">
            <a:schemeClr val="accent1">
              <a:shade val="50000"/>
            </a:schemeClr>
          </a:lnRef>
          <a:fillRef idx="1">
            <a:schemeClr val="accent1"/>
          </a:fillRef>
          <a:effectRef idx="0">
            <a:schemeClr val="accent1"/>
          </a:effectRef>
          <a:fontRef idx="minor"/>
        </p:style>
      </p:sp>
      <p:sp>
        <p:nvSpPr>
          <p:cNvPr id="211" name="CustomShape 83"/>
          <p:cNvSpPr/>
          <p:nvPr/>
        </p:nvSpPr>
        <p:spPr>
          <a:xfrm>
            <a:off x="8073720" y="1967760"/>
            <a:ext cx="453960" cy="4244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it-IT" sz="1100" spc="-1" strike="noStrike">
                <a:solidFill>
                  <a:srgbClr val="000000"/>
                </a:solidFill>
                <a:latin typeface="Calibri"/>
              </a:rPr>
              <a:t>asks</a:t>
            </a:r>
            <a:endParaRPr b="0" lang="it-IT" sz="11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TextShape 1"/>
          <p:cNvSpPr txBox="1"/>
          <p:nvPr/>
        </p:nvSpPr>
        <p:spPr>
          <a:xfrm>
            <a:off x="838080" y="36504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Local database schema (1/3)</a:t>
            </a:r>
            <a:endParaRPr b="0" lang="it-IT" sz="3600" spc="-1" strike="noStrike">
              <a:solidFill>
                <a:srgbClr val="000000"/>
              </a:solidFill>
              <a:latin typeface="Calibri"/>
            </a:endParaRPr>
          </a:p>
        </p:txBody>
      </p:sp>
      <p:sp>
        <p:nvSpPr>
          <p:cNvPr id="213" name="TextShape 2"/>
          <p:cNvSpPr txBox="1"/>
          <p:nvPr/>
        </p:nvSpPr>
        <p:spPr>
          <a:xfrm>
            <a:off x="838080" y="1108440"/>
            <a:ext cx="10515240" cy="5445360"/>
          </a:xfrm>
          <a:prstGeom prst="rect">
            <a:avLst/>
          </a:prstGeom>
          <a:noFill/>
          <a:ln>
            <a:noFill/>
          </a:ln>
        </p:spPr>
        <p:txBody>
          <a:bodyPr>
            <a:normAutofit/>
          </a:bodyPr>
          <a:p>
            <a:pPr>
              <a:lnSpc>
                <a:spcPct val="90000"/>
              </a:lnSpc>
              <a:spcBef>
                <a:spcPts val="360"/>
              </a:spcBef>
              <a:tabLst>
                <a:tab algn="l" pos="0"/>
              </a:tabLst>
            </a:pPr>
            <a:endParaRPr b="0" lang="it-IT" sz="2800" spc="-1" strike="noStrike">
              <a:solidFill>
                <a:srgbClr val="000000"/>
              </a:solidFill>
              <a:latin typeface="Calibri"/>
            </a:endParaRPr>
          </a:p>
          <a:p>
            <a:pPr>
              <a:lnSpc>
                <a:spcPct val="90000"/>
              </a:lnSpc>
              <a:spcBef>
                <a:spcPts val="360"/>
              </a:spcBef>
              <a:tabLst>
                <a:tab algn="l" pos="0"/>
              </a:tabLst>
            </a:pPr>
            <a:endParaRPr b="0" lang="it-IT" sz="28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CREATE TABLE `</a:t>
            </a:r>
            <a:r>
              <a:rPr b="1" lang="en-US" sz="1600" spc="-1" strike="noStrike">
                <a:solidFill>
                  <a:srgbClr val="000000"/>
                </a:solidFill>
                <a:latin typeface="Courier New"/>
              </a:rPr>
              <a:t>CLIENT</a:t>
            </a:r>
            <a:r>
              <a:rPr b="0" lang="en-US"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`Username`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`Password`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PRIMARY KEY (`Username`)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a:t>
            </a:r>
            <a:endParaRPr b="0" lang="it-IT" sz="1600" spc="-1" strike="noStrike">
              <a:solidFill>
                <a:srgbClr val="000000"/>
              </a:solidFill>
              <a:latin typeface="Calibri"/>
            </a:endParaRPr>
          </a:p>
          <a:p>
            <a:pPr>
              <a:lnSpc>
                <a:spcPct val="90000"/>
              </a:lnSpc>
              <a:spcBef>
                <a:spcPts val="360"/>
              </a:spcBef>
              <a:tabLst>
                <a:tab algn="l" pos="0"/>
              </a:tabLst>
            </a:pP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CREATE TABLE `</a:t>
            </a:r>
            <a:r>
              <a:rPr b="1" lang="en-US" sz="1600" spc="-1" strike="noStrike">
                <a:solidFill>
                  <a:srgbClr val="000000"/>
                </a:solidFill>
                <a:latin typeface="Courier New"/>
              </a:rPr>
              <a:t>EMPLOYEE</a:t>
            </a:r>
            <a:r>
              <a:rPr b="0" lang="en-US"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`Username`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`Password`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PRIMARY KEY (`Username`)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a:t>
            </a:r>
            <a:endParaRPr b="0" lang="it-IT" sz="1600" spc="-1" strike="noStrike">
              <a:solidFill>
                <a:srgbClr val="000000"/>
              </a:solidFill>
              <a:latin typeface="Calibri"/>
            </a:endParaRPr>
          </a:p>
          <a:p>
            <a:pPr>
              <a:lnSpc>
                <a:spcPct val="90000"/>
              </a:lnSpc>
              <a:spcBef>
                <a:spcPts val="360"/>
              </a:spcBef>
              <a:tabLst>
                <a:tab algn="l" pos="0"/>
              </a:tabLst>
            </a:pP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CREATE TABLE `</a:t>
            </a:r>
            <a:r>
              <a:rPr b="1" lang="en-US" sz="1600" spc="-1" strike="noStrike">
                <a:solidFill>
                  <a:srgbClr val="000000"/>
                </a:solidFill>
                <a:latin typeface="Courier New"/>
              </a:rPr>
              <a:t>PRODUCT</a:t>
            </a:r>
            <a:r>
              <a:rPr b="0" lang="en-US"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`Code`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`Name`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`ImgPath` varchar(255)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PRIMARY KEY (`Code`)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endParaRPr b="0" lang="it-IT" sz="1600" spc="-1" strike="noStrike">
              <a:solidFill>
                <a:srgbClr val="000000"/>
              </a:solidFill>
              <a:latin typeface="Calibri"/>
            </a:endParaRPr>
          </a:p>
          <a:p>
            <a:pPr>
              <a:lnSpc>
                <a:spcPct val="90000"/>
              </a:lnSpc>
              <a:spcBef>
                <a:spcPts val="360"/>
              </a:spcBef>
              <a:tabLst>
                <a:tab algn="l" pos="0"/>
              </a:tabLst>
            </a:pPr>
            <a:endParaRPr b="0" lang="it-IT" sz="16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TextShape 1"/>
          <p:cNvSpPr txBox="1"/>
          <p:nvPr/>
        </p:nvSpPr>
        <p:spPr>
          <a:xfrm>
            <a:off x="838080" y="36504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Local database schema (2/3)</a:t>
            </a:r>
            <a:endParaRPr b="0" lang="it-IT" sz="3600" spc="-1" strike="noStrike">
              <a:solidFill>
                <a:srgbClr val="000000"/>
              </a:solidFill>
              <a:latin typeface="Calibri"/>
            </a:endParaRPr>
          </a:p>
        </p:txBody>
      </p:sp>
      <p:sp>
        <p:nvSpPr>
          <p:cNvPr id="215" name="TextShape 2"/>
          <p:cNvSpPr txBox="1"/>
          <p:nvPr/>
        </p:nvSpPr>
        <p:spPr>
          <a:xfrm>
            <a:off x="838080" y="1168560"/>
            <a:ext cx="10515240" cy="5445360"/>
          </a:xfrm>
          <a:prstGeom prst="rect">
            <a:avLst/>
          </a:prstGeom>
          <a:noFill/>
          <a:ln>
            <a:noFill/>
          </a:ln>
        </p:spPr>
        <p:txBody>
          <a:bodyPr>
            <a:normAutofit fontScale="97000"/>
          </a:bodyPr>
          <a:p>
            <a:pPr>
              <a:lnSpc>
                <a:spcPct val="90000"/>
              </a:lnSpc>
              <a:spcBef>
                <a:spcPts val="360"/>
              </a:spcBef>
              <a:tabLst>
                <a:tab algn="l" pos="0"/>
              </a:tabLst>
            </a:pPr>
            <a:endParaRPr b="0" lang="it-IT" sz="28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CREATE TABLE `</a:t>
            </a:r>
            <a:r>
              <a:rPr b="1" lang="it-IT" sz="1600" spc="-1" strike="noStrike">
                <a:solidFill>
                  <a:srgbClr val="000000"/>
                </a:solidFill>
                <a:latin typeface="Courier New"/>
              </a:rPr>
              <a:t>OPTION</a:t>
            </a:r>
            <a:r>
              <a:rPr b="0" lang="it-IT"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`Code` varchar(45) NOT NULL,</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`ProductCode` varchar(45) NOT NULL,</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`Type` enum('Normale','In_Offerta') NOT NULL,</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`Name` varchar(45) NOT NULL,</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PRIMARY KEY (`Code`),</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KEY `Code_idx` (`ProductCode`),</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CONSTRAINT `ProductForeignKey` FOREIGN KEY (`ProductCode`) REFERENCES `PRODUCT` (`Code`)</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a:t>
            </a:r>
            <a:endParaRPr b="0" lang="it-IT" sz="1600" spc="-1" strike="noStrike">
              <a:solidFill>
                <a:srgbClr val="000000"/>
              </a:solidFill>
              <a:latin typeface="Calibri"/>
            </a:endParaRPr>
          </a:p>
          <a:p>
            <a:pPr>
              <a:lnSpc>
                <a:spcPct val="90000"/>
              </a:lnSpc>
              <a:spcBef>
                <a:spcPts val="360"/>
              </a:spcBef>
              <a:tabLst>
                <a:tab algn="l" pos="0"/>
              </a:tabLst>
            </a:pP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CREATE TABLE `</a:t>
            </a:r>
            <a:r>
              <a:rPr b="1" lang="it-IT" sz="1600" spc="-1" strike="noStrike">
                <a:solidFill>
                  <a:srgbClr val="000000"/>
                </a:solidFill>
                <a:latin typeface="Courier New"/>
              </a:rPr>
              <a:t>OPTIONSINPREVENTIVE</a:t>
            </a:r>
            <a:r>
              <a:rPr b="0" lang="it-IT"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`IDPreventive` varchar(45) NOT NULL,</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`OptionCode` varchar(45) NOT NULL,</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PRIMARY KEY (`IDPreventive`,`OptionCode`),</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KEY `OptionForeignKey_idx` (`OptionCode`),</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CONSTRAINT `OptionForeignKey` FOREIGN KEY (`OptionCode`) REFERENCES `OPTION` (`Code`),</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r>
              <a:rPr b="0" lang="it-IT" sz="1600" spc="-1" strike="noStrike">
                <a:solidFill>
                  <a:srgbClr val="000000"/>
                </a:solidFill>
                <a:latin typeface="Courier New"/>
              </a:rPr>
              <a:t>CONSTRAINT `PreventiveForeignKey` FOREIGN KEY (`IDPreventive`) REFERENCES `PREVENTIVE` (`ID`)</a:t>
            </a:r>
            <a:endParaRPr b="0" lang="it-IT" sz="1600" spc="-1" strike="noStrike">
              <a:solidFill>
                <a:srgbClr val="000000"/>
              </a:solidFill>
              <a:latin typeface="Calibri"/>
            </a:endParaRPr>
          </a:p>
          <a:p>
            <a:pPr>
              <a:lnSpc>
                <a:spcPct val="90000"/>
              </a:lnSpc>
              <a:spcBef>
                <a:spcPts val="360"/>
              </a:spcBef>
              <a:tabLst>
                <a:tab algn="l" pos="0"/>
              </a:tabLst>
            </a:pPr>
            <a:r>
              <a:rPr b="0" lang="it-IT" sz="1600" spc="-1" strike="noStrike">
                <a:solidFill>
                  <a:srgbClr val="000000"/>
                </a:solidFill>
                <a:latin typeface="Courier New"/>
              </a:rPr>
              <a:t>) </a:t>
            </a:r>
            <a:endParaRPr b="0" lang="it-IT" sz="16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TextShape 1"/>
          <p:cNvSpPr txBox="1"/>
          <p:nvPr/>
        </p:nvSpPr>
        <p:spPr>
          <a:xfrm>
            <a:off x="838080" y="36504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Local database schema (3/3)</a:t>
            </a:r>
            <a:endParaRPr b="0" lang="it-IT" sz="3600" spc="-1" strike="noStrike">
              <a:solidFill>
                <a:srgbClr val="000000"/>
              </a:solidFill>
              <a:latin typeface="Calibri"/>
            </a:endParaRPr>
          </a:p>
        </p:txBody>
      </p:sp>
      <p:sp>
        <p:nvSpPr>
          <p:cNvPr id="217" name="TextShape 2"/>
          <p:cNvSpPr txBox="1"/>
          <p:nvPr/>
        </p:nvSpPr>
        <p:spPr>
          <a:xfrm>
            <a:off x="838080" y="1168560"/>
            <a:ext cx="10515240" cy="5445360"/>
          </a:xfrm>
          <a:prstGeom prst="rect">
            <a:avLst/>
          </a:prstGeom>
          <a:noFill/>
          <a:ln>
            <a:noFill/>
          </a:ln>
        </p:spPr>
        <p:txBody>
          <a:bodyPr>
            <a:normAutofit/>
          </a:bodyPr>
          <a:p>
            <a:pPr>
              <a:lnSpc>
                <a:spcPct val="90000"/>
              </a:lnSpc>
              <a:spcBef>
                <a:spcPts val="360"/>
              </a:spcBef>
              <a:tabLst>
                <a:tab algn="l" pos="0"/>
              </a:tabLst>
            </a:pPr>
            <a:r>
              <a:rPr b="0" lang="en-US" sz="1600" spc="-1" strike="noStrike">
                <a:solidFill>
                  <a:srgbClr val="000000"/>
                </a:solidFill>
                <a:latin typeface="Courier New"/>
              </a:rPr>
              <a:t>CREATE TABLE `</a:t>
            </a:r>
            <a:r>
              <a:rPr b="1" lang="en-US" sz="1600" spc="-1" strike="noStrike">
                <a:solidFill>
                  <a:srgbClr val="000000"/>
                </a:solidFill>
                <a:latin typeface="Courier New"/>
              </a:rPr>
              <a:t>PREVENTIVE</a:t>
            </a:r>
            <a:r>
              <a:rPr b="0" lang="en-US" sz="1600" spc="-1" strike="noStrike">
                <a:solidFill>
                  <a:srgbClr val="000000"/>
                </a:solidFill>
                <a:latin typeface="Courier New"/>
              </a:rPr>
              <a:t>` (</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`ID`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`ClientUsername`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`ProductCode` varchar(45) NOT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`EmployeeUsername` varchar(45) DEFAULT NULL,</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`Price` float DEFAULT '0’,</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PRIMARY KEY (`ID`),</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KEY `fk_PREVENTIVE_1_idx1` (`EmployeeUsername`),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KEY `ClientForeignKey_idx` (`ClientUsername`),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KEY `ProductForeignKey_idx` (`ProductCode`),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CONSTRAINT `fk_PREVENTIVE_1` FOREIGN KEY (`ClientUsername`) REFERENCES `CLIENT` (`Username`),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CONSTRAINT `fk_PREVENTIVE_2` FOREIGN KEY (`EmployeeUsername`) REFERENCES `EMPLOYEE` (`Username`),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r>
              <a:rPr b="0" lang="en-US" sz="1600" spc="-1" strike="noStrike">
                <a:solidFill>
                  <a:srgbClr val="000000"/>
                </a:solidFill>
                <a:latin typeface="Courier New"/>
              </a:rPr>
              <a:t>CONSTRAINT `fk_PREVENTIVE_3` FOREIGN KEY (`ProductCode`) REFERENCES `PRODUCT` (`Code`)</a:t>
            </a:r>
            <a:endParaRPr b="0" lang="it-IT" sz="1600" spc="-1" strike="noStrike">
              <a:solidFill>
                <a:srgbClr val="000000"/>
              </a:solidFill>
              <a:latin typeface="Calibri"/>
            </a:endParaRPr>
          </a:p>
          <a:p>
            <a:pPr>
              <a:lnSpc>
                <a:spcPct val="90000"/>
              </a:lnSpc>
              <a:spcBef>
                <a:spcPts val="360"/>
              </a:spcBef>
              <a:tabLst>
                <a:tab algn="l" pos="0"/>
              </a:tabLst>
            </a:pPr>
            <a:r>
              <a:rPr b="0" lang="en-US" sz="1600" spc="-1" strike="noStrike">
                <a:solidFill>
                  <a:srgbClr val="000000"/>
                </a:solidFill>
                <a:latin typeface="Courier New"/>
              </a:rPr>
              <a:t>) </a:t>
            </a:r>
            <a:endParaRPr b="0" lang="it-IT" sz="16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TextShape 1"/>
          <p:cNvSpPr txBox="1"/>
          <p:nvPr/>
        </p:nvSpPr>
        <p:spPr>
          <a:xfrm>
            <a:off x="838080" y="365040"/>
            <a:ext cx="10515240" cy="802800"/>
          </a:xfrm>
          <a:prstGeom prst="rect">
            <a:avLst/>
          </a:prstGeom>
          <a:noFill/>
          <a:ln>
            <a:noFill/>
          </a:ln>
        </p:spPr>
        <p:txBody>
          <a:bodyPr anchor="ctr">
            <a:normAutofit/>
          </a:bodyPr>
          <a:p>
            <a:pPr>
              <a:lnSpc>
                <a:spcPct val="90000"/>
              </a:lnSpc>
            </a:pPr>
            <a:r>
              <a:rPr b="0" lang="it-IT" sz="3600" spc="-1" strike="noStrike">
                <a:solidFill>
                  <a:srgbClr val="000000"/>
                </a:solidFill>
                <a:latin typeface="Calibri Light"/>
              </a:rPr>
              <a:t>Application requirements analysis</a:t>
            </a:r>
            <a:endParaRPr b="0" lang="it-IT" sz="3600" spc="-1" strike="noStrike">
              <a:solidFill>
                <a:srgbClr val="000000"/>
              </a:solidFill>
              <a:latin typeface="Calibri"/>
            </a:endParaRPr>
          </a:p>
        </p:txBody>
      </p:sp>
      <p:sp>
        <p:nvSpPr>
          <p:cNvPr id="219" name="TextShape 2"/>
          <p:cNvSpPr txBox="1"/>
          <p:nvPr/>
        </p:nvSpPr>
        <p:spPr>
          <a:xfrm>
            <a:off x="838080" y="1168560"/>
            <a:ext cx="10515240" cy="5445360"/>
          </a:xfrm>
          <a:prstGeom prst="rect">
            <a:avLst/>
          </a:prstGeom>
          <a:noFill/>
          <a:ln>
            <a:noFill/>
          </a:ln>
        </p:spPr>
        <p:txBody>
          <a:bodyPr>
            <a:normAutofit fontScale="63000"/>
          </a:bodyPr>
          <a:p>
            <a:pPr>
              <a:lnSpc>
                <a:spcPct val="110000"/>
              </a:lnSpc>
              <a:spcBef>
                <a:spcPts val="1001"/>
              </a:spcBef>
              <a:tabLst>
                <a:tab algn="l" pos="0"/>
              </a:tabLst>
            </a:pPr>
            <a:r>
              <a:rPr b="0" lang="it-IT" sz="1800" spc="-1" strike="noStrike">
                <a:solidFill>
                  <a:srgbClr val="000000"/>
                </a:solidFill>
                <a:latin typeface="Arial"/>
              </a:rPr>
              <a:t>Un’applicazione web consente la gestione di richieste di preventivi per prodotti personalizzati. L’applicazione </a:t>
            </a:r>
            <a:r>
              <a:rPr b="0" lang="it-IT" sz="1800" spc="-1" strike="noStrike">
                <a:solidFill>
                  <a:srgbClr val="0070c0"/>
                </a:solidFill>
                <a:latin typeface="Arial"/>
              </a:rPr>
              <a:t>supporta</a:t>
            </a:r>
            <a:r>
              <a:rPr b="0" lang="it-IT" sz="1800" spc="-1" strike="noStrike">
                <a:solidFill>
                  <a:srgbClr val="000000"/>
                </a:solidFill>
                <a:latin typeface="Arial"/>
              </a:rPr>
              <a:t> </a:t>
            </a:r>
            <a:r>
              <a:rPr b="0" lang="it-IT" sz="1800" spc="-1" strike="noStrike">
                <a:solidFill>
                  <a:srgbClr val="843c0b"/>
                </a:solidFill>
                <a:latin typeface="Arial"/>
              </a:rPr>
              <a:t>registrazione</a:t>
            </a:r>
            <a:r>
              <a:rPr b="0" lang="it-IT" sz="1800" spc="-1" strike="noStrike">
                <a:solidFill>
                  <a:srgbClr val="000000"/>
                </a:solidFill>
                <a:latin typeface="Arial"/>
              </a:rPr>
              <a:t> e </a:t>
            </a:r>
            <a:r>
              <a:rPr b="0" lang="it-IT" sz="1800" spc="-1" strike="noStrike">
                <a:solidFill>
                  <a:srgbClr val="843c0b"/>
                </a:solidFill>
                <a:latin typeface="Arial"/>
              </a:rPr>
              <a:t>login</a:t>
            </a:r>
            <a:r>
              <a:rPr b="0" lang="it-IT" sz="1800" spc="-1" strike="noStrike">
                <a:solidFill>
                  <a:srgbClr val="000000"/>
                </a:solidFill>
                <a:latin typeface="Arial"/>
              </a:rPr>
              <a:t> di clienti e impiegati mediante una pagina pubblica con opportune form. La registrazione </a:t>
            </a:r>
            <a:r>
              <a:rPr b="0" lang="it-IT" sz="1800" spc="-1" strike="noStrike">
                <a:solidFill>
                  <a:srgbClr val="0070c0"/>
                </a:solidFill>
                <a:latin typeface="Arial"/>
              </a:rPr>
              <a:t>controlla l’unicità dello username</a:t>
            </a:r>
            <a:r>
              <a:rPr b="0" lang="it-IT" sz="1800" spc="-1" strike="noStrike">
                <a:solidFill>
                  <a:srgbClr val="000000"/>
                </a:solidFill>
                <a:latin typeface="Arial"/>
              </a:rPr>
              <a:t>. Un preventivo è associato a un prodotto, al cliente che l’ha richiesto e all’impiegato che l’ha gestito. Il preventivo comprende una o più opzioni per il prodotto a cui è associato, che devono essere tra quelle disponibili per il prodotto. Un prodotto ha un codice, un’immagine e un nome. Un’opzione ha un codice, un tipo (“normale”, “in offerta”) e un nome. Un preventivo ha un prezzo, definito dall’impiegato. Quando l’utente (cliente o impiegato) accede all’applicazione, appare una </a:t>
            </a:r>
            <a:r>
              <a:rPr b="0" lang="it-IT" sz="1800" spc="-1" strike="noStrike">
                <a:solidFill>
                  <a:srgbClr val="ff0000"/>
                </a:solidFill>
                <a:latin typeface="Arial"/>
              </a:rPr>
              <a:t>LOGIN PAGE</a:t>
            </a:r>
            <a:r>
              <a:rPr b="0" lang="it-IT" sz="1800" spc="-1" strike="noStrike">
                <a:solidFill>
                  <a:srgbClr val="000000"/>
                </a:solidFill>
                <a:latin typeface="Arial"/>
              </a:rPr>
              <a:t>, mediante la quale l’utente si autentica con username e password. Quando un cliente fa login, accede a una pagina </a:t>
            </a:r>
            <a:r>
              <a:rPr b="0" lang="it-IT" sz="1800" spc="-1" strike="noStrike">
                <a:solidFill>
                  <a:srgbClr val="ff0000"/>
                </a:solidFill>
                <a:latin typeface="Arial"/>
              </a:rPr>
              <a:t>HOME PAGE CLIENTE </a:t>
            </a:r>
            <a:r>
              <a:rPr b="0" lang="it-IT" sz="1800" spc="-1" strike="noStrike">
                <a:solidFill>
                  <a:srgbClr val="000000"/>
                </a:solidFill>
                <a:latin typeface="Arial"/>
              </a:rPr>
              <a:t>che contiene </a:t>
            </a:r>
            <a:r>
              <a:rPr b="0" lang="it-IT" sz="1800" spc="-1" strike="noStrike">
                <a:solidFill>
                  <a:srgbClr val="00b050"/>
                </a:solidFill>
                <a:latin typeface="Arial"/>
              </a:rPr>
              <a:t>una form </a:t>
            </a:r>
            <a:r>
              <a:rPr b="0" lang="it-IT" sz="1800" spc="-1" strike="noStrike">
                <a:solidFill>
                  <a:srgbClr val="000000"/>
                </a:solidFill>
                <a:latin typeface="Arial"/>
              </a:rPr>
              <a:t>per </a:t>
            </a:r>
            <a:r>
              <a:rPr b="0" lang="it-IT" sz="1800" spc="-1" strike="noStrike">
                <a:solidFill>
                  <a:srgbClr val="843c0b"/>
                </a:solidFill>
                <a:latin typeface="Arial"/>
              </a:rPr>
              <a:t>creare un preventivo </a:t>
            </a:r>
            <a:r>
              <a:rPr b="0" lang="it-IT" sz="1800" spc="-1" strike="noStrike">
                <a:solidFill>
                  <a:srgbClr val="000000"/>
                </a:solidFill>
                <a:latin typeface="Arial"/>
              </a:rPr>
              <a:t>e </a:t>
            </a:r>
            <a:r>
              <a:rPr b="0" lang="it-IT" sz="1800" spc="-1" strike="noStrike">
                <a:solidFill>
                  <a:srgbClr val="00b050"/>
                </a:solidFill>
                <a:latin typeface="Arial"/>
              </a:rPr>
              <a:t>l’elenco dei preventivi creati dal cliente</a:t>
            </a:r>
            <a:r>
              <a:rPr b="0" lang="it-IT" sz="1800" spc="-1" strike="noStrike">
                <a:solidFill>
                  <a:srgbClr val="000000"/>
                </a:solidFill>
                <a:latin typeface="Arial"/>
              </a:rPr>
              <a:t>. Selezionando uno dei preventivi il cliente ne visualizza i </a:t>
            </a:r>
            <a:r>
              <a:rPr b="0" lang="it-IT" sz="1800" spc="-1" strike="noStrike">
                <a:solidFill>
                  <a:srgbClr val="00b050"/>
                </a:solidFill>
                <a:latin typeface="Arial"/>
              </a:rPr>
              <a:t>dettagli</a:t>
            </a:r>
            <a:r>
              <a:rPr b="0" lang="it-IT" sz="1800" spc="-1" strike="noStrike">
                <a:solidFill>
                  <a:srgbClr val="000000"/>
                </a:solidFill>
                <a:latin typeface="Arial"/>
              </a:rPr>
              <a:t>. Mediante la form di creazione di un preventivo l’utente per prima cosa </a:t>
            </a:r>
            <a:r>
              <a:rPr b="0" lang="it-IT" sz="1800" spc="-1" strike="noStrike">
                <a:solidFill>
                  <a:srgbClr val="0070c0"/>
                </a:solidFill>
                <a:latin typeface="Arial"/>
              </a:rPr>
              <a:t>sceglie il prodotto</a:t>
            </a:r>
            <a:r>
              <a:rPr b="0" lang="it-IT" sz="1800" spc="-1" strike="noStrike">
                <a:solidFill>
                  <a:srgbClr val="000000"/>
                </a:solidFill>
                <a:latin typeface="Arial"/>
              </a:rPr>
              <a:t>; scelto il prodotto, la form mostra le opzioni di quel prodotto. L’utente </a:t>
            </a:r>
            <a:r>
              <a:rPr b="0" lang="it-IT" sz="1800" spc="-1" strike="noStrike">
                <a:solidFill>
                  <a:srgbClr val="0070c0"/>
                </a:solidFill>
                <a:latin typeface="Arial"/>
              </a:rPr>
              <a:t>sceglie le opzioni</a:t>
            </a:r>
            <a:r>
              <a:rPr b="0" lang="it-IT" sz="1800" spc="-1" strike="noStrike">
                <a:solidFill>
                  <a:srgbClr val="000000"/>
                </a:solidFill>
                <a:latin typeface="Arial"/>
              </a:rPr>
              <a:t> (almeno una) e </a:t>
            </a:r>
            <a:r>
              <a:rPr b="0" lang="it-IT" sz="1800" spc="-1" strike="noStrike">
                <a:solidFill>
                  <a:srgbClr val="0070c0"/>
                </a:solidFill>
                <a:latin typeface="Arial"/>
              </a:rPr>
              <a:t>conferma l’invio del preventivo </a:t>
            </a:r>
            <a:r>
              <a:rPr b="0" lang="it-IT" sz="1800" spc="-1" strike="noStrike">
                <a:solidFill>
                  <a:srgbClr val="000000"/>
                </a:solidFill>
                <a:latin typeface="Arial"/>
              </a:rPr>
              <a:t>mediante il </a:t>
            </a:r>
            <a:r>
              <a:rPr b="0" lang="it-IT" sz="1800" spc="-1" strike="noStrike">
                <a:solidFill>
                  <a:srgbClr val="00b050"/>
                </a:solidFill>
                <a:latin typeface="Arial"/>
              </a:rPr>
              <a:t>bottone INVIA PREVENTIVO</a:t>
            </a:r>
            <a:r>
              <a:rPr b="0" lang="it-IT" sz="1800" spc="-1" strike="noStrike">
                <a:solidFill>
                  <a:srgbClr val="000000"/>
                </a:solidFill>
                <a:latin typeface="Arial"/>
              </a:rPr>
              <a:t>. Quando un impiegato effettua il login, accede a una pagina </a:t>
            </a:r>
            <a:r>
              <a:rPr b="0" lang="it-IT" sz="1800" spc="-1" strike="noStrike">
                <a:solidFill>
                  <a:srgbClr val="ff0000"/>
                </a:solidFill>
                <a:latin typeface="Arial"/>
              </a:rPr>
              <a:t>HOME PAGE IMPIEGATO </a:t>
            </a:r>
            <a:r>
              <a:rPr b="0" lang="it-IT" sz="1800" spc="-1" strike="noStrike">
                <a:solidFill>
                  <a:srgbClr val="000000"/>
                </a:solidFill>
                <a:latin typeface="Arial"/>
              </a:rPr>
              <a:t>che contiene </a:t>
            </a:r>
            <a:r>
              <a:rPr b="0" lang="it-IT" sz="1800" spc="-1" strike="noStrike">
                <a:solidFill>
                  <a:srgbClr val="00b050"/>
                </a:solidFill>
                <a:latin typeface="Arial"/>
              </a:rPr>
              <a:t>l’elenco dei preventivi gestiti</a:t>
            </a:r>
            <a:r>
              <a:rPr b="0" lang="it-IT" sz="1800" spc="-1" strike="noStrike">
                <a:solidFill>
                  <a:srgbClr val="000000"/>
                </a:solidFill>
                <a:latin typeface="Arial"/>
              </a:rPr>
              <a:t> da lui in precedenza e quello dei </a:t>
            </a:r>
            <a:r>
              <a:rPr b="0" lang="it-IT" sz="1800" spc="-1" strike="noStrike">
                <a:solidFill>
                  <a:srgbClr val="00b050"/>
                </a:solidFill>
                <a:latin typeface="Arial"/>
              </a:rPr>
              <a:t>preventivi non ancora associati </a:t>
            </a:r>
            <a:r>
              <a:rPr b="0" lang="it-IT" sz="1800" spc="-1" strike="noStrike">
                <a:solidFill>
                  <a:srgbClr val="000000"/>
                </a:solidFill>
                <a:latin typeface="Arial"/>
              </a:rPr>
              <a:t>a nessun impiegato. Quando l’impiegato </a:t>
            </a:r>
            <a:r>
              <a:rPr b="0" lang="it-IT" sz="1800" spc="-1" strike="noStrike">
                <a:solidFill>
                  <a:srgbClr val="0070c0"/>
                </a:solidFill>
                <a:latin typeface="Arial"/>
              </a:rPr>
              <a:t>seleziona un elemento </a:t>
            </a:r>
            <a:r>
              <a:rPr b="0" lang="it-IT" sz="1800" spc="-1" strike="noStrike">
                <a:solidFill>
                  <a:srgbClr val="000000"/>
                </a:solidFill>
                <a:latin typeface="Arial"/>
              </a:rPr>
              <a:t>dall’elenco dei preventivi non ancora associati a nessuno, compare una pagina </a:t>
            </a:r>
            <a:r>
              <a:rPr b="0" lang="it-IT" sz="1800" spc="-1" strike="noStrike">
                <a:solidFill>
                  <a:srgbClr val="ff0000"/>
                </a:solidFill>
                <a:latin typeface="Arial"/>
              </a:rPr>
              <a:t>PREZZA PREVENTIVO </a:t>
            </a:r>
            <a:r>
              <a:rPr b="0" lang="it-IT" sz="1800" spc="-1" strike="noStrike">
                <a:solidFill>
                  <a:srgbClr val="000000"/>
                </a:solidFill>
                <a:latin typeface="Arial"/>
              </a:rPr>
              <a:t>che mostra i </a:t>
            </a:r>
            <a:r>
              <a:rPr b="0" lang="it-IT" sz="1800" spc="-1" strike="noStrike">
                <a:solidFill>
                  <a:srgbClr val="00b050"/>
                </a:solidFill>
                <a:latin typeface="Arial"/>
              </a:rPr>
              <a:t>dati del cliente (username) e del preventivo </a:t>
            </a:r>
            <a:r>
              <a:rPr b="0" lang="it-IT" sz="1800" spc="-1" strike="noStrike">
                <a:solidFill>
                  <a:srgbClr val="000000"/>
                </a:solidFill>
                <a:latin typeface="Arial"/>
              </a:rPr>
              <a:t>e </a:t>
            </a:r>
            <a:r>
              <a:rPr b="0" lang="it-IT" sz="1800" spc="-1" strike="noStrike">
                <a:solidFill>
                  <a:srgbClr val="00b050"/>
                </a:solidFill>
                <a:latin typeface="Arial"/>
              </a:rPr>
              <a:t>una</a:t>
            </a:r>
            <a:r>
              <a:rPr b="0" lang="it-IT" sz="1800" spc="-1" strike="noStrike">
                <a:solidFill>
                  <a:srgbClr val="000000"/>
                </a:solidFill>
                <a:latin typeface="Arial"/>
              </a:rPr>
              <a:t> </a:t>
            </a:r>
            <a:r>
              <a:rPr b="0" lang="it-IT" sz="1800" spc="-1" strike="noStrike">
                <a:solidFill>
                  <a:srgbClr val="00b050"/>
                </a:solidFill>
                <a:latin typeface="Arial"/>
              </a:rPr>
              <a:t>form</a:t>
            </a:r>
            <a:r>
              <a:rPr b="0" lang="it-IT" sz="1800" spc="-1" strike="noStrike">
                <a:solidFill>
                  <a:srgbClr val="000000"/>
                </a:solidFill>
                <a:latin typeface="Arial"/>
              </a:rPr>
              <a:t> per inserire il prezzo del preventivo. Quando l’impiegato inserisce il prezzo e </a:t>
            </a:r>
            <a:r>
              <a:rPr b="0" lang="it-IT" sz="1800" spc="-1" strike="noStrike">
                <a:solidFill>
                  <a:srgbClr val="0070c0"/>
                </a:solidFill>
                <a:latin typeface="Arial"/>
              </a:rPr>
              <a:t>invia i dati </a:t>
            </a:r>
            <a:r>
              <a:rPr b="0" lang="it-IT" sz="1800" spc="-1" strike="noStrike">
                <a:solidFill>
                  <a:srgbClr val="000000"/>
                </a:solidFill>
                <a:latin typeface="Arial"/>
              </a:rPr>
              <a:t>con il </a:t>
            </a:r>
            <a:r>
              <a:rPr b="0" lang="it-IT" sz="1800" spc="-1" strike="noStrike">
                <a:solidFill>
                  <a:srgbClr val="00b050"/>
                </a:solidFill>
                <a:latin typeface="Arial"/>
              </a:rPr>
              <a:t>bottone INVIA PREZZO</a:t>
            </a:r>
            <a:r>
              <a:rPr b="0" lang="it-IT" sz="1800" spc="-1" strike="noStrike">
                <a:solidFill>
                  <a:srgbClr val="000000"/>
                </a:solidFill>
                <a:latin typeface="Arial"/>
              </a:rPr>
              <a:t>, compare di nuovo la pagina HOME PAGE IMPIEGATO con </a:t>
            </a:r>
            <a:r>
              <a:rPr b="0" lang="it-IT" sz="1800" spc="-1" strike="noStrike">
                <a:solidFill>
                  <a:srgbClr val="843c0b"/>
                </a:solidFill>
                <a:latin typeface="Arial"/>
              </a:rPr>
              <a:t>gli elenchi dei preventivi aggiornati</a:t>
            </a:r>
            <a:r>
              <a:rPr b="0" lang="it-IT" sz="1800" spc="-1" strike="noStrike">
                <a:solidFill>
                  <a:srgbClr val="000000"/>
                </a:solidFill>
                <a:latin typeface="Arial"/>
              </a:rPr>
              <a:t>. Il prezzo definito dall’impiegato risulta visibile al cliente quando questi </a:t>
            </a:r>
            <a:r>
              <a:rPr b="0" lang="it-IT" sz="1800" spc="-1" strike="noStrike">
                <a:solidFill>
                  <a:srgbClr val="0070c0"/>
                </a:solidFill>
                <a:latin typeface="Arial"/>
              </a:rPr>
              <a:t>accede all’elenco dei propri preventivi </a:t>
            </a:r>
            <a:r>
              <a:rPr b="0" lang="it-IT" sz="1800" spc="-1" strike="noStrike">
                <a:solidFill>
                  <a:srgbClr val="000000"/>
                </a:solidFill>
                <a:latin typeface="Arial"/>
              </a:rPr>
              <a:t>e visualizza i dettagli del preventivo. La pagina PREZZA PREVENTIVO contiene anche un collegamento per tornare alla HOME PAGE IMPIEGATO. L’applicazione consente il logout dell’utente. </a:t>
            </a:r>
            <a:endParaRPr b="0" lang="it-IT" sz="1800" spc="-1" strike="noStrike">
              <a:solidFill>
                <a:srgbClr val="000000"/>
              </a:solidFill>
              <a:latin typeface="Calibri"/>
            </a:endParaRPr>
          </a:p>
          <a:p>
            <a:pPr>
              <a:lnSpc>
                <a:spcPct val="110000"/>
              </a:lnSpc>
              <a:spcBef>
                <a:spcPts val="1001"/>
              </a:spcBef>
              <a:tabLst>
                <a:tab algn="l" pos="0"/>
              </a:tabLst>
            </a:pPr>
            <a:r>
              <a:rPr b="0" lang="it-IT" sz="1800" spc="-1" strike="noStrike">
                <a:solidFill>
                  <a:srgbClr val="ff0000"/>
                </a:solidFill>
                <a:latin typeface="Arial"/>
              </a:rPr>
              <a:t>Pages(views)</a:t>
            </a:r>
            <a:r>
              <a:rPr b="0" lang="it-IT" sz="1800" spc="-1" strike="noStrike">
                <a:solidFill>
                  <a:srgbClr val="000000"/>
                </a:solidFill>
                <a:latin typeface="Arial"/>
              </a:rPr>
              <a:t>, </a:t>
            </a:r>
            <a:r>
              <a:rPr b="0" lang="it-IT" sz="1800" spc="-1" strike="noStrike">
                <a:solidFill>
                  <a:srgbClr val="00b050"/>
                </a:solidFill>
                <a:latin typeface="Arial"/>
              </a:rPr>
              <a:t>view components</a:t>
            </a:r>
            <a:r>
              <a:rPr b="0" lang="it-IT" sz="1800" spc="-1" strike="noStrike">
                <a:solidFill>
                  <a:srgbClr val="000000"/>
                </a:solidFill>
                <a:latin typeface="Arial"/>
              </a:rPr>
              <a:t>, </a:t>
            </a:r>
            <a:r>
              <a:rPr b="0" lang="it-IT" sz="1800" spc="-1" strike="noStrike">
                <a:solidFill>
                  <a:srgbClr val="0070c0"/>
                </a:solidFill>
                <a:latin typeface="Arial"/>
              </a:rPr>
              <a:t>events</a:t>
            </a:r>
            <a:r>
              <a:rPr b="0" lang="it-IT" sz="1800" spc="-1" strike="noStrike">
                <a:solidFill>
                  <a:srgbClr val="00b0f0"/>
                </a:solidFill>
                <a:latin typeface="Arial"/>
              </a:rPr>
              <a:t>, </a:t>
            </a:r>
            <a:r>
              <a:rPr b="0" lang="it-IT" sz="1800" spc="-1" strike="noStrike">
                <a:solidFill>
                  <a:srgbClr val="843c0b"/>
                </a:solidFill>
                <a:latin typeface="Arial"/>
              </a:rPr>
              <a:t>actions</a:t>
            </a:r>
            <a:endParaRPr b="0" lang="it-IT" sz="1800" spc="-1" strike="noStrike">
              <a:solidFill>
                <a:srgbClr val="000000"/>
              </a:solidFill>
              <a:latin typeface="Calibri"/>
            </a:endParaRPr>
          </a:p>
          <a:p>
            <a:pPr>
              <a:lnSpc>
                <a:spcPct val="110000"/>
              </a:lnSpc>
              <a:spcBef>
                <a:spcPts val="1001"/>
              </a:spcBef>
              <a:tabLst>
                <a:tab algn="l" pos="0"/>
              </a:tabLst>
            </a:pPr>
            <a:endParaRPr b="0" lang="it-IT" sz="1800" spc="-1" strike="noStrike">
              <a:solidFill>
                <a:srgbClr val="000000"/>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TextShape 1"/>
          <p:cNvSpPr txBox="1"/>
          <p:nvPr/>
        </p:nvSpPr>
        <p:spPr>
          <a:xfrm>
            <a:off x="838080" y="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Application design (all)</a:t>
            </a:r>
            <a:endParaRPr b="0" lang="it-IT" sz="3600" spc="-1" strike="noStrike">
              <a:solidFill>
                <a:srgbClr val="000000"/>
              </a:solidFill>
              <a:latin typeface="Calibri"/>
            </a:endParaRPr>
          </a:p>
        </p:txBody>
      </p:sp>
      <p:sp>
        <p:nvSpPr>
          <p:cNvPr id="221" name="CustomShape 2"/>
          <p:cNvSpPr/>
          <p:nvPr/>
        </p:nvSpPr>
        <p:spPr>
          <a:xfrm>
            <a:off x="316080" y="1609200"/>
            <a:ext cx="2716920" cy="412560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LOGIN PAGE</a:t>
            </a:r>
            <a:endParaRPr b="0" lang="it-IT" sz="1800" spc="-1" strike="noStrike">
              <a:latin typeface="Arial"/>
            </a:endParaRPr>
          </a:p>
        </p:txBody>
      </p:sp>
      <p:sp>
        <p:nvSpPr>
          <p:cNvPr id="222" name="CustomShape 3"/>
          <p:cNvSpPr/>
          <p:nvPr/>
        </p:nvSpPr>
        <p:spPr>
          <a:xfrm>
            <a:off x="659880" y="2069280"/>
            <a:ext cx="1989720" cy="93780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es-419" sz="1800" spc="-1" strike="noStrike">
                <a:solidFill>
                  <a:srgbClr val="000000"/>
                </a:solidFill>
                <a:latin typeface="Calibri"/>
                <a:ea typeface="Calibri"/>
              </a:rPr>
              <a:t>Login form</a:t>
            </a:r>
            <a:br/>
            <a:r>
              <a:rPr b="0" lang="es-419" sz="1800" spc="-1" strike="noStrike">
                <a:solidFill>
                  <a:srgbClr val="000000"/>
                </a:solidFill>
                <a:latin typeface="Calibri"/>
                <a:ea typeface="Calibri"/>
              </a:rPr>
              <a:t>[field: username</a:t>
            </a:r>
            <a:endParaRPr b="0" lang="it-IT" sz="1800" spc="-1" strike="noStrike">
              <a:latin typeface="Arial"/>
            </a:endParaRPr>
          </a:p>
          <a:p>
            <a:pPr algn="ctr">
              <a:lnSpc>
                <a:spcPct val="100000"/>
              </a:lnSpc>
              <a:tabLst>
                <a:tab algn="l" pos="0"/>
              </a:tabLst>
            </a:pPr>
            <a:r>
              <a:rPr b="0" lang="es-419" sz="1800" spc="-1" strike="noStrike">
                <a:solidFill>
                  <a:srgbClr val="000000"/>
                </a:solidFill>
                <a:latin typeface="Calibri"/>
                <a:ea typeface="Calibri"/>
              </a:rPr>
              <a:t>field: password]</a:t>
            </a:r>
            <a:endParaRPr b="0" lang="it-IT" sz="1800" spc="-1" strike="noStrike">
              <a:latin typeface="Arial"/>
            </a:endParaRPr>
          </a:p>
        </p:txBody>
      </p:sp>
      <p:sp>
        <p:nvSpPr>
          <p:cNvPr id="223" name="CustomShape 4"/>
          <p:cNvSpPr/>
          <p:nvPr/>
        </p:nvSpPr>
        <p:spPr>
          <a:xfrm>
            <a:off x="2505600" y="235188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24" name="CustomShape 5"/>
          <p:cNvSpPr/>
          <p:nvPr/>
        </p:nvSpPr>
        <p:spPr>
          <a:xfrm>
            <a:off x="2793960" y="2459880"/>
            <a:ext cx="1096200" cy="288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25" name="CustomShape 6"/>
          <p:cNvSpPr/>
          <p:nvPr/>
        </p:nvSpPr>
        <p:spPr>
          <a:xfrm>
            <a:off x="3023640" y="2171160"/>
            <a:ext cx="718200" cy="23436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400" spc="-1" strike="noStrike">
                <a:solidFill>
                  <a:srgbClr val="000000"/>
                </a:solidFill>
                <a:latin typeface="Calibri"/>
                <a:ea typeface="Calibri"/>
              </a:rPr>
              <a:t>submit</a:t>
            </a:r>
            <a:endParaRPr b="0" lang="it-IT" sz="1400" spc="-1" strike="noStrike">
              <a:latin typeface="Arial"/>
            </a:endParaRPr>
          </a:p>
        </p:txBody>
      </p:sp>
      <p:sp>
        <p:nvSpPr>
          <p:cNvPr id="226" name="CustomShape 7"/>
          <p:cNvSpPr/>
          <p:nvPr/>
        </p:nvSpPr>
        <p:spPr>
          <a:xfrm>
            <a:off x="663120" y="3226680"/>
            <a:ext cx="1989720" cy="223740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es-419" sz="1800" spc="-1" strike="noStrike">
                <a:solidFill>
                  <a:srgbClr val="000000"/>
                </a:solidFill>
                <a:latin typeface="Calibri"/>
                <a:ea typeface="Calibri"/>
              </a:rPr>
              <a:t>Registration form</a:t>
            </a:r>
            <a:br/>
            <a:r>
              <a:rPr b="0" lang="es-419" sz="1800" spc="-1" strike="noStrike">
                <a:solidFill>
                  <a:srgbClr val="000000"/>
                </a:solidFill>
                <a:latin typeface="Calibri"/>
                <a:ea typeface="Calibri"/>
              </a:rPr>
              <a:t>[field: username</a:t>
            </a:r>
            <a:endParaRPr b="0" lang="it-IT" sz="1800" spc="-1" strike="noStrike">
              <a:latin typeface="Arial"/>
            </a:endParaRPr>
          </a:p>
          <a:p>
            <a:pPr algn="ctr">
              <a:lnSpc>
                <a:spcPct val="100000"/>
              </a:lnSpc>
              <a:tabLst>
                <a:tab algn="l" pos="0"/>
              </a:tabLst>
            </a:pPr>
            <a:r>
              <a:rPr b="0" lang="es-419" sz="1800" spc="-1" strike="noStrike">
                <a:solidFill>
                  <a:srgbClr val="000000"/>
                </a:solidFill>
                <a:latin typeface="Calibri"/>
                <a:ea typeface="Calibri"/>
              </a:rPr>
              <a:t>field: desired password</a:t>
            </a:r>
            <a:endParaRPr b="0" lang="it-IT" sz="1800" spc="-1" strike="noStrike">
              <a:latin typeface="Arial"/>
            </a:endParaRPr>
          </a:p>
          <a:p>
            <a:pPr algn="ctr">
              <a:lnSpc>
                <a:spcPct val="100000"/>
              </a:lnSpc>
              <a:tabLst>
                <a:tab algn="l" pos="0"/>
              </a:tabLst>
            </a:pPr>
            <a:r>
              <a:rPr b="0" lang="es-419" sz="1800" spc="-1" strike="noStrike">
                <a:solidFill>
                  <a:srgbClr val="000000"/>
                </a:solidFill>
                <a:latin typeface="Calibri"/>
                <a:ea typeface="Calibri"/>
              </a:rPr>
              <a:t>field: desired password again</a:t>
            </a:r>
            <a:endParaRPr b="0" lang="it-IT" sz="1800" spc="-1" strike="noStrike">
              <a:latin typeface="Arial"/>
            </a:endParaRPr>
          </a:p>
          <a:p>
            <a:pPr algn="ctr">
              <a:lnSpc>
                <a:spcPct val="100000"/>
              </a:lnSpc>
              <a:tabLst>
                <a:tab algn="l" pos="0"/>
              </a:tabLst>
            </a:pPr>
            <a:r>
              <a:rPr b="0" lang="es-419" sz="1800" spc="-1" strike="noStrike">
                <a:solidFill>
                  <a:srgbClr val="000000"/>
                </a:solidFill>
                <a:latin typeface="Calibri"/>
                <a:ea typeface="Calibri"/>
              </a:rPr>
              <a:t>field:role]</a:t>
            </a:r>
            <a:endParaRPr b="0" lang="it-IT" sz="1800" spc="-1" strike="noStrike">
              <a:latin typeface="Arial"/>
            </a:endParaRPr>
          </a:p>
          <a:p>
            <a:pPr algn="ctr">
              <a:lnSpc>
                <a:spcPct val="100000"/>
              </a:lnSpc>
              <a:tabLst>
                <a:tab algn="l" pos="0"/>
              </a:tabLst>
            </a:pPr>
            <a:endParaRPr b="0" lang="it-IT" sz="1800" spc="-1" strike="noStrike">
              <a:latin typeface="Arial"/>
            </a:endParaRPr>
          </a:p>
        </p:txBody>
      </p:sp>
      <p:sp>
        <p:nvSpPr>
          <p:cNvPr id="227" name="CustomShape 8"/>
          <p:cNvSpPr/>
          <p:nvPr/>
        </p:nvSpPr>
        <p:spPr>
          <a:xfrm>
            <a:off x="3904560" y="2244960"/>
            <a:ext cx="1367640" cy="4903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600" spc="-1" strike="noStrike">
                <a:solidFill>
                  <a:srgbClr val="000000"/>
                </a:solidFill>
                <a:latin typeface="Calibri"/>
                <a:ea typeface="Calibri"/>
              </a:rPr>
              <a:t>Check</a:t>
            </a:r>
            <a:br/>
            <a:r>
              <a:rPr b="0" lang="es-419" sz="1600" spc="-1" strike="noStrike">
                <a:solidFill>
                  <a:srgbClr val="000000"/>
                </a:solidFill>
                <a:latin typeface="Calibri"/>
                <a:ea typeface="Calibri"/>
              </a:rPr>
              <a:t>LogIn</a:t>
            </a:r>
            <a:endParaRPr b="0" lang="it-IT" sz="1600" spc="-1" strike="noStrike">
              <a:latin typeface="Arial"/>
            </a:endParaRPr>
          </a:p>
        </p:txBody>
      </p:sp>
      <p:sp>
        <p:nvSpPr>
          <p:cNvPr id="228" name="CustomShape 9"/>
          <p:cNvSpPr/>
          <p:nvPr/>
        </p:nvSpPr>
        <p:spPr>
          <a:xfrm>
            <a:off x="4190040" y="4451400"/>
            <a:ext cx="1553040" cy="4903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600" spc="-1" strike="noStrike">
                <a:solidFill>
                  <a:srgbClr val="000000"/>
                </a:solidFill>
                <a:latin typeface="Calibri"/>
                <a:ea typeface="Calibri"/>
              </a:rPr>
              <a:t>Check</a:t>
            </a:r>
            <a:br/>
            <a:r>
              <a:rPr b="0" lang="es-419" sz="1600" spc="-1" strike="noStrike">
                <a:solidFill>
                  <a:srgbClr val="000000"/>
                </a:solidFill>
                <a:latin typeface="Calibri"/>
                <a:ea typeface="Calibri"/>
              </a:rPr>
              <a:t>Registration</a:t>
            </a:r>
            <a:endParaRPr b="0" lang="it-IT" sz="1600" spc="-1" strike="noStrike">
              <a:latin typeface="Arial"/>
            </a:endParaRPr>
          </a:p>
        </p:txBody>
      </p:sp>
      <p:sp>
        <p:nvSpPr>
          <p:cNvPr id="229" name="CustomShape 10"/>
          <p:cNvSpPr/>
          <p:nvPr/>
        </p:nvSpPr>
        <p:spPr>
          <a:xfrm>
            <a:off x="2793960" y="4696920"/>
            <a:ext cx="1454040" cy="36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30" name="CustomShape 11"/>
          <p:cNvSpPr/>
          <p:nvPr/>
        </p:nvSpPr>
        <p:spPr>
          <a:xfrm>
            <a:off x="2542680" y="458892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31" name="CustomShape 12"/>
          <p:cNvSpPr/>
          <p:nvPr/>
        </p:nvSpPr>
        <p:spPr>
          <a:xfrm>
            <a:off x="3029760" y="4374000"/>
            <a:ext cx="831960" cy="27648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400" spc="-1" strike="noStrike">
                <a:solidFill>
                  <a:srgbClr val="000000"/>
                </a:solidFill>
                <a:latin typeface="Calibri"/>
                <a:ea typeface="Calibri"/>
              </a:rPr>
              <a:t>submit</a:t>
            </a:r>
            <a:endParaRPr b="0" lang="it-IT" sz="1400" spc="-1" strike="noStrike">
              <a:latin typeface="Arial"/>
            </a:endParaRPr>
          </a:p>
        </p:txBody>
      </p:sp>
      <p:sp>
        <p:nvSpPr>
          <p:cNvPr id="232" name="CustomShape 13"/>
          <p:cNvSpPr/>
          <p:nvPr/>
        </p:nvSpPr>
        <p:spPr>
          <a:xfrm>
            <a:off x="5563440" y="457704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33" name="CustomShape 14"/>
          <p:cNvSpPr/>
          <p:nvPr/>
        </p:nvSpPr>
        <p:spPr>
          <a:xfrm>
            <a:off x="5048280" y="232992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34" name="CustomShape 15"/>
          <p:cNvSpPr/>
          <p:nvPr/>
        </p:nvSpPr>
        <p:spPr>
          <a:xfrm>
            <a:off x="9325080" y="1617120"/>
            <a:ext cx="2028240" cy="161100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pPr>
            <a:r>
              <a:rPr b="0" lang="en-US" sz="1800" spc="-1" strike="noStrike">
                <a:solidFill>
                  <a:srgbClr val="000000"/>
                </a:solidFill>
                <a:latin typeface="Calibri"/>
              </a:rPr>
              <a:t>HomePage Client</a:t>
            </a:r>
            <a:endParaRPr b="0" lang="it-IT" sz="1800" spc="-1" strike="noStrike">
              <a:latin typeface="Arial"/>
            </a:endParaRPr>
          </a:p>
        </p:txBody>
      </p:sp>
      <p:sp>
        <p:nvSpPr>
          <p:cNvPr id="235" name="CustomShape 16"/>
          <p:cNvSpPr/>
          <p:nvPr/>
        </p:nvSpPr>
        <p:spPr>
          <a:xfrm>
            <a:off x="9325080" y="3940920"/>
            <a:ext cx="2028240" cy="158832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pPr>
            <a:r>
              <a:rPr b="0" lang="en-US" sz="1800" spc="-1" strike="noStrike">
                <a:solidFill>
                  <a:srgbClr val="000000"/>
                </a:solidFill>
                <a:latin typeface="Calibri"/>
              </a:rPr>
              <a:t>HomePage Employee</a:t>
            </a:r>
            <a:endParaRPr b="0" lang="it-IT" sz="1800" spc="-1" strike="noStrike">
              <a:latin typeface="Arial"/>
            </a:endParaRPr>
          </a:p>
        </p:txBody>
      </p:sp>
      <p:sp>
        <p:nvSpPr>
          <p:cNvPr id="236" name="CustomShape 17"/>
          <p:cNvSpPr/>
          <p:nvPr/>
        </p:nvSpPr>
        <p:spPr>
          <a:xfrm flipH="1" flipV="1" rot="5400000">
            <a:off x="5355000" y="3126240"/>
            <a:ext cx="1819440" cy="111096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37" name="CustomShape 18"/>
          <p:cNvSpPr/>
          <p:nvPr/>
        </p:nvSpPr>
        <p:spPr>
          <a:xfrm>
            <a:off x="5336280" y="2437920"/>
            <a:ext cx="1354320" cy="36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38" name="CustomShape 19"/>
          <p:cNvSpPr/>
          <p:nvPr/>
        </p:nvSpPr>
        <p:spPr>
          <a:xfrm flipH="1" rot="16200000">
            <a:off x="5287320" y="2450880"/>
            <a:ext cx="1893240" cy="208296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39" name="CustomShape 20"/>
          <p:cNvSpPr/>
          <p:nvPr/>
        </p:nvSpPr>
        <p:spPr>
          <a:xfrm>
            <a:off x="5183280" y="2500560"/>
            <a:ext cx="1507680" cy="2728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200" spc="-1" strike="noStrike">
                <a:solidFill>
                  <a:srgbClr val="000000"/>
                </a:solidFill>
                <a:latin typeface="Calibri"/>
              </a:rPr>
              <a:t>user</a:t>
            </a:r>
            <a:r>
              <a:rPr b="0" lang="en-US" sz="1200" spc="-1" strike="noStrike">
                <a:solidFill>
                  <a:srgbClr val="000000"/>
                </a:solidFill>
                <a:latin typeface="Wingdings"/>
              </a:rPr>
              <a:t></a:t>
            </a:r>
            <a:r>
              <a:rPr b="0" lang="en-US" sz="1200" spc="-1" strike="noStrike">
                <a:solidFill>
                  <a:srgbClr val="000000"/>
                </a:solidFill>
                <a:latin typeface="Calibri"/>
              </a:rPr>
              <a:t> session</a:t>
            </a:r>
            <a:endParaRPr b="0" lang="it-IT" sz="1200" spc="-1" strike="noStrike">
              <a:latin typeface="Arial"/>
            </a:endParaRPr>
          </a:p>
        </p:txBody>
      </p:sp>
      <p:sp>
        <p:nvSpPr>
          <p:cNvPr id="240" name="CustomShape 21"/>
          <p:cNvSpPr/>
          <p:nvPr/>
        </p:nvSpPr>
        <p:spPr>
          <a:xfrm>
            <a:off x="4404240" y="4317840"/>
            <a:ext cx="287640" cy="235800"/>
          </a:xfrm>
          <a:prstGeom prst="ellipse">
            <a:avLst/>
          </a:prstGeom>
          <a:solidFill>
            <a:schemeClr val="accent1"/>
          </a:solidFill>
          <a:ln w="25560">
            <a:solidFill>
              <a:srgbClr val="395e89"/>
            </a:solidFill>
            <a:round/>
          </a:ln>
        </p:spPr>
        <p:style>
          <a:lnRef idx="0"/>
          <a:fillRef idx="0"/>
          <a:effectRef idx="0"/>
          <a:fontRef idx="minor"/>
        </p:style>
      </p:sp>
      <p:sp>
        <p:nvSpPr>
          <p:cNvPr id="241" name="CustomShape 22"/>
          <p:cNvSpPr/>
          <p:nvPr/>
        </p:nvSpPr>
        <p:spPr>
          <a:xfrm>
            <a:off x="4020840" y="2611800"/>
            <a:ext cx="287640" cy="229680"/>
          </a:xfrm>
          <a:prstGeom prst="ellipse">
            <a:avLst/>
          </a:prstGeom>
          <a:solidFill>
            <a:schemeClr val="accent1"/>
          </a:solidFill>
          <a:ln w="25560">
            <a:solidFill>
              <a:srgbClr val="395e89"/>
            </a:solidFill>
            <a:round/>
          </a:ln>
        </p:spPr>
        <p:style>
          <a:lnRef idx="0"/>
          <a:fillRef idx="0"/>
          <a:effectRef idx="0"/>
          <a:fontRef idx="minor"/>
        </p:style>
      </p:sp>
      <p:sp>
        <p:nvSpPr>
          <p:cNvPr id="242" name="CustomShape 23"/>
          <p:cNvSpPr/>
          <p:nvPr/>
        </p:nvSpPr>
        <p:spPr>
          <a:xfrm rot="5400000">
            <a:off x="3498480" y="2454840"/>
            <a:ext cx="279000" cy="1053720"/>
          </a:xfrm>
          <a:prstGeom prst="bentConnector2">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43" name="CustomShape 24"/>
          <p:cNvSpPr/>
          <p:nvPr/>
        </p:nvSpPr>
        <p:spPr>
          <a:xfrm flipV="1" rot="16200000">
            <a:off x="3648600" y="3417840"/>
            <a:ext cx="362160" cy="1437120"/>
          </a:xfrm>
          <a:prstGeom prst="bentConnector2">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44" name="CustomShape 25"/>
          <p:cNvSpPr/>
          <p:nvPr/>
        </p:nvSpPr>
        <p:spPr>
          <a:xfrm>
            <a:off x="3115800" y="3115440"/>
            <a:ext cx="1367640" cy="4546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200" spc="-1" strike="noStrike">
                <a:solidFill>
                  <a:srgbClr val="000000"/>
                </a:solidFill>
                <a:latin typeface="Calibri"/>
              </a:rPr>
              <a:t>invalid credentials</a:t>
            </a:r>
            <a:endParaRPr b="0" lang="it-IT" sz="1200" spc="-1" strike="noStrike">
              <a:latin typeface="Arial"/>
            </a:endParaRPr>
          </a:p>
        </p:txBody>
      </p:sp>
      <p:sp>
        <p:nvSpPr>
          <p:cNvPr id="245" name="CustomShape 26"/>
          <p:cNvSpPr/>
          <p:nvPr/>
        </p:nvSpPr>
        <p:spPr>
          <a:xfrm>
            <a:off x="8664840" y="791640"/>
            <a:ext cx="1367640" cy="4903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800" spc="-1" strike="noStrike">
                <a:solidFill>
                  <a:srgbClr val="000000"/>
                </a:solidFill>
                <a:latin typeface="Calibri"/>
                <a:ea typeface="Calibri"/>
              </a:rPr>
              <a:t>LogOut</a:t>
            </a:r>
            <a:endParaRPr b="0" lang="it-IT" sz="1800" spc="-1" strike="noStrike">
              <a:latin typeface="Arial"/>
            </a:endParaRPr>
          </a:p>
        </p:txBody>
      </p:sp>
      <p:sp>
        <p:nvSpPr>
          <p:cNvPr id="246" name="CustomShape 27"/>
          <p:cNvSpPr/>
          <p:nvPr/>
        </p:nvSpPr>
        <p:spPr>
          <a:xfrm>
            <a:off x="10698120" y="151560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47" name="CustomShape 28"/>
          <p:cNvSpPr/>
          <p:nvPr/>
        </p:nvSpPr>
        <p:spPr>
          <a:xfrm>
            <a:off x="11229480" y="4142880"/>
            <a:ext cx="287640" cy="229680"/>
          </a:xfrm>
          <a:prstGeom prst="ellipse">
            <a:avLst/>
          </a:prstGeom>
          <a:solidFill>
            <a:schemeClr val="accent1"/>
          </a:solidFill>
          <a:ln w="25560">
            <a:solidFill>
              <a:srgbClr val="395e89"/>
            </a:solidFill>
            <a:round/>
          </a:ln>
        </p:spPr>
        <p:style>
          <a:lnRef idx="0"/>
          <a:fillRef idx="0"/>
          <a:effectRef idx="0"/>
          <a:fontRef idx="minor"/>
        </p:style>
      </p:sp>
      <p:sp>
        <p:nvSpPr>
          <p:cNvPr id="248" name="CustomShape 29"/>
          <p:cNvSpPr/>
          <p:nvPr/>
        </p:nvSpPr>
        <p:spPr>
          <a:xfrm flipV="1" rot="16200000">
            <a:off x="10167840" y="840240"/>
            <a:ext cx="478440" cy="870120"/>
          </a:xfrm>
          <a:prstGeom prst="bentConnector2">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49" name="CustomShape 30"/>
          <p:cNvSpPr/>
          <p:nvPr/>
        </p:nvSpPr>
        <p:spPr>
          <a:xfrm>
            <a:off x="8548920" y="90216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50" name="CustomShape 31"/>
          <p:cNvSpPr/>
          <p:nvPr/>
        </p:nvSpPr>
        <p:spPr>
          <a:xfrm flipV="1" rot="10800000">
            <a:off x="1621800" y="1001520"/>
            <a:ext cx="6995520" cy="442440"/>
          </a:xfrm>
          <a:prstGeom prst="bentConnector3">
            <a:avLst>
              <a:gd name="adj1" fmla="val 100064"/>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51" name="CustomShape 32"/>
          <p:cNvSpPr/>
          <p:nvPr/>
        </p:nvSpPr>
        <p:spPr>
          <a:xfrm flipH="1" flipV="1">
            <a:off x="10093320" y="901440"/>
            <a:ext cx="1423440" cy="3355560"/>
          </a:xfrm>
          <a:prstGeom prst="bentConnector4">
            <a:avLst>
              <a:gd name="adj1" fmla="val -16055"/>
              <a:gd name="adj2" fmla="val 100041"/>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52" name="CustomShape 33"/>
          <p:cNvSpPr/>
          <p:nvPr/>
        </p:nvSpPr>
        <p:spPr>
          <a:xfrm>
            <a:off x="3206160" y="3683520"/>
            <a:ext cx="1367640" cy="4546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200" spc="-1" strike="noStrike">
                <a:solidFill>
                  <a:srgbClr val="000000"/>
                </a:solidFill>
                <a:latin typeface="Calibri"/>
              </a:rPr>
              <a:t>already registered</a:t>
            </a:r>
            <a:endParaRPr b="0" lang="it-IT" sz="1200" spc="-1" strike="noStrike">
              <a:latin typeface="Arial"/>
            </a:endParaRPr>
          </a:p>
        </p:txBody>
      </p:sp>
      <p:sp>
        <p:nvSpPr>
          <p:cNvPr id="253" name="CustomShape 34"/>
          <p:cNvSpPr/>
          <p:nvPr/>
        </p:nvSpPr>
        <p:spPr>
          <a:xfrm>
            <a:off x="6690960" y="2212200"/>
            <a:ext cx="1254600" cy="4903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200" spc="-1" strike="noStrike">
                <a:solidFill>
                  <a:srgbClr val="000000"/>
                </a:solidFill>
                <a:latin typeface="Calibri"/>
                <a:ea typeface="Calibri"/>
              </a:rPr>
              <a:t>Get ClientHomePage</a:t>
            </a:r>
            <a:endParaRPr b="0" lang="it-IT" sz="1200" spc="-1" strike="noStrike">
              <a:latin typeface="Arial"/>
            </a:endParaRPr>
          </a:p>
        </p:txBody>
      </p:sp>
      <p:sp>
        <p:nvSpPr>
          <p:cNvPr id="254" name="CustomShape 35"/>
          <p:cNvSpPr/>
          <p:nvPr/>
        </p:nvSpPr>
        <p:spPr>
          <a:xfrm flipV="1">
            <a:off x="8012520" y="2457000"/>
            <a:ext cx="1207080" cy="216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55" name="CustomShape 36"/>
          <p:cNvSpPr/>
          <p:nvPr/>
        </p:nvSpPr>
        <p:spPr>
          <a:xfrm>
            <a:off x="6690960" y="4439520"/>
            <a:ext cx="1168920" cy="4903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200" spc="-1" strike="noStrike">
                <a:solidFill>
                  <a:srgbClr val="000000"/>
                </a:solidFill>
                <a:latin typeface="Calibri"/>
                <a:ea typeface="Calibri"/>
              </a:rPr>
              <a:t>Get EmployeeHomePage</a:t>
            </a:r>
            <a:endParaRPr b="0" lang="it-IT" sz="1200" spc="-1" strike="noStrike">
              <a:latin typeface="Arial"/>
            </a:endParaRPr>
          </a:p>
        </p:txBody>
      </p:sp>
      <p:sp>
        <p:nvSpPr>
          <p:cNvPr id="256" name="CustomShape 37"/>
          <p:cNvSpPr/>
          <p:nvPr/>
        </p:nvSpPr>
        <p:spPr>
          <a:xfrm>
            <a:off x="5851440" y="4685040"/>
            <a:ext cx="900720" cy="36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57" name="CustomShape 38"/>
          <p:cNvSpPr/>
          <p:nvPr/>
        </p:nvSpPr>
        <p:spPr>
          <a:xfrm>
            <a:off x="7967160" y="4735080"/>
            <a:ext cx="1252800" cy="36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58" name="CustomShape 39"/>
          <p:cNvSpPr/>
          <p:nvPr/>
        </p:nvSpPr>
        <p:spPr>
          <a:xfrm>
            <a:off x="5690880" y="4369320"/>
            <a:ext cx="1120320" cy="4546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200" spc="-1" strike="noStrike">
                <a:solidFill>
                  <a:srgbClr val="000000"/>
                </a:solidFill>
                <a:latin typeface="Calibri"/>
              </a:rPr>
              <a:t>user</a:t>
            </a:r>
            <a:r>
              <a:rPr b="0" lang="en-US" sz="1200" spc="-1" strike="noStrike">
                <a:solidFill>
                  <a:srgbClr val="000000"/>
                </a:solidFill>
                <a:latin typeface="Wingdings"/>
              </a:rPr>
              <a:t></a:t>
            </a:r>
            <a:r>
              <a:rPr b="0" lang="en-US" sz="1200" spc="-1" strike="noStrike">
                <a:solidFill>
                  <a:srgbClr val="000000"/>
                </a:solidFill>
                <a:latin typeface="Calibri"/>
              </a:rPr>
              <a:t> session</a:t>
            </a:r>
            <a:endParaRPr b="0" lang="it-IT"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TextShape 1"/>
          <p:cNvSpPr txBox="1"/>
          <p:nvPr/>
        </p:nvSpPr>
        <p:spPr>
          <a:xfrm>
            <a:off x="838080" y="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Application design (client)</a:t>
            </a:r>
            <a:endParaRPr b="0" lang="it-IT" sz="3600" spc="-1" strike="noStrike">
              <a:solidFill>
                <a:srgbClr val="000000"/>
              </a:solidFill>
              <a:latin typeface="Calibri"/>
            </a:endParaRPr>
          </a:p>
        </p:txBody>
      </p:sp>
      <p:sp>
        <p:nvSpPr>
          <p:cNvPr id="260" name="CustomShape 2"/>
          <p:cNvSpPr/>
          <p:nvPr/>
        </p:nvSpPr>
        <p:spPr>
          <a:xfrm>
            <a:off x="657000" y="1533960"/>
            <a:ext cx="3577680" cy="416088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HOME PAGE CLIENT</a:t>
            </a:r>
            <a:endParaRPr b="0" lang="it-IT" sz="1800" spc="-1" strike="noStrike">
              <a:latin typeface="Arial"/>
            </a:endParaRPr>
          </a:p>
        </p:txBody>
      </p:sp>
      <p:sp>
        <p:nvSpPr>
          <p:cNvPr id="261" name="CustomShape 3"/>
          <p:cNvSpPr/>
          <p:nvPr/>
        </p:nvSpPr>
        <p:spPr>
          <a:xfrm>
            <a:off x="1183320" y="4300560"/>
            <a:ext cx="2522160" cy="102312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es-419" sz="1600" spc="-1" strike="noStrike">
                <a:solidFill>
                  <a:srgbClr val="000000"/>
                </a:solidFill>
                <a:latin typeface="Calibri"/>
                <a:ea typeface="Calibri"/>
              </a:rPr>
              <a:t>:List</a:t>
            </a:r>
            <a:endParaRPr b="0" lang="it-IT" sz="1600" spc="-1" strike="noStrike">
              <a:latin typeface="Arial"/>
            </a:endParaRPr>
          </a:p>
          <a:p>
            <a:pPr algn="ctr">
              <a:lnSpc>
                <a:spcPct val="100000"/>
              </a:lnSpc>
              <a:tabLst>
                <a:tab algn="l" pos="0"/>
              </a:tabLst>
            </a:pPr>
            <a:r>
              <a:rPr b="0" lang="es-419" sz="1600" spc="-1" strike="noStrike">
                <a:solidFill>
                  <a:srgbClr val="000000"/>
                </a:solidFill>
                <a:latin typeface="Calibri"/>
                <a:ea typeface="Calibri"/>
              </a:rPr>
              <a:t>[databinding: preventive</a:t>
            </a:r>
            <a:endParaRPr b="0" lang="it-IT" sz="1600" spc="-1" strike="noStrike">
              <a:latin typeface="Arial"/>
            </a:endParaRPr>
          </a:p>
          <a:p>
            <a:pPr algn="ctr">
              <a:lnSpc>
                <a:spcPct val="100000"/>
              </a:lnSpc>
              <a:tabLst>
                <a:tab algn="l" pos="0"/>
              </a:tabLst>
            </a:pPr>
            <a:r>
              <a:rPr b="0" lang="es-419" sz="1600" spc="-1" strike="noStrike">
                <a:solidFill>
                  <a:srgbClr val="000000"/>
                </a:solidFill>
                <a:latin typeface="Calibri"/>
                <a:ea typeface="Calibri"/>
              </a:rPr>
              <a:t>Condition:owner=clientID]</a:t>
            </a:r>
            <a:endParaRPr b="0" lang="it-IT" sz="1600" spc="-1" strike="noStrike">
              <a:latin typeface="Arial"/>
            </a:endParaRPr>
          </a:p>
        </p:txBody>
      </p:sp>
      <p:sp>
        <p:nvSpPr>
          <p:cNvPr id="262" name="CustomShape 4"/>
          <p:cNvSpPr/>
          <p:nvPr/>
        </p:nvSpPr>
        <p:spPr>
          <a:xfrm>
            <a:off x="3561840" y="443664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63" name="CustomShape 5"/>
          <p:cNvSpPr/>
          <p:nvPr/>
        </p:nvSpPr>
        <p:spPr>
          <a:xfrm flipV="1">
            <a:off x="3811680" y="4299480"/>
            <a:ext cx="1731600" cy="25236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64" name="CustomShape 6"/>
          <p:cNvSpPr/>
          <p:nvPr/>
        </p:nvSpPr>
        <p:spPr>
          <a:xfrm>
            <a:off x="5543640" y="3996360"/>
            <a:ext cx="1797120" cy="72468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400" spc="-1" strike="noStrike">
                <a:solidFill>
                  <a:srgbClr val="000000"/>
                </a:solidFill>
                <a:latin typeface="Calibri"/>
                <a:ea typeface="Calibri"/>
              </a:rPr>
              <a:t>Get information about preventive</a:t>
            </a:r>
            <a:endParaRPr b="0" lang="it-IT" sz="1400" spc="-1" strike="noStrike">
              <a:latin typeface="Arial"/>
            </a:endParaRPr>
          </a:p>
        </p:txBody>
      </p:sp>
      <p:sp>
        <p:nvSpPr>
          <p:cNvPr id="265" name="CustomShape 7"/>
          <p:cNvSpPr/>
          <p:nvPr/>
        </p:nvSpPr>
        <p:spPr>
          <a:xfrm>
            <a:off x="8839080" y="3829680"/>
            <a:ext cx="3022560" cy="273096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PREVENTIVE INFO PAGE</a:t>
            </a:r>
            <a:endParaRPr b="0" lang="it-IT" sz="1800" spc="-1" strike="noStrike">
              <a:latin typeface="Arial"/>
            </a:endParaRPr>
          </a:p>
        </p:txBody>
      </p:sp>
      <p:sp>
        <p:nvSpPr>
          <p:cNvPr id="266" name="CustomShape 8"/>
          <p:cNvSpPr/>
          <p:nvPr/>
        </p:nvSpPr>
        <p:spPr>
          <a:xfrm>
            <a:off x="7418880" y="4436640"/>
            <a:ext cx="1258920" cy="61344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67" name="CustomShape 9"/>
          <p:cNvSpPr/>
          <p:nvPr/>
        </p:nvSpPr>
        <p:spPr>
          <a:xfrm>
            <a:off x="1315800" y="2498760"/>
            <a:ext cx="2303640" cy="111204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pPr>
            <a:r>
              <a:rPr b="0" lang="en-US" sz="1600" spc="-1" strike="noStrike">
                <a:solidFill>
                  <a:srgbClr val="000000"/>
                </a:solidFill>
                <a:latin typeface="Calibri"/>
              </a:rPr>
              <a:t>Preventive creation form</a:t>
            </a:r>
            <a:endParaRPr b="0" lang="it-IT" sz="1600" spc="-1" strike="noStrike">
              <a:latin typeface="Arial"/>
            </a:endParaRPr>
          </a:p>
          <a:p>
            <a:pPr algn="ctr">
              <a:lnSpc>
                <a:spcPct val="100000"/>
              </a:lnSpc>
            </a:pPr>
            <a:r>
              <a:rPr b="0" lang="en-US" sz="1600" spc="-1" strike="noStrike">
                <a:solidFill>
                  <a:srgbClr val="000000"/>
                </a:solidFill>
                <a:latin typeface="Calibri"/>
              </a:rPr>
              <a:t>[field:product]</a:t>
            </a:r>
            <a:endParaRPr b="0" lang="it-IT" sz="1600" spc="-1" strike="noStrike">
              <a:latin typeface="Arial"/>
            </a:endParaRPr>
          </a:p>
        </p:txBody>
      </p:sp>
      <p:sp>
        <p:nvSpPr>
          <p:cNvPr id="268" name="CustomShape 10"/>
          <p:cNvSpPr/>
          <p:nvPr/>
        </p:nvSpPr>
        <p:spPr>
          <a:xfrm>
            <a:off x="3495240" y="266148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69" name="CustomShape 11"/>
          <p:cNvSpPr/>
          <p:nvPr/>
        </p:nvSpPr>
        <p:spPr>
          <a:xfrm flipH="1" rot="10800000">
            <a:off x="3783600" y="2390400"/>
            <a:ext cx="1606320" cy="371520"/>
          </a:xfrm>
          <a:prstGeom prst="bentConnector3">
            <a:avLst>
              <a:gd name="adj1" fmla="val 48086"/>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70" name="CustomShape 12"/>
          <p:cNvSpPr/>
          <p:nvPr/>
        </p:nvSpPr>
        <p:spPr>
          <a:xfrm>
            <a:off x="5432400" y="2137680"/>
            <a:ext cx="1468800" cy="7189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400" spc="-1" strike="noStrike">
                <a:solidFill>
                  <a:srgbClr val="000000"/>
                </a:solidFill>
                <a:latin typeface="Calibri"/>
                <a:ea typeface="Calibri"/>
              </a:rPr>
              <a:t>Select options for product</a:t>
            </a:r>
            <a:endParaRPr b="0" lang="it-IT" sz="1400" spc="-1" strike="noStrike">
              <a:latin typeface="Arial"/>
            </a:endParaRPr>
          </a:p>
        </p:txBody>
      </p:sp>
      <p:sp>
        <p:nvSpPr>
          <p:cNvPr id="271" name="CustomShape 13"/>
          <p:cNvSpPr/>
          <p:nvPr/>
        </p:nvSpPr>
        <p:spPr>
          <a:xfrm>
            <a:off x="8283960" y="1204200"/>
            <a:ext cx="3577680" cy="222444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SELECT OPTIONS FOR PREVENTIVE</a:t>
            </a:r>
            <a:endParaRPr b="0" lang="it-IT" sz="1800" spc="-1" strike="noStrike">
              <a:latin typeface="Arial"/>
            </a:endParaRPr>
          </a:p>
        </p:txBody>
      </p:sp>
      <p:sp>
        <p:nvSpPr>
          <p:cNvPr id="272" name="CustomShape 14"/>
          <p:cNvSpPr/>
          <p:nvPr/>
        </p:nvSpPr>
        <p:spPr>
          <a:xfrm>
            <a:off x="3431880" y="2203920"/>
            <a:ext cx="884880" cy="37152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submit</a:t>
            </a:r>
            <a:endParaRPr b="0" lang="it-IT" sz="1800" spc="-1" strike="noStrike">
              <a:latin typeface="Arial"/>
            </a:endParaRPr>
          </a:p>
        </p:txBody>
      </p:sp>
      <p:sp>
        <p:nvSpPr>
          <p:cNvPr id="273" name="CustomShape 15"/>
          <p:cNvSpPr/>
          <p:nvPr/>
        </p:nvSpPr>
        <p:spPr>
          <a:xfrm>
            <a:off x="9176040" y="1773360"/>
            <a:ext cx="2303640" cy="111204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pPr>
            <a:r>
              <a:rPr b="0" lang="en-US" sz="1600" spc="-1" strike="noStrike">
                <a:solidFill>
                  <a:srgbClr val="000000"/>
                </a:solidFill>
                <a:latin typeface="Calibri"/>
              </a:rPr>
              <a:t>Select preventive’s options form</a:t>
            </a:r>
            <a:endParaRPr b="0" lang="it-IT" sz="1600" spc="-1" strike="noStrike">
              <a:latin typeface="Arial"/>
            </a:endParaRPr>
          </a:p>
          <a:p>
            <a:pPr algn="ctr">
              <a:lnSpc>
                <a:spcPct val="100000"/>
              </a:lnSpc>
            </a:pPr>
            <a:r>
              <a:rPr b="0" lang="en-US" sz="1600" spc="-1" strike="noStrike">
                <a:solidFill>
                  <a:srgbClr val="000000"/>
                </a:solidFill>
                <a:latin typeface="Calibri"/>
              </a:rPr>
              <a:t>[selectionfield:options]</a:t>
            </a:r>
            <a:endParaRPr b="0" lang="it-IT" sz="1600" spc="-1" strike="noStrike">
              <a:latin typeface="Arial"/>
            </a:endParaRPr>
          </a:p>
        </p:txBody>
      </p:sp>
      <p:sp>
        <p:nvSpPr>
          <p:cNvPr id="274" name="CustomShape 16"/>
          <p:cNvSpPr/>
          <p:nvPr/>
        </p:nvSpPr>
        <p:spPr>
          <a:xfrm rot="10800000">
            <a:off x="6804360" y="1160640"/>
            <a:ext cx="2371680" cy="1042920"/>
          </a:xfrm>
          <a:prstGeom prst="bentConnector3">
            <a:avLst>
              <a:gd name="adj1" fmla="val 66365"/>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75" name="CustomShape 17"/>
          <p:cNvSpPr/>
          <p:nvPr/>
        </p:nvSpPr>
        <p:spPr>
          <a:xfrm>
            <a:off x="5432400" y="871200"/>
            <a:ext cx="1356840" cy="64620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400" spc="-1" strike="noStrike">
                <a:solidFill>
                  <a:srgbClr val="000000"/>
                </a:solidFill>
                <a:latin typeface="Calibri"/>
                <a:ea typeface="Calibri"/>
              </a:rPr>
              <a:t>Create preventive</a:t>
            </a:r>
            <a:endParaRPr b="0" lang="it-IT" sz="1400" spc="-1" strike="noStrike">
              <a:latin typeface="Arial"/>
            </a:endParaRPr>
          </a:p>
        </p:txBody>
      </p:sp>
      <p:sp>
        <p:nvSpPr>
          <p:cNvPr id="276" name="CustomShape 18"/>
          <p:cNvSpPr/>
          <p:nvPr/>
        </p:nvSpPr>
        <p:spPr>
          <a:xfrm flipV="1" rot="10800000">
            <a:off x="3106080" y="1108080"/>
            <a:ext cx="2311920" cy="315360"/>
          </a:xfrm>
          <a:prstGeom prst="bentConnector3">
            <a:avLst>
              <a:gd name="adj1" fmla="val 99991"/>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77" name="CustomShape 19"/>
          <p:cNvSpPr/>
          <p:nvPr/>
        </p:nvSpPr>
        <p:spPr>
          <a:xfrm>
            <a:off x="9089640" y="4228200"/>
            <a:ext cx="2389680" cy="102312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it-IT" sz="1600" spc="-1" strike="noStrike">
                <a:solidFill>
                  <a:srgbClr val="000000"/>
                </a:solidFill>
                <a:latin typeface="Calibri"/>
                <a:ea typeface="Calibri"/>
              </a:rPr>
              <a:t>Preventive details[all attributes]</a:t>
            </a:r>
            <a:endParaRPr b="0" lang="it-IT" sz="1600" spc="-1" strike="noStrike">
              <a:latin typeface="Arial"/>
            </a:endParaRPr>
          </a:p>
        </p:txBody>
      </p:sp>
      <p:sp>
        <p:nvSpPr>
          <p:cNvPr id="278" name="CustomShape 20"/>
          <p:cNvSpPr/>
          <p:nvPr/>
        </p:nvSpPr>
        <p:spPr>
          <a:xfrm>
            <a:off x="9281880" y="5394600"/>
            <a:ext cx="2197800" cy="102312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es-419" sz="1600" spc="-1" strike="noStrike">
                <a:solidFill>
                  <a:srgbClr val="000000"/>
                </a:solidFill>
                <a:latin typeface="Calibri"/>
                <a:ea typeface="Calibri"/>
              </a:rPr>
              <a:t>:List</a:t>
            </a:r>
            <a:endParaRPr b="0" lang="it-IT" sz="1600" spc="-1" strike="noStrike">
              <a:latin typeface="Arial"/>
            </a:endParaRPr>
          </a:p>
          <a:p>
            <a:pPr algn="ctr">
              <a:lnSpc>
                <a:spcPct val="100000"/>
              </a:lnSpc>
              <a:tabLst>
                <a:tab algn="l" pos="0"/>
              </a:tabLst>
            </a:pPr>
            <a:r>
              <a:rPr b="0" lang="es-419" sz="1600" spc="-1" strike="noStrike">
                <a:solidFill>
                  <a:srgbClr val="000000"/>
                </a:solidFill>
                <a:latin typeface="Calibri"/>
                <a:ea typeface="Calibri"/>
              </a:rPr>
              <a:t>[databinding: preventive’s options ]</a:t>
            </a:r>
            <a:endParaRPr b="0" lang="it-IT" sz="1600" spc="-1" strike="noStrike">
              <a:latin typeface="Arial"/>
            </a:endParaRPr>
          </a:p>
        </p:txBody>
      </p:sp>
      <p:sp>
        <p:nvSpPr>
          <p:cNvPr id="279" name="CustomShape 21"/>
          <p:cNvSpPr/>
          <p:nvPr/>
        </p:nvSpPr>
        <p:spPr>
          <a:xfrm>
            <a:off x="7004520" y="2519640"/>
            <a:ext cx="1155960" cy="36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80" name="CustomShape 22"/>
          <p:cNvSpPr/>
          <p:nvPr/>
        </p:nvSpPr>
        <p:spPr>
          <a:xfrm>
            <a:off x="9046440" y="208008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81" name="CustomShape 23"/>
          <p:cNvSpPr/>
          <p:nvPr/>
        </p:nvSpPr>
        <p:spPr>
          <a:xfrm>
            <a:off x="8273160" y="1842480"/>
            <a:ext cx="884880" cy="37152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submit</a:t>
            </a:r>
            <a:endParaRPr b="0" lang="it-IT" sz="1800" spc="-1" strike="noStrike">
              <a:latin typeface="Arial"/>
            </a:endParaRPr>
          </a:p>
        </p:txBody>
      </p:sp>
      <p:sp>
        <p:nvSpPr>
          <p:cNvPr id="282" name="CustomShape 24"/>
          <p:cNvSpPr/>
          <p:nvPr/>
        </p:nvSpPr>
        <p:spPr>
          <a:xfrm>
            <a:off x="3477600" y="3906000"/>
            <a:ext cx="884880" cy="37152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select</a:t>
            </a:r>
            <a:endParaRPr b="0" lang="it-IT" sz="1800" spc="-1" strike="noStrike">
              <a:latin typeface="Arial"/>
            </a:endParaRPr>
          </a:p>
        </p:txBody>
      </p:sp>
      <p:sp>
        <p:nvSpPr>
          <p:cNvPr id="283" name="CustomShape 25"/>
          <p:cNvSpPr/>
          <p:nvPr/>
        </p:nvSpPr>
        <p:spPr>
          <a:xfrm>
            <a:off x="5320440" y="5639400"/>
            <a:ext cx="1698120" cy="34128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ff0000"/>
                </a:solidFill>
                <a:latin typeface="Calibri"/>
                <a:ea typeface="Calibri"/>
              </a:rPr>
              <a:t>Session.client.id</a:t>
            </a:r>
            <a:endParaRPr b="0" lang="it-IT" sz="1800" spc="-1" strike="noStrike">
              <a:latin typeface="Arial"/>
            </a:endParaRPr>
          </a:p>
        </p:txBody>
      </p:sp>
      <p:sp>
        <p:nvSpPr>
          <p:cNvPr id="284" name="CustomShape 26"/>
          <p:cNvSpPr/>
          <p:nvPr/>
        </p:nvSpPr>
        <p:spPr>
          <a:xfrm flipH="1" flipV="1">
            <a:off x="4339440" y="5375880"/>
            <a:ext cx="841680" cy="37440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TextShape 1"/>
          <p:cNvSpPr txBox="1"/>
          <p:nvPr/>
        </p:nvSpPr>
        <p:spPr>
          <a:xfrm>
            <a:off x="838080" y="0"/>
            <a:ext cx="10515240" cy="80280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Application design (employee)</a:t>
            </a:r>
            <a:endParaRPr b="0" lang="it-IT" sz="3600" spc="-1" strike="noStrike">
              <a:solidFill>
                <a:srgbClr val="000000"/>
              </a:solidFill>
              <a:latin typeface="Calibri"/>
            </a:endParaRPr>
          </a:p>
        </p:txBody>
      </p:sp>
      <p:sp>
        <p:nvSpPr>
          <p:cNvPr id="286" name="CustomShape 2"/>
          <p:cNvSpPr/>
          <p:nvPr/>
        </p:nvSpPr>
        <p:spPr>
          <a:xfrm>
            <a:off x="619920" y="1681560"/>
            <a:ext cx="3577680" cy="416088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pPr>
            <a:r>
              <a:rPr b="0" lang="es-419" sz="1800" spc="-1" strike="noStrike">
                <a:solidFill>
                  <a:srgbClr val="000000"/>
                </a:solidFill>
                <a:latin typeface="Calibri"/>
              </a:rPr>
              <a:t>HOME PAGE EMPLOYEE</a:t>
            </a:r>
            <a:endParaRPr b="0" lang="it-IT" sz="1800" spc="-1" strike="noStrike">
              <a:latin typeface="Arial"/>
            </a:endParaRPr>
          </a:p>
        </p:txBody>
      </p:sp>
      <p:sp>
        <p:nvSpPr>
          <p:cNvPr id="287" name="CustomShape 3"/>
          <p:cNvSpPr/>
          <p:nvPr/>
        </p:nvSpPr>
        <p:spPr>
          <a:xfrm>
            <a:off x="1032120" y="4071960"/>
            <a:ext cx="2389680" cy="134316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pPr>
            <a:r>
              <a:rPr b="0" lang="en-US" sz="1600" spc="-1" strike="noStrike">
                <a:solidFill>
                  <a:srgbClr val="000000"/>
                </a:solidFill>
                <a:latin typeface="Calibri"/>
              </a:rPr>
              <a:t>:List</a:t>
            </a:r>
            <a:endParaRPr b="0" lang="it-IT" sz="1600" spc="-1" strike="noStrike">
              <a:latin typeface="Arial"/>
            </a:endParaRPr>
          </a:p>
          <a:p>
            <a:pPr algn="ctr">
              <a:lnSpc>
                <a:spcPct val="100000"/>
              </a:lnSpc>
            </a:pPr>
            <a:r>
              <a:rPr b="0" lang="en-US" sz="1600" spc="-1" strike="noStrike">
                <a:solidFill>
                  <a:srgbClr val="000000"/>
                </a:solidFill>
                <a:latin typeface="Calibri"/>
              </a:rPr>
              <a:t>[databinding:preventive</a:t>
            </a:r>
            <a:endParaRPr b="0" lang="it-IT" sz="1600" spc="-1" strike="noStrike">
              <a:latin typeface="Arial"/>
            </a:endParaRPr>
          </a:p>
          <a:p>
            <a:pPr algn="ctr">
              <a:lnSpc>
                <a:spcPct val="100000"/>
              </a:lnSpc>
            </a:pPr>
            <a:r>
              <a:rPr b="0" lang="en-US" sz="1600" spc="-1" strike="noStrike">
                <a:solidFill>
                  <a:srgbClr val="000000"/>
                </a:solidFill>
                <a:latin typeface="Calibri"/>
              </a:rPr>
              <a:t>Condition: owner=employeeID]</a:t>
            </a:r>
            <a:endParaRPr b="0" lang="it-IT" sz="1600" spc="-1" strike="noStrike">
              <a:latin typeface="Arial"/>
            </a:endParaRPr>
          </a:p>
          <a:p>
            <a:pPr algn="ctr">
              <a:lnSpc>
                <a:spcPct val="100000"/>
              </a:lnSpc>
              <a:tabLst>
                <a:tab algn="l" pos="0"/>
              </a:tabLst>
            </a:pPr>
            <a:endParaRPr b="0" lang="it-IT" sz="1600" spc="-1" strike="noStrike">
              <a:latin typeface="Arial"/>
            </a:endParaRPr>
          </a:p>
        </p:txBody>
      </p:sp>
      <p:sp>
        <p:nvSpPr>
          <p:cNvPr id="288" name="CustomShape 4"/>
          <p:cNvSpPr/>
          <p:nvPr/>
        </p:nvSpPr>
        <p:spPr>
          <a:xfrm>
            <a:off x="3306600" y="443412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89" name="CustomShape 5"/>
          <p:cNvSpPr/>
          <p:nvPr/>
        </p:nvSpPr>
        <p:spPr>
          <a:xfrm flipV="1">
            <a:off x="3594600" y="4172760"/>
            <a:ext cx="1861200" cy="36864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90" name="CustomShape 6"/>
          <p:cNvSpPr/>
          <p:nvPr/>
        </p:nvSpPr>
        <p:spPr>
          <a:xfrm>
            <a:off x="8839080" y="3829680"/>
            <a:ext cx="3022560" cy="273096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PREVENTIVE INFO PAGE</a:t>
            </a:r>
            <a:endParaRPr b="0" lang="it-IT" sz="1800" spc="-1" strike="noStrike">
              <a:latin typeface="Arial"/>
            </a:endParaRPr>
          </a:p>
        </p:txBody>
      </p:sp>
      <p:sp>
        <p:nvSpPr>
          <p:cNvPr id="291" name="CustomShape 7"/>
          <p:cNvSpPr/>
          <p:nvPr/>
        </p:nvSpPr>
        <p:spPr>
          <a:xfrm>
            <a:off x="7232760" y="4228200"/>
            <a:ext cx="1462320" cy="83520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92" name="CustomShape 8"/>
          <p:cNvSpPr/>
          <p:nvPr/>
        </p:nvSpPr>
        <p:spPr>
          <a:xfrm>
            <a:off x="1084680" y="2501640"/>
            <a:ext cx="2303640" cy="111204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pPr>
            <a:r>
              <a:rPr b="0" lang="en-US" sz="1600" spc="-1" strike="noStrike">
                <a:solidFill>
                  <a:srgbClr val="000000"/>
                </a:solidFill>
                <a:latin typeface="Calibri"/>
              </a:rPr>
              <a:t>:List</a:t>
            </a:r>
            <a:endParaRPr b="0" lang="it-IT" sz="1600" spc="-1" strike="noStrike">
              <a:latin typeface="Arial"/>
            </a:endParaRPr>
          </a:p>
          <a:p>
            <a:pPr algn="ctr">
              <a:lnSpc>
                <a:spcPct val="100000"/>
              </a:lnSpc>
            </a:pPr>
            <a:r>
              <a:rPr b="0" lang="en-US" sz="1600" spc="-1" strike="noStrike">
                <a:solidFill>
                  <a:srgbClr val="000000"/>
                </a:solidFill>
                <a:latin typeface="Calibri"/>
              </a:rPr>
              <a:t>[databinding:preventive</a:t>
            </a:r>
            <a:endParaRPr b="0" lang="it-IT" sz="1600" spc="-1" strike="noStrike">
              <a:latin typeface="Arial"/>
            </a:endParaRPr>
          </a:p>
          <a:p>
            <a:pPr algn="ctr">
              <a:lnSpc>
                <a:spcPct val="100000"/>
              </a:lnSpc>
            </a:pPr>
            <a:r>
              <a:rPr b="0" lang="en-US" sz="1600" spc="-1" strike="noStrike">
                <a:solidFill>
                  <a:srgbClr val="000000"/>
                </a:solidFill>
                <a:latin typeface="Calibri"/>
              </a:rPr>
              <a:t>Condition: price= NULL]</a:t>
            </a:r>
            <a:endParaRPr b="0" lang="it-IT" sz="1600" spc="-1" strike="noStrike">
              <a:latin typeface="Arial"/>
            </a:endParaRPr>
          </a:p>
        </p:txBody>
      </p:sp>
      <p:sp>
        <p:nvSpPr>
          <p:cNvPr id="293" name="CustomShape 9"/>
          <p:cNvSpPr/>
          <p:nvPr/>
        </p:nvSpPr>
        <p:spPr>
          <a:xfrm>
            <a:off x="3269160" y="269136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294" name="CustomShape 10"/>
          <p:cNvSpPr/>
          <p:nvPr/>
        </p:nvSpPr>
        <p:spPr>
          <a:xfrm flipV="1">
            <a:off x="3557160" y="2490480"/>
            <a:ext cx="2151720" cy="308160"/>
          </a:xfrm>
          <a:prstGeom prst="bentConnector3">
            <a:avLst>
              <a:gd name="adj1" fmla="val 50000"/>
            </a:avLst>
          </a:pr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
        <p:nvSpPr>
          <p:cNvPr id="295" name="CustomShape 11"/>
          <p:cNvSpPr/>
          <p:nvPr/>
        </p:nvSpPr>
        <p:spPr>
          <a:xfrm>
            <a:off x="5709240" y="2202120"/>
            <a:ext cx="1468800" cy="7189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400" spc="-1" strike="noStrike">
                <a:solidFill>
                  <a:srgbClr val="000000"/>
                </a:solidFill>
                <a:latin typeface="Calibri"/>
                <a:ea typeface="Calibri"/>
              </a:rPr>
              <a:t>Get Pricing Page</a:t>
            </a:r>
            <a:endParaRPr b="0" lang="it-IT" sz="1400" spc="-1" strike="noStrike">
              <a:latin typeface="Arial"/>
            </a:endParaRPr>
          </a:p>
        </p:txBody>
      </p:sp>
      <p:sp>
        <p:nvSpPr>
          <p:cNvPr id="296" name="CustomShape 12"/>
          <p:cNvSpPr/>
          <p:nvPr/>
        </p:nvSpPr>
        <p:spPr>
          <a:xfrm flipV="1">
            <a:off x="7148160" y="2382840"/>
            <a:ext cx="930240" cy="244440"/>
          </a:xfrm>
          <a:prstGeom prst="bentConnector3">
            <a:avLst>
              <a:gd name="adj1" fmla="val 50000"/>
            </a:avLst>
          </a:prstGeom>
          <a:noFill/>
          <a:ln w="28440">
            <a:solidFill>
              <a:schemeClr val="accent1"/>
            </a:solidFill>
            <a:tailEnd len="med" type="triangle" w="med"/>
          </a:ln>
        </p:spPr>
        <p:style>
          <a:lnRef idx="1">
            <a:schemeClr val="accent1"/>
          </a:lnRef>
          <a:fillRef idx="0">
            <a:schemeClr val="accent1"/>
          </a:fillRef>
          <a:effectRef idx="0">
            <a:schemeClr val="accent1"/>
          </a:effectRef>
          <a:fontRef idx="minor"/>
        </p:style>
      </p:sp>
      <p:sp>
        <p:nvSpPr>
          <p:cNvPr id="297" name="CustomShape 13"/>
          <p:cNvSpPr/>
          <p:nvPr/>
        </p:nvSpPr>
        <p:spPr>
          <a:xfrm>
            <a:off x="8267040" y="683640"/>
            <a:ext cx="3700800" cy="273096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PRICE PREVENTIVE</a:t>
            </a:r>
            <a:endParaRPr b="0" lang="it-IT" sz="1800" spc="-1" strike="noStrike">
              <a:latin typeface="Arial"/>
            </a:endParaRPr>
          </a:p>
        </p:txBody>
      </p:sp>
      <p:sp>
        <p:nvSpPr>
          <p:cNvPr id="298" name="CustomShape 14"/>
          <p:cNvSpPr/>
          <p:nvPr/>
        </p:nvSpPr>
        <p:spPr>
          <a:xfrm>
            <a:off x="3441600" y="2256840"/>
            <a:ext cx="884880" cy="37152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select</a:t>
            </a:r>
            <a:endParaRPr b="0" lang="it-IT" sz="1800" spc="-1" strike="noStrike">
              <a:latin typeface="Arial"/>
            </a:endParaRPr>
          </a:p>
        </p:txBody>
      </p:sp>
      <p:sp>
        <p:nvSpPr>
          <p:cNvPr id="299" name="CustomShape 15"/>
          <p:cNvSpPr/>
          <p:nvPr/>
        </p:nvSpPr>
        <p:spPr>
          <a:xfrm rot="10800000">
            <a:off x="7016760" y="1296000"/>
            <a:ext cx="2033640" cy="1782360"/>
          </a:xfrm>
          <a:prstGeom prst="bentConnector3">
            <a:avLst>
              <a:gd name="adj1" fmla="val 25826"/>
            </a:avLst>
          </a:prstGeom>
          <a:noFill/>
          <a:ln w="28440">
            <a:solidFill>
              <a:schemeClr val="accent1"/>
            </a:solidFill>
            <a:tailEnd len="med" type="triangle" w="med"/>
          </a:ln>
        </p:spPr>
        <p:style>
          <a:lnRef idx="1">
            <a:schemeClr val="accent1"/>
          </a:lnRef>
          <a:fillRef idx="0">
            <a:schemeClr val="accent1"/>
          </a:fillRef>
          <a:effectRef idx="0">
            <a:schemeClr val="accent1"/>
          </a:effectRef>
          <a:fontRef idx="minor"/>
        </p:style>
      </p:sp>
      <p:sp>
        <p:nvSpPr>
          <p:cNvPr id="300" name="CustomShape 16"/>
          <p:cNvSpPr/>
          <p:nvPr/>
        </p:nvSpPr>
        <p:spPr>
          <a:xfrm>
            <a:off x="5359680" y="1017720"/>
            <a:ext cx="1600200" cy="61272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it-IT" sz="1400" spc="-1" strike="noStrike">
                <a:solidFill>
                  <a:srgbClr val="000000"/>
                </a:solidFill>
                <a:latin typeface="Calibri"/>
                <a:ea typeface="Calibri"/>
              </a:rPr>
              <a:t>Update preventive price</a:t>
            </a:r>
            <a:endParaRPr b="0" lang="it-IT" sz="1400" spc="-1" strike="noStrike">
              <a:latin typeface="Arial"/>
            </a:endParaRPr>
          </a:p>
        </p:txBody>
      </p:sp>
      <p:sp>
        <p:nvSpPr>
          <p:cNvPr id="301" name="CustomShape 17"/>
          <p:cNvSpPr/>
          <p:nvPr/>
        </p:nvSpPr>
        <p:spPr>
          <a:xfrm flipV="1" rot="10800000">
            <a:off x="2357280" y="1266120"/>
            <a:ext cx="2908080" cy="250560"/>
          </a:xfrm>
          <a:prstGeom prst="bentConnector3">
            <a:avLst>
              <a:gd name="adj1" fmla="val 100128"/>
            </a:avLst>
          </a:prstGeom>
          <a:noFill/>
          <a:ln w="28440">
            <a:solidFill>
              <a:schemeClr val="accent1"/>
            </a:solidFill>
            <a:tailEnd len="med" type="triangle" w="med"/>
          </a:ln>
        </p:spPr>
        <p:style>
          <a:lnRef idx="1">
            <a:schemeClr val="accent1"/>
          </a:lnRef>
          <a:fillRef idx="0">
            <a:schemeClr val="accent1"/>
          </a:fillRef>
          <a:effectRef idx="0">
            <a:schemeClr val="accent1"/>
          </a:effectRef>
          <a:fontRef idx="minor"/>
        </p:style>
      </p:sp>
      <p:sp>
        <p:nvSpPr>
          <p:cNvPr id="302" name="CustomShape 18"/>
          <p:cNvSpPr/>
          <p:nvPr/>
        </p:nvSpPr>
        <p:spPr>
          <a:xfrm>
            <a:off x="9089640" y="4228200"/>
            <a:ext cx="2389680" cy="102312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it-IT" sz="1600" spc="-1" strike="noStrike">
                <a:solidFill>
                  <a:srgbClr val="000000"/>
                </a:solidFill>
                <a:latin typeface="Calibri"/>
                <a:ea typeface="Calibri"/>
              </a:rPr>
              <a:t>Preventive details[all attributes]</a:t>
            </a:r>
            <a:endParaRPr b="0" lang="it-IT" sz="1600" spc="-1" strike="noStrike">
              <a:latin typeface="Arial"/>
            </a:endParaRPr>
          </a:p>
        </p:txBody>
      </p:sp>
      <p:sp>
        <p:nvSpPr>
          <p:cNvPr id="303" name="CustomShape 19"/>
          <p:cNvSpPr/>
          <p:nvPr/>
        </p:nvSpPr>
        <p:spPr>
          <a:xfrm>
            <a:off x="9155520" y="5336640"/>
            <a:ext cx="2197800" cy="102312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es-419" sz="1600" spc="-1" strike="noStrike">
                <a:solidFill>
                  <a:srgbClr val="000000"/>
                </a:solidFill>
                <a:latin typeface="Calibri"/>
                <a:ea typeface="Calibri"/>
              </a:rPr>
              <a:t>:List</a:t>
            </a:r>
            <a:endParaRPr b="0" lang="it-IT" sz="1600" spc="-1" strike="noStrike">
              <a:latin typeface="Arial"/>
            </a:endParaRPr>
          </a:p>
          <a:p>
            <a:pPr algn="ctr">
              <a:lnSpc>
                <a:spcPct val="100000"/>
              </a:lnSpc>
              <a:tabLst>
                <a:tab algn="l" pos="0"/>
              </a:tabLst>
            </a:pPr>
            <a:r>
              <a:rPr b="0" lang="es-419" sz="1600" spc="-1" strike="noStrike">
                <a:solidFill>
                  <a:srgbClr val="000000"/>
                </a:solidFill>
                <a:latin typeface="Calibri"/>
                <a:ea typeface="Calibri"/>
              </a:rPr>
              <a:t>[databinding: preventive’s options ]</a:t>
            </a:r>
            <a:endParaRPr b="0" lang="it-IT" sz="1600" spc="-1" strike="noStrike">
              <a:latin typeface="Arial"/>
            </a:endParaRPr>
          </a:p>
        </p:txBody>
      </p:sp>
      <p:sp>
        <p:nvSpPr>
          <p:cNvPr id="304" name="CustomShape 20"/>
          <p:cNvSpPr/>
          <p:nvPr/>
        </p:nvSpPr>
        <p:spPr>
          <a:xfrm>
            <a:off x="9089640" y="1040760"/>
            <a:ext cx="2373120" cy="78624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it-IT" sz="1600" spc="-1" strike="noStrike">
                <a:solidFill>
                  <a:srgbClr val="000000"/>
                </a:solidFill>
                <a:latin typeface="Calibri"/>
                <a:ea typeface="Calibri"/>
              </a:rPr>
              <a:t>Preventive details[all attributes]</a:t>
            </a:r>
            <a:endParaRPr b="0" lang="it-IT" sz="1600" spc="-1" strike="noStrike">
              <a:latin typeface="Arial"/>
            </a:endParaRPr>
          </a:p>
        </p:txBody>
      </p:sp>
      <p:sp>
        <p:nvSpPr>
          <p:cNvPr id="305" name="CustomShape 21"/>
          <p:cNvSpPr/>
          <p:nvPr/>
        </p:nvSpPr>
        <p:spPr>
          <a:xfrm>
            <a:off x="9030960" y="1900800"/>
            <a:ext cx="2503800" cy="80280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es-419" sz="1600" spc="-1" strike="noStrike">
                <a:solidFill>
                  <a:srgbClr val="000000"/>
                </a:solidFill>
                <a:latin typeface="Calibri"/>
                <a:ea typeface="Calibri"/>
              </a:rPr>
              <a:t>:List</a:t>
            </a:r>
            <a:endParaRPr b="0" lang="it-IT" sz="1600" spc="-1" strike="noStrike">
              <a:latin typeface="Arial"/>
            </a:endParaRPr>
          </a:p>
          <a:p>
            <a:pPr algn="ctr">
              <a:lnSpc>
                <a:spcPct val="100000"/>
              </a:lnSpc>
              <a:tabLst>
                <a:tab algn="l" pos="0"/>
              </a:tabLst>
            </a:pPr>
            <a:r>
              <a:rPr b="0" lang="es-419" sz="1600" spc="-1" strike="noStrike">
                <a:solidFill>
                  <a:srgbClr val="000000"/>
                </a:solidFill>
                <a:latin typeface="Calibri"/>
                <a:ea typeface="Calibri"/>
              </a:rPr>
              <a:t>[databinding: preventive’s options ]</a:t>
            </a:r>
            <a:endParaRPr b="0" lang="it-IT" sz="1600" spc="-1" strike="noStrike">
              <a:latin typeface="Arial"/>
            </a:endParaRPr>
          </a:p>
        </p:txBody>
      </p:sp>
      <p:sp>
        <p:nvSpPr>
          <p:cNvPr id="306" name="CustomShape 22"/>
          <p:cNvSpPr/>
          <p:nvPr/>
        </p:nvSpPr>
        <p:spPr>
          <a:xfrm>
            <a:off x="9155520" y="2820240"/>
            <a:ext cx="2379240" cy="474840"/>
          </a:xfrm>
          <a:prstGeom prst="roundRect">
            <a:avLst>
              <a:gd name="adj" fmla="val 16667"/>
            </a:avLst>
          </a:prstGeom>
          <a:solidFill>
            <a:schemeClr val="lt1"/>
          </a:solidFill>
          <a:ln w="25560">
            <a:solidFill>
              <a:schemeClr val="accent3"/>
            </a:solidFill>
            <a:round/>
          </a:ln>
        </p:spPr>
        <p:style>
          <a:lnRef idx="0"/>
          <a:fillRef idx="0"/>
          <a:effectRef idx="0"/>
          <a:fontRef idx="minor"/>
        </p:style>
        <p:txBody>
          <a:bodyPr anchor="ctr">
            <a:noAutofit/>
          </a:bodyPr>
          <a:p>
            <a:pPr algn="ctr">
              <a:lnSpc>
                <a:spcPct val="100000"/>
              </a:lnSpc>
              <a:tabLst>
                <a:tab algn="l" pos="0"/>
              </a:tabLst>
            </a:pPr>
            <a:r>
              <a:rPr b="0" lang="it-IT" sz="1600" spc="-1" strike="noStrike">
                <a:solidFill>
                  <a:srgbClr val="000000"/>
                </a:solidFill>
                <a:latin typeface="Calibri"/>
                <a:ea typeface="Calibri"/>
              </a:rPr>
              <a:t>Preventive price form [</a:t>
            </a:r>
            <a:endParaRPr b="0" lang="it-IT" sz="1600" spc="-1" strike="noStrike">
              <a:latin typeface="Arial"/>
            </a:endParaRPr>
          </a:p>
          <a:p>
            <a:pPr algn="ctr">
              <a:lnSpc>
                <a:spcPct val="100000"/>
              </a:lnSpc>
              <a:tabLst>
                <a:tab algn="l" pos="0"/>
              </a:tabLst>
            </a:pPr>
            <a:r>
              <a:rPr b="0" lang="it-IT" sz="1600" spc="-1" strike="noStrike">
                <a:solidFill>
                  <a:srgbClr val="000000"/>
                </a:solidFill>
                <a:latin typeface="Calibri"/>
                <a:ea typeface="Calibri"/>
              </a:rPr>
              <a:t>Field:price]</a:t>
            </a:r>
            <a:endParaRPr b="0" lang="it-IT" sz="1600" spc="-1" strike="noStrike">
              <a:latin typeface="Arial"/>
            </a:endParaRPr>
          </a:p>
        </p:txBody>
      </p:sp>
      <p:sp>
        <p:nvSpPr>
          <p:cNvPr id="307" name="CustomShape 23"/>
          <p:cNvSpPr/>
          <p:nvPr/>
        </p:nvSpPr>
        <p:spPr>
          <a:xfrm>
            <a:off x="9030960" y="2964240"/>
            <a:ext cx="287640" cy="215640"/>
          </a:xfrm>
          <a:prstGeom prst="ellipse">
            <a:avLst/>
          </a:prstGeom>
          <a:solidFill>
            <a:schemeClr val="accent1"/>
          </a:solidFill>
          <a:ln w="25560">
            <a:solidFill>
              <a:srgbClr val="395e89"/>
            </a:solidFill>
            <a:round/>
          </a:ln>
        </p:spPr>
        <p:style>
          <a:lnRef idx="0"/>
          <a:fillRef idx="0"/>
          <a:effectRef idx="0"/>
          <a:fontRef idx="minor"/>
        </p:style>
      </p:sp>
      <p:sp>
        <p:nvSpPr>
          <p:cNvPr id="308" name="CustomShape 24"/>
          <p:cNvSpPr/>
          <p:nvPr/>
        </p:nvSpPr>
        <p:spPr>
          <a:xfrm>
            <a:off x="8274240" y="3014640"/>
            <a:ext cx="831960" cy="27648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submit</a:t>
            </a:r>
            <a:endParaRPr b="0" lang="it-IT" sz="1800" spc="-1" strike="noStrike">
              <a:latin typeface="Arial"/>
            </a:endParaRPr>
          </a:p>
        </p:txBody>
      </p:sp>
      <p:sp>
        <p:nvSpPr>
          <p:cNvPr id="309" name="CustomShape 25"/>
          <p:cNvSpPr/>
          <p:nvPr/>
        </p:nvSpPr>
        <p:spPr>
          <a:xfrm>
            <a:off x="5434920" y="3829680"/>
            <a:ext cx="1797120" cy="724680"/>
          </a:xfrm>
          <a:prstGeom prst="parallelogram">
            <a:avLst>
              <a:gd name="adj" fmla="val 25000"/>
            </a:avLst>
          </a:prstGeom>
          <a:solidFill>
            <a:schemeClr val="lt1"/>
          </a:solidFill>
          <a:ln w="25560">
            <a:solidFill>
              <a:schemeClr val="accent2"/>
            </a:solidFill>
            <a:round/>
          </a:ln>
        </p:spPr>
        <p:style>
          <a:lnRef idx="0"/>
          <a:fillRef idx="0"/>
          <a:effectRef idx="0"/>
          <a:fontRef idx="minor"/>
        </p:style>
        <p:txBody>
          <a:bodyPr anchor="ctr">
            <a:noAutofit/>
          </a:bodyPr>
          <a:p>
            <a:pPr algn="ctr">
              <a:lnSpc>
                <a:spcPct val="100000"/>
              </a:lnSpc>
              <a:tabLst>
                <a:tab algn="l" pos="0"/>
              </a:tabLst>
            </a:pPr>
            <a:r>
              <a:rPr b="0" lang="es-419" sz="1400" spc="-1" strike="noStrike">
                <a:solidFill>
                  <a:srgbClr val="000000"/>
                </a:solidFill>
                <a:latin typeface="Calibri"/>
                <a:ea typeface="Calibri"/>
              </a:rPr>
              <a:t>Get information about preventive</a:t>
            </a:r>
            <a:endParaRPr b="0" lang="it-IT" sz="1400" spc="-1" strike="noStrike">
              <a:latin typeface="Arial"/>
            </a:endParaRPr>
          </a:p>
        </p:txBody>
      </p:sp>
      <p:sp>
        <p:nvSpPr>
          <p:cNvPr id="310" name="CustomShape 26"/>
          <p:cNvSpPr/>
          <p:nvPr/>
        </p:nvSpPr>
        <p:spPr>
          <a:xfrm>
            <a:off x="3418560" y="3974400"/>
            <a:ext cx="884880" cy="371520"/>
          </a:xfrm>
          <a:prstGeom prst="rect">
            <a:avLst/>
          </a:prstGeom>
          <a:noFill/>
          <a:ln>
            <a:noFill/>
          </a:ln>
        </p:spPr>
        <p:style>
          <a:lnRef idx="0"/>
          <a:fillRef idx="0"/>
          <a:effectRef idx="0"/>
          <a:fontRef idx="minor"/>
        </p:style>
        <p:txBody>
          <a:bodyPr>
            <a:noAutofit/>
          </a:bodyPr>
          <a:p>
            <a:pPr>
              <a:lnSpc>
                <a:spcPct val="100000"/>
              </a:lnSpc>
              <a:tabLst>
                <a:tab algn="l" pos="0"/>
              </a:tabLst>
            </a:pPr>
            <a:r>
              <a:rPr b="0" lang="es-419" sz="1800" spc="-1" strike="noStrike">
                <a:solidFill>
                  <a:srgbClr val="000000"/>
                </a:solidFill>
                <a:latin typeface="Calibri"/>
                <a:ea typeface="Calibri"/>
              </a:rPr>
              <a:t>select</a:t>
            </a:r>
            <a:endParaRPr b="0" lang="it-IT" sz="1800" spc="-1" strike="noStrike">
              <a:latin typeface="Arial"/>
            </a:endParaRPr>
          </a:p>
        </p:txBody>
      </p:sp>
      <p:sp>
        <p:nvSpPr>
          <p:cNvPr id="311" name="CustomShape 27"/>
          <p:cNvSpPr/>
          <p:nvPr/>
        </p:nvSpPr>
        <p:spPr>
          <a:xfrm>
            <a:off x="5265360" y="5790240"/>
            <a:ext cx="2080800" cy="341280"/>
          </a:xfrm>
          <a:prstGeom prst="rect">
            <a:avLst/>
          </a:prstGeom>
          <a:solidFill>
            <a:schemeClr val="lt1"/>
          </a:solidFill>
          <a:ln w="25560">
            <a:solidFill>
              <a:schemeClr val="dk1"/>
            </a:solidFill>
            <a:round/>
          </a:ln>
        </p:spPr>
        <p:style>
          <a:lnRef idx="0"/>
          <a:fillRef idx="0"/>
          <a:effectRef idx="0"/>
          <a:fontRef idx="minor"/>
        </p:style>
        <p:txBody>
          <a:bodyPr>
            <a:noAutofit/>
          </a:bodyPr>
          <a:p>
            <a:pPr>
              <a:lnSpc>
                <a:spcPct val="100000"/>
              </a:lnSpc>
              <a:tabLst>
                <a:tab algn="l" pos="0"/>
              </a:tabLst>
            </a:pPr>
            <a:r>
              <a:rPr b="0" lang="es-419" sz="1800" spc="-1" strike="noStrike">
                <a:solidFill>
                  <a:srgbClr val="ff0000"/>
                </a:solidFill>
                <a:latin typeface="Calibri"/>
                <a:ea typeface="Calibri"/>
              </a:rPr>
              <a:t>Session.employee.id</a:t>
            </a:r>
            <a:endParaRPr b="0" lang="it-IT" sz="1800" spc="-1" strike="noStrike">
              <a:latin typeface="Arial"/>
            </a:endParaRPr>
          </a:p>
        </p:txBody>
      </p:sp>
      <p:sp>
        <p:nvSpPr>
          <p:cNvPr id="312" name="CustomShape 28"/>
          <p:cNvSpPr/>
          <p:nvPr/>
        </p:nvSpPr>
        <p:spPr>
          <a:xfrm flipH="1" flipV="1">
            <a:off x="4303800" y="5435640"/>
            <a:ext cx="841680" cy="374400"/>
          </a:xfrm>
          <a:custGeom>
            <a:avLst/>
            <a:gdLst/>
            <a:ahLst/>
            <a:rect l="l" t="t" r="r" b="b"/>
            <a:pathLst>
              <a:path w="21600" h="21600">
                <a:moveTo>
                  <a:pt x="0" y="0"/>
                </a:moveTo>
                <a:lnTo>
                  <a:pt x="21600" y="21600"/>
                </a:lnTo>
              </a:path>
            </a:pathLst>
          </a:custGeom>
          <a:noFill/>
          <a:ln w="25560">
            <a:solidFill>
              <a:schemeClr val="accent1"/>
            </a:solidFill>
            <a:round/>
            <a:tailEnd len="med" type="stealth" w="med"/>
          </a:ln>
          <a:effectLst>
            <a:outerShdw blurRad="40000" dir="5400000" dist="20160" rotWithShape="0">
              <a:srgbClr val="000000">
                <a:alpha val="38000"/>
              </a:srgbClr>
            </a:outerShdw>
          </a:effectLst>
        </p:spPr>
        <p:style>
          <a:lnRef idx="0"/>
          <a:fillRef idx="0"/>
          <a:effectRef idx="0"/>
          <a:fontRef idx="minor"/>
        </p:style>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TextShape 1"/>
          <p:cNvSpPr txBox="1"/>
          <p:nvPr/>
        </p:nvSpPr>
        <p:spPr>
          <a:xfrm>
            <a:off x="774720" y="19800"/>
            <a:ext cx="10515240" cy="741960"/>
          </a:xfrm>
          <a:prstGeom prst="rect">
            <a:avLst/>
          </a:prstGeom>
          <a:noFill/>
          <a:ln>
            <a:noFill/>
          </a:ln>
        </p:spPr>
        <p:txBody>
          <a:bodyPr anchor="ctr">
            <a:normAutofit/>
          </a:bodyPr>
          <a:p>
            <a:pPr algn="ctr">
              <a:lnSpc>
                <a:spcPct val="90000"/>
              </a:lnSpc>
            </a:pPr>
            <a:r>
              <a:rPr b="0" lang="it-IT" sz="3600" spc="-1" strike="noStrike">
                <a:solidFill>
                  <a:srgbClr val="000000"/>
                </a:solidFill>
                <a:latin typeface="Calibri Light"/>
              </a:rPr>
              <a:t>Components</a:t>
            </a:r>
            <a:endParaRPr b="0" lang="it-IT" sz="3600" spc="-1" strike="noStrike">
              <a:solidFill>
                <a:srgbClr val="000000"/>
              </a:solidFill>
              <a:latin typeface="Calibri"/>
            </a:endParaRPr>
          </a:p>
        </p:txBody>
      </p:sp>
      <p:sp>
        <p:nvSpPr>
          <p:cNvPr id="314" name="TextShape 2"/>
          <p:cNvSpPr txBox="1"/>
          <p:nvPr/>
        </p:nvSpPr>
        <p:spPr>
          <a:xfrm>
            <a:off x="264240" y="650160"/>
            <a:ext cx="3652200" cy="5445360"/>
          </a:xfrm>
          <a:prstGeom prst="rect">
            <a:avLst/>
          </a:prstGeom>
          <a:noFill/>
          <a:ln>
            <a:noFill/>
          </a:ln>
        </p:spPr>
        <p:txBody>
          <a:bodyPr>
            <a:normAutofit/>
          </a:bodyPr>
          <a:p>
            <a:pPr>
              <a:lnSpc>
                <a:spcPct val="80000"/>
              </a:lnSpc>
              <a:tabLst>
                <a:tab algn="l" pos="0"/>
              </a:tabLst>
            </a:pPr>
            <a:r>
              <a:rPr b="0" lang="en-GB" sz="2400" spc="-1" strike="noStrike">
                <a:solidFill>
                  <a:srgbClr val="000000"/>
                </a:solidFill>
                <a:latin typeface="Calibri"/>
              </a:rPr>
              <a:t>Model</a:t>
            </a:r>
            <a:r>
              <a:rPr b="0" lang="es-419" sz="2400" spc="-1" strike="noStrike">
                <a:solidFill>
                  <a:srgbClr val="000000"/>
                </a:solidFill>
                <a:latin typeface="Calibri"/>
              </a:rPr>
              <a:t> objects (beans):</a:t>
            </a:r>
            <a:endParaRPr b="0" lang="it-IT" sz="24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Option</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Preventive</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PreventiveInfo</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Product</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SimpleProduct</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User</a:t>
            </a:r>
            <a:endParaRPr b="0" lang="it-IT" sz="1700" spc="-1" strike="noStrike">
              <a:solidFill>
                <a:srgbClr val="000000"/>
              </a:solidFill>
              <a:latin typeface="Calibri"/>
            </a:endParaRPr>
          </a:p>
          <a:p>
            <a:pPr>
              <a:lnSpc>
                <a:spcPct val="80000"/>
              </a:lnSpc>
              <a:tabLst>
                <a:tab algn="l" pos="0"/>
              </a:tabLst>
            </a:pPr>
            <a:endParaRPr b="0" lang="it-IT" sz="1700" spc="-1" strike="noStrike">
              <a:solidFill>
                <a:srgbClr val="000000"/>
              </a:solidFill>
              <a:latin typeface="Calibri"/>
            </a:endParaRPr>
          </a:p>
          <a:p>
            <a:pPr>
              <a:lnSpc>
                <a:spcPct val="80000"/>
              </a:lnSpc>
              <a:tabLst>
                <a:tab algn="l" pos="0"/>
              </a:tabLst>
            </a:pPr>
            <a:r>
              <a:rPr b="0" lang="es-419" sz="2400" spc="-1" strike="noStrike">
                <a:solidFill>
                  <a:srgbClr val="000000"/>
                </a:solidFill>
                <a:latin typeface="Calibri"/>
              </a:rPr>
              <a:t>Controllers:</a:t>
            </a:r>
            <a:endParaRPr b="0" lang="it-IT" sz="24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AddPreventiveToDB</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CheckLogin</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CheckRegistration</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GetClientHomePage</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GetEmployeeHomePage</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GetInformationAboutPreventive</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GetPricingPage</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LogOut</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SelectOptionForProduct</a:t>
            </a:r>
            <a:endParaRPr b="0" lang="it-IT" sz="1700" spc="-1" strike="noStrike">
              <a:solidFill>
                <a:srgbClr val="000000"/>
              </a:solidFill>
              <a:latin typeface="Calibri"/>
            </a:endParaRPr>
          </a:p>
          <a:p>
            <a:pPr marL="228600" indent="-228240">
              <a:lnSpc>
                <a:spcPct val="100000"/>
              </a:lnSpc>
              <a:buClr>
                <a:srgbClr val="000000"/>
              </a:buClr>
              <a:buFont typeface="Wingdings" charset="2"/>
              <a:buChar char=""/>
              <a:tabLst>
                <a:tab algn="l" pos="0"/>
              </a:tabLst>
            </a:pPr>
            <a:r>
              <a:rPr b="0" lang="es-419" sz="1700" spc="-1" strike="noStrike">
                <a:solidFill>
                  <a:srgbClr val="000000"/>
                </a:solidFill>
                <a:latin typeface="Calibri"/>
              </a:rPr>
              <a:t>UpdatePreventivePrice</a:t>
            </a:r>
            <a:endParaRPr b="0" lang="it-IT" sz="1700" spc="-1" strike="noStrike">
              <a:solidFill>
                <a:srgbClr val="000000"/>
              </a:solidFill>
              <a:latin typeface="Calibri"/>
            </a:endParaRPr>
          </a:p>
          <a:p>
            <a:pPr>
              <a:lnSpc>
                <a:spcPct val="80000"/>
              </a:lnSpc>
              <a:tabLst>
                <a:tab algn="l" pos="0"/>
              </a:tabLst>
            </a:pPr>
            <a:endParaRPr b="0" lang="it-IT" sz="1700" spc="-1" strike="noStrike">
              <a:solidFill>
                <a:srgbClr val="000000"/>
              </a:solidFill>
              <a:latin typeface="Calibri"/>
            </a:endParaRPr>
          </a:p>
          <a:p>
            <a:pPr>
              <a:lnSpc>
                <a:spcPct val="80000"/>
              </a:lnSpc>
              <a:spcBef>
                <a:spcPts val="349"/>
              </a:spcBef>
              <a:tabLst>
                <a:tab algn="l" pos="0"/>
              </a:tabLst>
            </a:pPr>
            <a:endParaRPr b="0" lang="it-IT" sz="1700" spc="-1" strike="noStrike">
              <a:solidFill>
                <a:srgbClr val="000000"/>
              </a:solidFill>
              <a:latin typeface="Calibri"/>
            </a:endParaRPr>
          </a:p>
          <a:p>
            <a:pPr>
              <a:lnSpc>
                <a:spcPct val="110000"/>
              </a:lnSpc>
              <a:spcBef>
                <a:spcPts val="1001"/>
              </a:spcBef>
              <a:tabLst>
                <a:tab algn="l" pos="0"/>
              </a:tabLst>
            </a:pPr>
            <a:endParaRPr b="0" lang="it-IT" sz="1700" spc="-1" strike="noStrike">
              <a:solidFill>
                <a:srgbClr val="000000"/>
              </a:solidFill>
              <a:latin typeface="Calibri"/>
            </a:endParaRPr>
          </a:p>
        </p:txBody>
      </p:sp>
      <p:sp>
        <p:nvSpPr>
          <p:cNvPr id="315" name="CustomShape 3"/>
          <p:cNvSpPr/>
          <p:nvPr/>
        </p:nvSpPr>
        <p:spPr>
          <a:xfrm>
            <a:off x="3662640" y="650160"/>
            <a:ext cx="3276360" cy="5445360"/>
          </a:xfrm>
          <a:prstGeom prst="rect">
            <a:avLst/>
          </a:prstGeom>
          <a:noFill/>
          <a:ln>
            <a:noFill/>
          </a:ln>
        </p:spPr>
        <p:style>
          <a:lnRef idx="0"/>
          <a:fillRef idx="0"/>
          <a:effectRef idx="0"/>
          <a:fontRef idx="minor"/>
        </p:style>
        <p:txBody>
          <a:bodyPr>
            <a:normAutofit/>
          </a:bodyPr>
          <a:p>
            <a:pPr>
              <a:lnSpc>
                <a:spcPct val="110000"/>
              </a:lnSpc>
              <a:spcBef>
                <a:spcPts val="1001"/>
              </a:spcBef>
              <a:tabLst>
                <a:tab algn="l" pos="0"/>
              </a:tabLst>
            </a:pPr>
            <a:r>
              <a:rPr b="0" lang="it-IT" sz="2600" spc="-1" strike="noStrike">
                <a:solidFill>
                  <a:srgbClr val="000000"/>
                </a:solidFill>
                <a:latin typeface="Calibri"/>
              </a:rPr>
              <a:t>Filters:</a:t>
            </a:r>
            <a:endParaRPr b="0" lang="it-IT" sz="2600" spc="-1" strike="noStrike">
              <a:latin typeface="Arial"/>
            </a:endParaRPr>
          </a:p>
          <a:p>
            <a:pPr marL="228600" indent="-228240">
              <a:lnSpc>
                <a:spcPct val="100000"/>
              </a:lnSpc>
              <a:spcBef>
                <a:spcPts val="1001"/>
              </a:spcBef>
              <a:buClr>
                <a:srgbClr val="000000"/>
              </a:buClr>
              <a:buFont typeface="Wingdings" charset="2"/>
              <a:buChar char=""/>
              <a:tabLst>
                <a:tab algn="l" pos="0"/>
              </a:tabLst>
            </a:pPr>
            <a:r>
              <a:rPr b="0" lang="it-IT" sz="1800" spc="-1" strike="noStrike">
                <a:solidFill>
                  <a:srgbClr val="000000"/>
                </a:solidFill>
                <a:latin typeface="Calibri"/>
              </a:rPr>
              <a:t>ClientChecker</a:t>
            </a:r>
            <a:endParaRPr b="0" lang="it-IT" sz="1800" spc="-1" strike="noStrike">
              <a:latin typeface="Arial"/>
            </a:endParaRPr>
          </a:p>
          <a:p>
            <a:pPr marL="228600" indent="-228240">
              <a:lnSpc>
                <a:spcPct val="100000"/>
              </a:lnSpc>
              <a:spcBef>
                <a:spcPts val="1001"/>
              </a:spcBef>
              <a:buClr>
                <a:srgbClr val="000000"/>
              </a:buClr>
              <a:buFont typeface="Wingdings" charset="2"/>
              <a:buChar char=""/>
              <a:tabLst>
                <a:tab algn="l" pos="0"/>
              </a:tabLst>
            </a:pPr>
            <a:r>
              <a:rPr b="0" lang="it-IT" sz="1800" spc="-1" strike="noStrike">
                <a:solidFill>
                  <a:srgbClr val="000000"/>
                </a:solidFill>
                <a:latin typeface="Calibri"/>
              </a:rPr>
              <a:t>EmployeeChecker</a:t>
            </a:r>
            <a:endParaRPr b="0" lang="it-IT" sz="1800" spc="-1" strike="noStrike">
              <a:latin typeface="Arial"/>
            </a:endParaRPr>
          </a:p>
          <a:p>
            <a:pPr marL="228600" indent="-228240">
              <a:lnSpc>
                <a:spcPct val="110000"/>
              </a:lnSpc>
              <a:spcBef>
                <a:spcPts val="1001"/>
              </a:spcBef>
              <a:buClr>
                <a:srgbClr val="000000"/>
              </a:buClr>
              <a:buFont typeface="Wingdings" charset="2"/>
              <a:buChar char=""/>
              <a:tabLst>
                <a:tab algn="l" pos="0"/>
              </a:tabLst>
            </a:pPr>
            <a:r>
              <a:rPr b="0" lang="it-IT" sz="1800" spc="-1" strike="noStrike">
                <a:solidFill>
                  <a:srgbClr val="000000"/>
                </a:solidFill>
                <a:latin typeface="Calibri"/>
              </a:rPr>
              <a:t>LogInChecker</a:t>
            </a:r>
            <a:endParaRPr b="0" lang="it-IT" sz="1800" spc="-1" strike="noStrike">
              <a:latin typeface="Arial"/>
            </a:endParaRPr>
          </a:p>
          <a:p>
            <a:pPr>
              <a:lnSpc>
                <a:spcPct val="110000"/>
              </a:lnSpc>
              <a:spcBef>
                <a:spcPts val="1001"/>
              </a:spcBef>
              <a:tabLst>
                <a:tab algn="l" pos="0"/>
              </a:tabLst>
            </a:pPr>
            <a:r>
              <a:rPr b="0" lang="it-IT" sz="2600" spc="-1" strike="noStrike">
                <a:solidFill>
                  <a:srgbClr val="000000"/>
                </a:solidFill>
                <a:latin typeface="Calibri"/>
              </a:rPr>
              <a:t>Views (templates):</a:t>
            </a:r>
            <a:endParaRPr b="0" lang="it-IT" sz="26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ErrorPage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HomePageClient</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HomePageEmployee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LogInPage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PreventiveInfoPage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PricePreventivePage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0" lang="it-IT" sz="1700" spc="-1" strike="noStrike">
                <a:solidFill>
                  <a:srgbClr val="000000"/>
                </a:solidFill>
                <a:latin typeface="Calibri"/>
              </a:rPr>
              <a:t>SelectOptionsForPreventive</a:t>
            </a:r>
            <a:endParaRPr b="0" lang="it-IT" sz="1700" spc="-1" strike="noStrike">
              <a:latin typeface="Arial"/>
            </a:endParaRPr>
          </a:p>
        </p:txBody>
      </p:sp>
      <p:sp>
        <p:nvSpPr>
          <p:cNvPr id="316" name="CustomShape 4"/>
          <p:cNvSpPr/>
          <p:nvPr/>
        </p:nvSpPr>
        <p:spPr>
          <a:xfrm>
            <a:off x="6705720" y="650160"/>
            <a:ext cx="5351400" cy="6187680"/>
          </a:xfrm>
          <a:prstGeom prst="rect">
            <a:avLst/>
          </a:prstGeom>
          <a:noFill/>
          <a:ln>
            <a:noFill/>
          </a:ln>
        </p:spPr>
        <p:style>
          <a:lnRef idx="0"/>
          <a:fillRef idx="0"/>
          <a:effectRef idx="0"/>
          <a:fontRef idx="minor"/>
        </p:style>
        <p:txBody>
          <a:bodyPr>
            <a:normAutofit fontScale="62000"/>
          </a:bodyPr>
          <a:p>
            <a:pPr>
              <a:lnSpc>
                <a:spcPct val="110000"/>
              </a:lnSpc>
              <a:spcBef>
                <a:spcPts val="1001"/>
              </a:spcBef>
              <a:tabLst>
                <a:tab algn="l" pos="0"/>
              </a:tabLst>
            </a:pPr>
            <a:r>
              <a:rPr b="0" lang="it-IT" sz="2600" spc="-1" strike="noStrike">
                <a:solidFill>
                  <a:srgbClr val="000000"/>
                </a:solidFill>
                <a:latin typeface="Calibri"/>
              </a:rPr>
              <a:t>Data Access Objects (classes)</a:t>
            </a:r>
            <a:endParaRPr b="0" lang="it-IT" sz="2600" spc="-1" strike="noStrike">
              <a:latin typeface="Arial"/>
            </a:endParaRPr>
          </a:p>
          <a:p>
            <a:pPr marL="228600" indent="-228240">
              <a:lnSpc>
                <a:spcPct val="110000"/>
              </a:lnSpc>
              <a:buClr>
                <a:srgbClr val="000000"/>
              </a:buClr>
              <a:buFont typeface="Wingdings" charset="2"/>
              <a:buChar char=""/>
              <a:tabLst>
                <a:tab algn="l" pos="0"/>
              </a:tabLst>
            </a:pPr>
            <a:r>
              <a:rPr b="1" lang="it-IT" sz="1900" spc="-1" strike="noStrike">
                <a:solidFill>
                  <a:srgbClr val="000000"/>
                </a:solidFill>
                <a:latin typeface="Calibri"/>
              </a:rPr>
              <a:t>CredentialsDAO</a:t>
            </a:r>
            <a:endParaRPr b="0" lang="it-IT" sz="19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checkCredentials(username,password)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addCredentials(username,password,role)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1" lang="it-IT" sz="1900" spc="-1" strike="noStrike">
                <a:solidFill>
                  <a:srgbClr val="000000"/>
                </a:solidFill>
                <a:latin typeface="Calibri"/>
              </a:rPr>
              <a:t>PreventiveDAO</a:t>
            </a:r>
            <a:endParaRPr b="0" lang="it-IT" sz="19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getPreventivesByClient(clientUsername)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getPreventiveByEmployee(employeeUsername)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getPreventiveByID(preventiveID)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getPreventiveByIDAndEmployeeUsername(preventiveID,username)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getOptionsInPreventive(preventiveID)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getUnmanagedPreventives()</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getUnmanagedPreventiveByID(preventiveID)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isPreventiveUnmanaged(preventiveID)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addPreventive(preventiveInfoToAdd)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updatePriceOfPreventive(preventiveID,employeeUsername,price)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getProductNameByCode(productCode)</a:t>
            </a:r>
            <a:endParaRPr b="0" lang="it-IT" sz="1700" spc="-1" strike="noStrike">
              <a:latin typeface="Arial"/>
            </a:endParaRPr>
          </a:p>
          <a:p>
            <a:pPr marL="228600" indent="-228240">
              <a:lnSpc>
                <a:spcPct val="110000"/>
              </a:lnSpc>
              <a:buClr>
                <a:srgbClr val="000000"/>
              </a:buClr>
              <a:buFont typeface="Wingdings" charset="2"/>
              <a:buChar char=""/>
              <a:tabLst>
                <a:tab algn="l" pos="0"/>
              </a:tabLst>
            </a:pPr>
            <a:r>
              <a:rPr b="1" lang="it-IT" sz="1900" spc="-1" strike="noStrike">
                <a:solidFill>
                  <a:srgbClr val="000000"/>
                </a:solidFill>
                <a:latin typeface="Calibri"/>
              </a:rPr>
              <a:t>ProductDAO</a:t>
            </a:r>
            <a:endParaRPr b="0" lang="it-IT" sz="19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getAllProducts()</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doesProductExist(productCode)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getAllSimpleProducts()</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getImgPathFromProductCode(productCode)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getOptionsByProductID(productID)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getOptionCodesByProductID(productCode)</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getProductsCodes()</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getOptionCodesByProductID()</a:t>
            </a:r>
            <a:endParaRPr b="0" lang="it-IT" sz="1700" spc="-1" strike="noStrike">
              <a:latin typeface="Arial"/>
            </a:endParaRPr>
          </a:p>
          <a:p>
            <a:pPr marL="228600" indent="-228240">
              <a:lnSpc>
                <a:spcPct val="110000"/>
              </a:lnSpc>
              <a:buClr>
                <a:srgbClr val="000000"/>
              </a:buClr>
              <a:buFont typeface="Calibri"/>
              <a:buChar char="⁻"/>
              <a:tabLst>
                <a:tab algn="l" pos="0"/>
              </a:tabLst>
            </a:pPr>
            <a:r>
              <a:rPr b="0" lang="it-IT" sz="1700" spc="-1" strike="noStrike">
                <a:solidFill>
                  <a:srgbClr val="000000"/>
                </a:solidFill>
                <a:latin typeface="Calibri"/>
              </a:rPr>
              <a:t>getOptionByID(optionID)</a:t>
            </a:r>
            <a:endParaRPr b="0" lang="it-IT" sz="17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CustomShape 1"/>
          <p:cNvSpPr/>
          <p:nvPr/>
        </p:nvSpPr>
        <p:spPr>
          <a:xfrm>
            <a:off x="2073960" y="144792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800" spc="-1" strike="noStrike">
                <a:solidFill>
                  <a:srgbClr val="000000"/>
                </a:solidFill>
                <a:latin typeface="Calibri"/>
              </a:rPr>
              <a:t>CheckLogin</a:t>
            </a:r>
            <a:endParaRPr b="0" lang="it-IT" sz="1800" spc="-1" strike="noStrike">
              <a:latin typeface="Arial"/>
            </a:endParaRPr>
          </a:p>
        </p:txBody>
      </p:sp>
      <p:sp>
        <p:nvSpPr>
          <p:cNvPr id="318" name="Line 2"/>
          <p:cNvSpPr/>
          <p:nvPr/>
        </p:nvSpPr>
        <p:spPr>
          <a:xfrm flipH="1">
            <a:off x="2701440" y="1828800"/>
            <a:ext cx="29520" cy="4840560"/>
          </a:xfrm>
          <a:prstGeom prst="line">
            <a:avLst/>
          </a:prstGeom>
          <a:ln>
            <a:prstDash val="sysDot"/>
            <a:round/>
          </a:ln>
        </p:spPr>
        <p:style>
          <a:lnRef idx="3">
            <a:schemeClr val="accent1"/>
          </a:lnRef>
          <a:fillRef idx="0">
            <a:schemeClr val="accent1"/>
          </a:fillRef>
          <a:effectRef idx="2">
            <a:schemeClr val="accent1"/>
          </a:effectRef>
          <a:fontRef idx="minor"/>
        </p:style>
      </p:sp>
      <p:sp>
        <p:nvSpPr>
          <p:cNvPr id="319" name="CustomShape 3"/>
          <p:cNvSpPr/>
          <p:nvPr/>
        </p:nvSpPr>
        <p:spPr>
          <a:xfrm>
            <a:off x="1635840" y="2971800"/>
            <a:ext cx="87588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20" name="CustomShape 4"/>
          <p:cNvSpPr/>
          <p:nvPr/>
        </p:nvSpPr>
        <p:spPr>
          <a:xfrm>
            <a:off x="1483920" y="2602440"/>
            <a:ext cx="1066680" cy="364680"/>
          </a:xfrm>
          <a:prstGeom prst="rect">
            <a:avLst/>
          </a:prstGeom>
          <a:noFill/>
          <a:ln>
            <a:noFill/>
          </a:ln>
        </p:spPr>
        <p:style>
          <a:lnRef idx="0"/>
          <a:fillRef idx="0"/>
          <a:effectRef idx="0"/>
          <a:fontRef idx="minor"/>
        </p:style>
        <p:txBody>
          <a:bodyPr wrap="none" lIns="90000" rIns="90000" tIns="45000" bIns="45000">
            <a:spAutoFit/>
          </a:bodyPr>
          <a:p>
            <a:pPr>
              <a:lnSpc>
                <a:spcPct val="100000"/>
              </a:lnSpc>
            </a:pPr>
            <a:r>
              <a:rPr b="0" lang="en-US" sz="1800" spc="-1" strike="noStrike">
                <a:solidFill>
                  <a:srgbClr val="000000"/>
                </a:solidFill>
                <a:latin typeface="Calibri"/>
              </a:rPr>
              <a:t>doPOST</a:t>
            </a:r>
            <a:endParaRPr b="0" lang="it-IT" sz="1800" spc="-1" strike="noStrike">
              <a:latin typeface="Arial"/>
            </a:endParaRPr>
          </a:p>
        </p:txBody>
      </p:sp>
      <p:sp>
        <p:nvSpPr>
          <p:cNvPr id="321" name="CustomShape 5"/>
          <p:cNvSpPr/>
          <p:nvPr/>
        </p:nvSpPr>
        <p:spPr>
          <a:xfrm>
            <a:off x="2548440" y="2044800"/>
            <a:ext cx="306360" cy="4408200"/>
          </a:xfrm>
          <a:prstGeom prst="rect">
            <a:avLst/>
          </a:prstGeom>
          <a:ln>
            <a:round/>
          </a:ln>
        </p:spPr>
        <p:style>
          <a:lnRef idx="2">
            <a:schemeClr val="accent1"/>
          </a:lnRef>
          <a:fillRef idx="1">
            <a:schemeClr val="lt1"/>
          </a:fillRef>
          <a:effectRef idx="0">
            <a:schemeClr val="accent1"/>
          </a:effectRef>
          <a:fontRef idx="minor"/>
        </p:style>
      </p:sp>
      <p:sp>
        <p:nvSpPr>
          <p:cNvPr id="322" name="CustomShape 6"/>
          <p:cNvSpPr/>
          <p:nvPr/>
        </p:nvSpPr>
        <p:spPr>
          <a:xfrm>
            <a:off x="3853800" y="144792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300" spc="-1" strike="noStrike">
                <a:solidFill>
                  <a:srgbClr val="000000"/>
                </a:solidFill>
                <a:latin typeface="Calibri"/>
              </a:rPr>
              <a:t>CredentialsDAO</a:t>
            </a:r>
            <a:endParaRPr b="0" lang="it-IT" sz="1300" spc="-1" strike="noStrike">
              <a:latin typeface="Arial"/>
            </a:endParaRPr>
          </a:p>
        </p:txBody>
      </p:sp>
      <p:sp>
        <p:nvSpPr>
          <p:cNvPr id="323" name="Line 7"/>
          <p:cNvSpPr/>
          <p:nvPr/>
        </p:nvSpPr>
        <p:spPr>
          <a:xfrm flipH="1">
            <a:off x="4480560" y="1828800"/>
            <a:ext cx="30240" cy="4343400"/>
          </a:xfrm>
          <a:prstGeom prst="line">
            <a:avLst/>
          </a:prstGeom>
          <a:ln>
            <a:prstDash val="sysDot"/>
            <a:round/>
          </a:ln>
        </p:spPr>
        <p:style>
          <a:lnRef idx="3">
            <a:schemeClr val="accent1"/>
          </a:lnRef>
          <a:fillRef idx="0">
            <a:schemeClr val="accent1"/>
          </a:fillRef>
          <a:effectRef idx="2">
            <a:schemeClr val="accent1"/>
          </a:effectRef>
          <a:fontRef idx="minor"/>
        </p:style>
      </p:sp>
      <p:sp>
        <p:nvSpPr>
          <p:cNvPr id="324" name="CustomShape 8"/>
          <p:cNvSpPr/>
          <p:nvPr/>
        </p:nvSpPr>
        <p:spPr>
          <a:xfrm>
            <a:off x="2854800" y="2514600"/>
            <a:ext cx="147312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25" name="CustomShape 9"/>
          <p:cNvSpPr/>
          <p:nvPr/>
        </p:nvSpPr>
        <p:spPr>
          <a:xfrm>
            <a:off x="2711520" y="2145240"/>
            <a:ext cx="1714320" cy="303480"/>
          </a:xfrm>
          <a:prstGeom prst="rect">
            <a:avLst/>
          </a:prstGeom>
          <a:noFill/>
          <a:ln>
            <a:noFill/>
          </a:ln>
        </p:spPr>
        <p:style>
          <a:lnRef idx="0"/>
          <a:fillRef idx="0"/>
          <a:effectRef idx="0"/>
          <a:fontRef idx="minor"/>
        </p:style>
        <p:txBody>
          <a:bodyPr wrap="none" lIns="90000" rIns="90000" tIns="45000" bIns="45000">
            <a:spAutoFit/>
          </a:bodyPr>
          <a:p>
            <a:pPr>
              <a:lnSpc>
                <a:spcPct val="100000"/>
              </a:lnSpc>
            </a:pPr>
            <a:r>
              <a:rPr b="0" lang="en-US" sz="1400" spc="-1" strike="noStrike">
                <a:solidFill>
                  <a:srgbClr val="000000"/>
                </a:solidFill>
                <a:latin typeface="Calibri"/>
              </a:rPr>
              <a:t>checkCredentials</a:t>
            </a:r>
            <a:endParaRPr b="0" lang="it-IT" sz="1400" spc="-1" strike="noStrike">
              <a:latin typeface="Arial"/>
            </a:endParaRPr>
          </a:p>
        </p:txBody>
      </p:sp>
      <p:sp>
        <p:nvSpPr>
          <p:cNvPr id="326" name="CustomShape 10"/>
          <p:cNvSpPr/>
          <p:nvPr/>
        </p:nvSpPr>
        <p:spPr>
          <a:xfrm>
            <a:off x="4328280" y="2044800"/>
            <a:ext cx="304560" cy="1257120"/>
          </a:xfrm>
          <a:prstGeom prst="rect">
            <a:avLst/>
          </a:prstGeom>
          <a:ln>
            <a:round/>
          </a:ln>
        </p:spPr>
        <p:style>
          <a:lnRef idx="2">
            <a:schemeClr val="accent1"/>
          </a:lnRef>
          <a:fillRef idx="1">
            <a:schemeClr val="lt1"/>
          </a:fillRef>
          <a:effectRef idx="0">
            <a:schemeClr val="accent1"/>
          </a:effectRef>
          <a:fontRef idx="minor"/>
        </p:style>
      </p:sp>
      <p:sp>
        <p:nvSpPr>
          <p:cNvPr id="327" name="CustomShape 11"/>
          <p:cNvSpPr/>
          <p:nvPr/>
        </p:nvSpPr>
        <p:spPr>
          <a:xfrm flipH="1">
            <a:off x="2855520" y="3124080"/>
            <a:ext cx="143784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28" name="CustomShape 12"/>
          <p:cNvSpPr/>
          <p:nvPr/>
        </p:nvSpPr>
        <p:spPr>
          <a:xfrm>
            <a:off x="3053160" y="2754720"/>
            <a:ext cx="1255680" cy="333720"/>
          </a:xfrm>
          <a:prstGeom prst="rect">
            <a:avLst/>
          </a:prstGeom>
          <a:noFill/>
          <a:ln>
            <a:noFill/>
          </a:ln>
        </p:spPr>
        <p:style>
          <a:lnRef idx="0"/>
          <a:fillRef idx="0"/>
          <a:effectRef idx="0"/>
          <a:fontRef idx="minor"/>
        </p:style>
        <p:txBody>
          <a:bodyPr wrap="none" lIns="90000" rIns="90000" tIns="45000" bIns="45000">
            <a:spAutoFit/>
          </a:bodyPr>
          <a:p>
            <a:pPr>
              <a:lnSpc>
                <a:spcPct val="100000"/>
              </a:lnSpc>
            </a:pPr>
            <a:r>
              <a:rPr b="0" lang="en-US" sz="1600" spc="-1" strike="noStrike">
                <a:solidFill>
                  <a:srgbClr val="000000"/>
                </a:solidFill>
                <a:latin typeface="Calibri"/>
              </a:rPr>
              <a:t>user || null</a:t>
            </a:r>
            <a:endParaRPr b="0" lang="it-IT" sz="1600" spc="-1" strike="noStrike">
              <a:latin typeface="Arial"/>
            </a:endParaRPr>
          </a:p>
        </p:txBody>
      </p:sp>
      <p:sp>
        <p:nvSpPr>
          <p:cNvPr id="329" name="CustomShape 13"/>
          <p:cNvSpPr/>
          <p:nvPr/>
        </p:nvSpPr>
        <p:spPr>
          <a:xfrm>
            <a:off x="5375880" y="144792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300" spc="-1" strike="noStrike">
                <a:solidFill>
                  <a:srgbClr val="000000"/>
                </a:solidFill>
                <a:latin typeface="Calibri"/>
              </a:rPr>
              <a:t>LogInPage.html</a:t>
            </a:r>
            <a:endParaRPr b="0" lang="it-IT" sz="1300" spc="-1" strike="noStrike">
              <a:latin typeface="Arial"/>
            </a:endParaRPr>
          </a:p>
        </p:txBody>
      </p:sp>
      <p:sp>
        <p:nvSpPr>
          <p:cNvPr id="330" name="Line 14"/>
          <p:cNvSpPr/>
          <p:nvPr/>
        </p:nvSpPr>
        <p:spPr>
          <a:xfrm flipH="1">
            <a:off x="6002640" y="1828800"/>
            <a:ext cx="30240" cy="4343400"/>
          </a:xfrm>
          <a:prstGeom prst="line">
            <a:avLst/>
          </a:prstGeom>
          <a:ln>
            <a:prstDash val="sysDot"/>
            <a:round/>
          </a:ln>
        </p:spPr>
        <p:style>
          <a:lnRef idx="3">
            <a:schemeClr val="accent1"/>
          </a:lnRef>
          <a:fillRef idx="0">
            <a:schemeClr val="accent1"/>
          </a:fillRef>
          <a:effectRef idx="2">
            <a:schemeClr val="accent1"/>
          </a:effectRef>
          <a:fontRef idx="minor"/>
        </p:style>
      </p:sp>
      <p:sp>
        <p:nvSpPr>
          <p:cNvPr id="331" name="CustomShape 15"/>
          <p:cNvSpPr/>
          <p:nvPr/>
        </p:nvSpPr>
        <p:spPr>
          <a:xfrm>
            <a:off x="5850360" y="3009960"/>
            <a:ext cx="304560" cy="1257120"/>
          </a:xfrm>
          <a:prstGeom prst="rect">
            <a:avLst/>
          </a:prstGeom>
          <a:ln>
            <a:round/>
          </a:ln>
        </p:spPr>
        <p:style>
          <a:lnRef idx="2">
            <a:schemeClr val="accent1"/>
          </a:lnRef>
          <a:fillRef idx="1">
            <a:schemeClr val="lt1"/>
          </a:fillRef>
          <a:effectRef idx="0">
            <a:schemeClr val="accent1"/>
          </a:effectRef>
          <a:fontRef idx="minor"/>
        </p:style>
      </p:sp>
      <p:sp>
        <p:nvSpPr>
          <p:cNvPr id="332" name="CustomShape 16"/>
          <p:cNvSpPr/>
          <p:nvPr/>
        </p:nvSpPr>
        <p:spPr>
          <a:xfrm>
            <a:off x="2855520" y="3714840"/>
            <a:ext cx="299448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33" name="CustomShape 17"/>
          <p:cNvSpPr/>
          <p:nvPr/>
        </p:nvSpPr>
        <p:spPr>
          <a:xfrm>
            <a:off x="3132720" y="4294800"/>
            <a:ext cx="3888000" cy="515880"/>
          </a:xfrm>
          <a:prstGeom prst="rect">
            <a:avLst/>
          </a:prstGeom>
          <a:noFill/>
          <a:ln>
            <a:noFill/>
          </a:ln>
        </p:spPr>
        <p:style>
          <a:lnRef idx="0"/>
          <a:fillRef idx="0"/>
          <a:effectRef idx="0"/>
          <a:fontRef idx="minor"/>
        </p:style>
        <p:txBody>
          <a:bodyPr lIns="90000" rIns="90000" tIns="45000" bIns="45000">
            <a:spAutoFit/>
          </a:bodyPr>
          <a:p>
            <a:pPr algn="ctr">
              <a:lnSpc>
                <a:spcPct val="100000"/>
              </a:lnSpc>
            </a:pPr>
            <a:r>
              <a:rPr b="0" lang="en-US" sz="1400" spc="-1" strike="noStrike">
                <a:solidFill>
                  <a:srgbClr val="000000"/>
                </a:solidFill>
                <a:latin typeface="Calibri"/>
              </a:rPr>
              <a:t>[user   != null ]  setAttribute  ("username", user)</a:t>
            </a:r>
            <a:endParaRPr b="0" lang="it-IT" sz="1400" spc="-1" strike="noStrike">
              <a:latin typeface="Arial"/>
            </a:endParaRPr>
          </a:p>
        </p:txBody>
      </p:sp>
      <p:sp>
        <p:nvSpPr>
          <p:cNvPr id="334" name="CustomShape 18"/>
          <p:cNvSpPr/>
          <p:nvPr/>
        </p:nvSpPr>
        <p:spPr>
          <a:xfrm>
            <a:off x="6888240" y="144792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800" spc="-1" strike="noStrike">
                <a:solidFill>
                  <a:srgbClr val="000000"/>
                </a:solidFill>
                <a:latin typeface="Calibri"/>
              </a:rPr>
              <a:t>Session</a:t>
            </a:r>
            <a:endParaRPr b="0" lang="it-IT" sz="1800" spc="-1" strike="noStrike">
              <a:latin typeface="Arial"/>
            </a:endParaRPr>
          </a:p>
        </p:txBody>
      </p:sp>
      <p:sp>
        <p:nvSpPr>
          <p:cNvPr id="335" name="Line 19"/>
          <p:cNvSpPr/>
          <p:nvPr/>
        </p:nvSpPr>
        <p:spPr>
          <a:xfrm flipH="1">
            <a:off x="7515000" y="1828800"/>
            <a:ext cx="30240" cy="4343400"/>
          </a:xfrm>
          <a:prstGeom prst="line">
            <a:avLst/>
          </a:prstGeom>
          <a:ln>
            <a:prstDash val="sysDot"/>
            <a:round/>
          </a:ln>
        </p:spPr>
        <p:style>
          <a:lnRef idx="3">
            <a:schemeClr val="accent1"/>
          </a:lnRef>
          <a:fillRef idx="0">
            <a:schemeClr val="accent1"/>
          </a:fillRef>
          <a:effectRef idx="2">
            <a:schemeClr val="accent1"/>
          </a:effectRef>
          <a:fontRef idx="minor"/>
        </p:style>
      </p:sp>
      <p:sp>
        <p:nvSpPr>
          <p:cNvPr id="336" name="CustomShape 20"/>
          <p:cNvSpPr/>
          <p:nvPr/>
        </p:nvSpPr>
        <p:spPr>
          <a:xfrm>
            <a:off x="7362720" y="3695760"/>
            <a:ext cx="304560" cy="1257120"/>
          </a:xfrm>
          <a:prstGeom prst="rect">
            <a:avLst/>
          </a:prstGeom>
          <a:ln>
            <a:round/>
          </a:ln>
        </p:spPr>
        <p:style>
          <a:lnRef idx="2">
            <a:schemeClr val="accent1"/>
          </a:lnRef>
          <a:fillRef idx="1">
            <a:schemeClr val="lt1"/>
          </a:fillRef>
          <a:effectRef idx="0">
            <a:schemeClr val="accent1"/>
          </a:effectRef>
          <a:fontRef idx="minor"/>
        </p:style>
      </p:sp>
      <p:sp>
        <p:nvSpPr>
          <p:cNvPr id="337" name="CustomShape 21"/>
          <p:cNvSpPr/>
          <p:nvPr/>
        </p:nvSpPr>
        <p:spPr>
          <a:xfrm>
            <a:off x="2855520" y="4648320"/>
            <a:ext cx="450648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38" name="CustomShape 22"/>
          <p:cNvSpPr/>
          <p:nvPr/>
        </p:nvSpPr>
        <p:spPr>
          <a:xfrm>
            <a:off x="3349800" y="3378600"/>
            <a:ext cx="2654640" cy="333720"/>
          </a:xfrm>
          <a:prstGeom prst="rect">
            <a:avLst/>
          </a:prstGeom>
          <a:noFill/>
          <a:ln>
            <a:noFill/>
          </a:ln>
        </p:spPr>
        <p:style>
          <a:lnRef idx="0"/>
          <a:fillRef idx="0"/>
          <a:effectRef idx="0"/>
          <a:fontRef idx="minor"/>
        </p:style>
        <p:txBody>
          <a:bodyPr wrap="none" lIns="90000" rIns="90000" tIns="45000" bIns="45000">
            <a:spAutoFit/>
          </a:bodyPr>
          <a:p>
            <a:pPr algn="ctr">
              <a:lnSpc>
                <a:spcPct val="100000"/>
              </a:lnSpc>
            </a:pPr>
            <a:r>
              <a:rPr b="0" lang="en-US" sz="1600" spc="-1" strike="noStrike">
                <a:solidFill>
                  <a:srgbClr val="000000"/>
                </a:solidFill>
                <a:latin typeface="Calibri"/>
              </a:rPr>
              <a:t>[user   == null ] redirect</a:t>
            </a:r>
            <a:endParaRPr b="0" lang="it-IT" sz="1600" spc="-1" strike="noStrike">
              <a:latin typeface="Arial"/>
            </a:endParaRPr>
          </a:p>
        </p:txBody>
      </p:sp>
      <p:sp>
        <p:nvSpPr>
          <p:cNvPr id="339" name="CustomShape 23"/>
          <p:cNvSpPr/>
          <p:nvPr/>
        </p:nvSpPr>
        <p:spPr>
          <a:xfrm>
            <a:off x="1473840" y="2983320"/>
            <a:ext cx="1074240" cy="17326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600" spc="-1" strike="noStrike">
                <a:solidFill>
                  <a:srgbClr val="000000"/>
                </a:solidFill>
                <a:latin typeface="Calibri"/>
              </a:rPr>
              <a:t>POST</a:t>
            </a:r>
            <a:endParaRPr b="0" lang="it-IT" sz="1600" spc="-1" strike="noStrike">
              <a:latin typeface="Arial"/>
            </a:endParaRPr>
          </a:p>
          <a:p>
            <a:pPr>
              <a:lnSpc>
                <a:spcPct val="100000"/>
              </a:lnSpc>
            </a:pPr>
            <a:r>
              <a:rPr b="0" lang="en-US" sz="1400" spc="-1" strike="noStrike">
                <a:solidFill>
                  <a:srgbClr val="000000"/>
                </a:solidFill>
                <a:latin typeface="Calibri"/>
              </a:rPr>
              <a:t>username</a:t>
            </a:r>
            <a:endParaRPr b="0" lang="it-IT" sz="1400" spc="-1" strike="noStrike">
              <a:latin typeface="Arial"/>
            </a:endParaRPr>
          </a:p>
          <a:p>
            <a:pPr>
              <a:lnSpc>
                <a:spcPct val="100000"/>
              </a:lnSpc>
            </a:pPr>
            <a:r>
              <a:rPr b="0" lang="en-US" sz="1400" spc="-1" strike="noStrike">
                <a:solidFill>
                  <a:srgbClr val="000000"/>
                </a:solidFill>
                <a:latin typeface="Calibri"/>
              </a:rPr>
              <a:t>password</a:t>
            </a:r>
            <a:endParaRPr b="0" lang="it-IT" sz="1400" spc="-1" strike="noStrike">
              <a:latin typeface="Arial"/>
            </a:endParaRPr>
          </a:p>
          <a:p>
            <a:pPr>
              <a:lnSpc>
                <a:spcPct val="100000"/>
              </a:lnSpc>
            </a:pPr>
            <a:endParaRPr b="0" lang="it-IT" sz="1400" spc="-1" strike="noStrike">
              <a:latin typeface="Arial"/>
            </a:endParaRPr>
          </a:p>
          <a:p>
            <a:pPr>
              <a:lnSpc>
                <a:spcPct val="100000"/>
              </a:lnSpc>
            </a:pPr>
            <a:r>
              <a:rPr b="0" lang="en-US" sz="1600" spc="-1" strike="noStrike">
                <a:solidFill>
                  <a:srgbClr val="000000"/>
                </a:solidFill>
                <a:latin typeface="Calibri"/>
              </a:rPr>
              <a:t>From:</a:t>
            </a:r>
            <a:endParaRPr b="0" lang="it-IT" sz="1600" spc="-1" strike="noStrike">
              <a:latin typeface="Arial"/>
            </a:endParaRPr>
          </a:p>
          <a:p>
            <a:pPr>
              <a:lnSpc>
                <a:spcPct val="100000"/>
              </a:lnSpc>
            </a:pPr>
            <a:r>
              <a:rPr b="0" lang="en-US" sz="1600" spc="-1" strike="noStrike">
                <a:solidFill>
                  <a:srgbClr val="000000"/>
                </a:solidFill>
                <a:latin typeface="Calibri"/>
              </a:rPr>
              <a:t>LogIn Page</a:t>
            </a:r>
            <a:endParaRPr b="0" lang="it-IT" sz="1600" spc="-1" strike="noStrike">
              <a:latin typeface="Arial"/>
            </a:endParaRPr>
          </a:p>
        </p:txBody>
      </p:sp>
      <p:sp>
        <p:nvSpPr>
          <p:cNvPr id="340" name="CustomShape 24"/>
          <p:cNvSpPr/>
          <p:nvPr/>
        </p:nvSpPr>
        <p:spPr>
          <a:xfrm>
            <a:off x="7752240" y="1945080"/>
            <a:ext cx="1274760" cy="50760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300" spc="-1" strike="noStrike">
                <a:solidFill>
                  <a:srgbClr val="000000"/>
                </a:solidFill>
                <a:latin typeface="Calibri"/>
              </a:rPr>
              <a:t>GetClientHomePage</a:t>
            </a:r>
            <a:endParaRPr b="0" lang="it-IT" sz="1300" spc="-1" strike="noStrike">
              <a:latin typeface="Arial"/>
            </a:endParaRPr>
          </a:p>
        </p:txBody>
      </p:sp>
      <p:sp>
        <p:nvSpPr>
          <p:cNvPr id="341" name="Line 25"/>
          <p:cNvSpPr/>
          <p:nvPr/>
        </p:nvSpPr>
        <p:spPr>
          <a:xfrm flipH="1">
            <a:off x="8379000" y="2453040"/>
            <a:ext cx="10440" cy="4216320"/>
          </a:xfrm>
          <a:prstGeom prst="line">
            <a:avLst/>
          </a:prstGeom>
          <a:ln>
            <a:prstDash val="sysDot"/>
            <a:round/>
          </a:ln>
        </p:spPr>
        <p:style>
          <a:lnRef idx="3">
            <a:schemeClr val="accent1"/>
          </a:lnRef>
          <a:fillRef idx="0">
            <a:schemeClr val="accent1"/>
          </a:fillRef>
          <a:effectRef idx="2">
            <a:schemeClr val="accent1"/>
          </a:effectRef>
          <a:fontRef idx="minor"/>
        </p:style>
      </p:sp>
      <p:sp>
        <p:nvSpPr>
          <p:cNvPr id="342" name="CustomShape 26"/>
          <p:cNvSpPr/>
          <p:nvPr/>
        </p:nvSpPr>
        <p:spPr>
          <a:xfrm>
            <a:off x="8226720" y="4653000"/>
            <a:ext cx="304560" cy="1007640"/>
          </a:xfrm>
          <a:prstGeom prst="rect">
            <a:avLst/>
          </a:prstGeom>
          <a:ln>
            <a:round/>
          </a:ln>
        </p:spPr>
        <p:style>
          <a:lnRef idx="2">
            <a:schemeClr val="accent1"/>
          </a:lnRef>
          <a:fillRef idx="1">
            <a:schemeClr val="lt1"/>
          </a:fillRef>
          <a:effectRef idx="0">
            <a:schemeClr val="accent1"/>
          </a:effectRef>
          <a:fontRef idx="minor"/>
        </p:style>
      </p:sp>
      <p:sp>
        <p:nvSpPr>
          <p:cNvPr id="343" name="CustomShape 27"/>
          <p:cNvSpPr/>
          <p:nvPr/>
        </p:nvSpPr>
        <p:spPr>
          <a:xfrm>
            <a:off x="8519400" y="2622600"/>
            <a:ext cx="1108080" cy="60264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300" spc="-1" strike="noStrike">
                <a:solidFill>
                  <a:srgbClr val="000000"/>
                </a:solidFill>
                <a:latin typeface="Calibri"/>
              </a:rPr>
              <a:t>GetEmployeeHomePage</a:t>
            </a:r>
            <a:endParaRPr b="0" lang="it-IT" sz="1300" spc="-1" strike="noStrike">
              <a:latin typeface="Arial"/>
            </a:endParaRPr>
          </a:p>
        </p:txBody>
      </p:sp>
      <p:sp>
        <p:nvSpPr>
          <p:cNvPr id="344" name="Line 28"/>
          <p:cNvSpPr/>
          <p:nvPr/>
        </p:nvSpPr>
        <p:spPr>
          <a:xfrm flipH="1">
            <a:off x="9068040" y="3225600"/>
            <a:ext cx="5400" cy="2656440"/>
          </a:xfrm>
          <a:prstGeom prst="line">
            <a:avLst/>
          </a:prstGeom>
          <a:ln>
            <a:prstDash val="sysDot"/>
            <a:round/>
          </a:ln>
        </p:spPr>
        <p:style>
          <a:lnRef idx="3">
            <a:schemeClr val="accent1"/>
          </a:lnRef>
          <a:fillRef idx="0">
            <a:schemeClr val="accent1"/>
          </a:fillRef>
          <a:effectRef idx="2">
            <a:schemeClr val="accent1"/>
          </a:effectRef>
          <a:fontRef idx="minor"/>
        </p:style>
      </p:sp>
      <p:sp>
        <p:nvSpPr>
          <p:cNvPr id="345" name="CustomShape 29"/>
          <p:cNvSpPr/>
          <p:nvPr/>
        </p:nvSpPr>
        <p:spPr>
          <a:xfrm>
            <a:off x="8915760" y="5882400"/>
            <a:ext cx="304560" cy="628200"/>
          </a:xfrm>
          <a:prstGeom prst="rect">
            <a:avLst/>
          </a:prstGeom>
          <a:ln>
            <a:round/>
          </a:ln>
        </p:spPr>
        <p:style>
          <a:lnRef idx="2">
            <a:schemeClr val="accent1"/>
          </a:lnRef>
          <a:fillRef idx="1">
            <a:schemeClr val="lt1"/>
          </a:fillRef>
          <a:effectRef idx="0">
            <a:schemeClr val="accent1"/>
          </a:effectRef>
          <a:fontRef idx="minor"/>
        </p:style>
      </p:sp>
      <p:sp>
        <p:nvSpPr>
          <p:cNvPr id="346" name="CustomShape 30"/>
          <p:cNvSpPr/>
          <p:nvPr/>
        </p:nvSpPr>
        <p:spPr>
          <a:xfrm>
            <a:off x="4762440" y="5034600"/>
            <a:ext cx="3404520" cy="333720"/>
          </a:xfrm>
          <a:prstGeom prst="rect">
            <a:avLst/>
          </a:prstGeom>
          <a:noFill/>
          <a:ln>
            <a:noFill/>
          </a:ln>
        </p:spPr>
        <p:style>
          <a:lnRef idx="0"/>
          <a:fillRef idx="0"/>
          <a:effectRef idx="0"/>
          <a:fontRef idx="minor"/>
        </p:style>
        <p:txBody>
          <a:bodyPr wrap="none" lIns="90000" rIns="90000" tIns="45000" bIns="45000">
            <a:spAutoFit/>
          </a:bodyPr>
          <a:p>
            <a:pPr algn="ctr">
              <a:lnSpc>
                <a:spcPct val="100000"/>
              </a:lnSpc>
            </a:pPr>
            <a:r>
              <a:rPr b="0" lang="en-US" sz="1600" spc="-1" strike="noStrike">
                <a:solidFill>
                  <a:srgbClr val="000000"/>
                </a:solidFill>
                <a:latin typeface="Calibri"/>
              </a:rPr>
              <a:t>[user.role   == “client"] redirect</a:t>
            </a:r>
            <a:endParaRPr b="0" lang="it-IT" sz="1600" spc="-1" strike="noStrike">
              <a:latin typeface="Arial"/>
            </a:endParaRPr>
          </a:p>
        </p:txBody>
      </p:sp>
      <p:sp>
        <p:nvSpPr>
          <p:cNvPr id="347" name="CustomShape 31"/>
          <p:cNvSpPr/>
          <p:nvPr/>
        </p:nvSpPr>
        <p:spPr>
          <a:xfrm>
            <a:off x="5564520" y="5898600"/>
            <a:ext cx="3528000" cy="333720"/>
          </a:xfrm>
          <a:prstGeom prst="rect">
            <a:avLst/>
          </a:prstGeom>
          <a:noFill/>
          <a:ln>
            <a:noFill/>
          </a:ln>
        </p:spPr>
        <p:style>
          <a:lnRef idx="0"/>
          <a:fillRef idx="0"/>
          <a:effectRef idx="0"/>
          <a:fontRef idx="minor"/>
        </p:style>
        <p:txBody>
          <a:bodyPr wrap="none" lIns="90000" rIns="90000" tIns="45000" bIns="45000">
            <a:spAutoFit/>
          </a:bodyPr>
          <a:p>
            <a:pPr algn="ctr">
              <a:lnSpc>
                <a:spcPct val="100000"/>
              </a:lnSpc>
            </a:pPr>
            <a:r>
              <a:rPr b="0" lang="en-US" sz="1600" spc="-1" strike="noStrike">
                <a:solidFill>
                  <a:srgbClr val="000000"/>
                </a:solidFill>
                <a:latin typeface="Calibri"/>
              </a:rPr>
              <a:t>[user.role   == "worker"] redirect</a:t>
            </a:r>
            <a:endParaRPr b="0" lang="it-IT" sz="1600" spc="-1" strike="noStrike">
              <a:latin typeface="Arial"/>
            </a:endParaRPr>
          </a:p>
        </p:txBody>
      </p:sp>
      <p:sp>
        <p:nvSpPr>
          <p:cNvPr id="348" name="CustomShape 32"/>
          <p:cNvSpPr/>
          <p:nvPr/>
        </p:nvSpPr>
        <p:spPr>
          <a:xfrm>
            <a:off x="2855520" y="5445360"/>
            <a:ext cx="534636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49" name="CustomShape 33"/>
          <p:cNvSpPr/>
          <p:nvPr/>
        </p:nvSpPr>
        <p:spPr>
          <a:xfrm>
            <a:off x="2927520" y="6309360"/>
            <a:ext cx="598788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50" name="CustomShape 34"/>
          <p:cNvSpPr/>
          <p:nvPr/>
        </p:nvSpPr>
        <p:spPr>
          <a:xfrm>
            <a:off x="838080" y="133560"/>
            <a:ext cx="10515240" cy="802800"/>
          </a:xfrm>
          <a:prstGeom prst="rect">
            <a:avLst/>
          </a:prstGeom>
          <a:noFill/>
          <a:ln>
            <a:noFill/>
          </a:ln>
        </p:spPr>
        <p:style>
          <a:lnRef idx="0"/>
          <a:fillRef idx="0"/>
          <a:effectRef idx="0"/>
          <a:fontRef idx="minor"/>
        </p:style>
        <p:txBody>
          <a:bodyPr anchor="ctr">
            <a:normAutofit/>
          </a:bodyPr>
          <a:p>
            <a:pPr algn="ctr">
              <a:lnSpc>
                <a:spcPct val="100000"/>
              </a:lnSpc>
            </a:pPr>
            <a:r>
              <a:rPr b="0" lang="it-IT" sz="3600" spc="-1" strike="noStrike">
                <a:solidFill>
                  <a:srgbClr val="000000"/>
                </a:solidFill>
                <a:latin typeface="Calibri"/>
              </a:rPr>
              <a:t>Event: login</a:t>
            </a:r>
            <a:endParaRPr b="0" lang="it-IT" sz="36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CustomShape 1"/>
          <p:cNvSpPr/>
          <p:nvPr/>
        </p:nvSpPr>
        <p:spPr>
          <a:xfrm>
            <a:off x="3277800" y="126864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400" spc="-1" strike="noStrike">
                <a:solidFill>
                  <a:srgbClr val="000000"/>
                </a:solidFill>
                <a:latin typeface="Calibri"/>
              </a:rPr>
              <a:t>GetClientHomePage</a:t>
            </a:r>
            <a:endParaRPr b="0" lang="it-IT" sz="1400" spc="-1" strike="noStrike">
              <a:latin typeface="Arial"/>
            </a:endParaRPr>
          </a:p>
        </p:txBody>
      </p:sp>
      <p:sp>
        <p:nvSpPr>
          <p:cNvPr id="352" name="Line 2"/>
          <p:cNvSpPr/>
          <p:nvPr/>
        </p:nvSpPr>
        <p:spPr>
          <a:xfrm flipH="1">
            <a:off x="3919680" y="1649520"/>
            <a:ext cx="15120" cy="4155480"/>
          </a:xfrm>
          <a:prstGeom prst="line">
            <a:avLst/>
          </a:prstGeom>
          <a:ln>
            <a:prstDash val="sysDot"/>
            <a:round/>
          </a:ln>
        </p:spPr>
        <p:style>
          <a:lnRef idx="3">
            <a:schemeClr val="accent1"/>
          </a:lnRef>
          <a:fillRef idx="0">
            <a:schemeClr val="accent1"/>
          </a:fillRef>
          <a:effectRef idx="2">
            <a:schemeClr val="accent1"/>
          </a:effectRef>
          <a:fontRef idx="minor"/>
        </p:style>
      </p:sp>
      <p:sp>
        <p:nvSpPr>
          <p:cNvPr id="353" name="CustomShape 3"/>
          <p:cNvSpPr/>
          <p:nvPr/>
        </p:nvSpPr>
        <p:spPr>
          <a:xfrm>
            <a:off x="3752280" y="2120400"/>
            <a:ext cx="287640" cy="3361320"/>
          </a:xfrm>
          <a:prstGeom prst="rect">
            <a:avLst/>
          </a:prstGeom>
          <a:ln>
            <a:round/>
          </a:ln>
        </p:spPr>
        <p:style>
          <a:lnRef idx="2">
            <a:schemeClr val="accent1"/>
          </a:lnRef>
          <a:fillRef idx="1">
            <a:schemeClr val="lt1"/>
          </a:fillRef>
          <a:effectRef idx="0">
            <a:schemeClr val="accent1"/>
          </a:effectRef>
          <a:fontRef idx="minor"/>
        </p:style>
      </p:sp>
      <p:sp>
        <p:nvSpPr>
          <p:cNvPr id="354" name="CustomShape 4"/>
          <p:cNvSpPr/>
          <p:nvPr/>
        </p:nvSpPr>
        <p:spPr>
          <a:xfrm>
            <a:off x="4799880" y="126864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800" spc="-1" strike="noStrike">
                <a:solidFill>
                  <a:srgbClr val="000000"/>
                </a:solidFill>
                <a:latin typeface="Calibri"/>
              </a:rPr>
              <a:t>Session</a:t>
            </a:r>
            <a:endParaRPr b="0" lang="it-IT" sz="1800" spc="-1" strike="noStrike">
              <a:latin typeface="Arial"/>
            </a:endParaRPr>
          </a:p>
        </p:txBody>
      </p:sp>
      <p:sp>
        <p:nvSpPr>
          <p:cNvPr id="355" name="Line 5"/>
          <p:cNvSpPr/>
          <p:nvPr/>
        </p:nvSpPr>
        <p:spPr>
          <a:xfrm flipH="1">
            <a:off x="5441760" y="1649520"/>
            <a:ext cx="15120" cy="4155480"/>
          </a:xfrm>
          <a:prstGeom prst="line">
            <a:avLst/>
          </a:prstGeom>
          <a:ln>
            <a:prstDash val="sysDot"/>
            <a:round/>
          </a:ln>
        </p:spPr>
        <p:style>
          <a:lnRef idx="3">
            <a:schemeClr val="accent1"/>
          </a:lnRef>
          <a:fillRef idx="0">
            <a:schemeClr val="accent1"/>
          </a:fillRef>
          <a:effectRef idx="2">
            <a:schemeClr val="accent1"/>
          </a:effectRef>
          <a:fontRef idx="minor"/>
        </p:style>
      </p:sp>
      <p:sp>
        <p:nvSpPr>
          <p:cNvPr id="356" name="CustomShape 6"/>
          <p:cNvSpPr/>
          <p:nvPr/>
        </p:nvSpPr>
        <p:spPr>
          <a:xfrm>
            <a:off x="5274360" y="2640600"/>
            <a:ext cx="304560" cy="1257120"/>
          </a:xfrm>
          <a:prstGeom prst="rect">
            <a:avLst/>
          </a:prstGeom>
          <a:ln>
            <a:round/>
          </a:ln>
        </p:spPr>
        <p:style>
          <a:lnRef idx="2">
            <a:schemeClr val="accent1"/>
          </a:lnRef>
          <a:fillRef idx="1">
            <a:schemeClr val="lt1"/>
          </a:fillRef>
          <a:effectRef idx="0">
            <a:schemeClr val="accent1"/>
          </a:effectRef>
          <a:fontRef idx="minor"/>
        </p:style>
      </p:sp>
      <p:sp>
        <p:nvSpPr>
          <p:cNvPr id="357" name="CustomShape 7"/>
          <p:cNvSpPr/>
          <p:nvPr/>
        </p:nvSpPr>
        <p:spPr>
          <a:xfrm>
            <a:off x="4057200" y="2813040"/>
            <a:ext cx="121284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58" name="CustomShape 8"/>
          <p:cNvSpPr/>
          <p:nvPr/>
        </p:nvSpPr>
        <p:spPr>
          <a:xfrm>
            <a:off x="4040280" y="2890080"/>
            <a:ext cx="1386000" cy="10630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600" spc="-1" strike="noStrike">
                <a:solidFill>
                  <a:srgbClr val="000000"/>
                </a:solidFill>
                <a:latin typeface="Calibri"/>
              </a:rPr>
              <a:t>getAttribute </a:t>
            </a:r>
            <a:br/>
            <a:r>
              <a:rPr b="0" lang="en-US" sz="1600" spc="-1" strike="noStrike">
                <a:solidFill>
                  <a:srgbClr val="000000"/>
                </a:solidFill>
                <a:latin typeface="Calibri"/>
              </a:rPr>
              <a:t>("username")</a:t>
            </a:r>
            <a:endParaRPr b="0" lang="it-IT" sz="1600" spc="-1" strike="noStrike">
              <a:latin typeface="Arial"/>
            </a:endParaRPr>
          </a:p>
        </p:txBody>
      </p:sp>
      <p:sp>
        <p:nvSpPr>
          <p:cNvPr id="359" name="CustomShape 9"/>
          <p:cNvSpPr/>
          <p:nvPr/>
        </p:nvSpPr>
        <p:spPr>
          <a:xfrm>
            <a:off x="6311880" y="126864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400" spc="-1" strike="noStrike">
                <a:solidFill>
                  <a:srgbClr val="000000"/>
                </a:solidFill>
                <a:latin typeface="Calibri"/>
              </a:rPr>
              <a:t>LogInPage.html</a:t>
            </a:r>
            <a:endParaRPr b="0" lang="it-IT" sz="1400" spc="-1" strike="noStrike">
              <a:latin typeface="Arial"/>
            </a:endParaRPr>
          </a:p>
        </p:txBody>
      </p:sp>
      <p:sp>
        <p:nvSpPr>
          <p:cNvPr id="360" name="Line 10"/>
          <p:cNvSpPr/>
          <p:nvPr/>
        </p:nvSpPr>
        <p:spPr>
          <a:xfrm flipH="1">
            <a:off x="6938640" y="1649520"/>
            <a:ext cx="30600" cy="4155480"/>
          </a:xfrm>
          <a:prstGeom prst="line">
            <a:avLst/>
          </a:prstGeom>
          <a:ln>
            <a:prstDash val="sysDot"/>
            <a:round/>
          </a:ln>
        </p:spPr>
        <p:style>
          <a:lnRef idx="3">
            <a:schemeClr val="accent1"/>
          </a:lnRef>
          <a:fillRef idx="0">
            <a:schemeClr val="accent1"/>
          </a:fillRef>
          <a:effectRef idx="2">
            <a:schemeClr val="accent1"/>
          </a:effectRef>
          <a:fontRef idx="minor"/>
        </p:style>
      </p:sp>
      <p:sp>
        <p:nvSpPr>
          <p:cNvPr id="361" name="CustomShape 11"/>
          <p:cNvSpPr/>
          <p:nvPr/>
        </p:nvSpPr>
        <p:spPr>
          <a:xfrm>
            <a:off x="6786360" y="1809720"/>
            <a:ext cx="304560" cy="2376000"/>
          </a:xfrm>
          <a:prstGeom prst="rect">
            <a:avLst/>
          </a:prstGeom>
          <a:ln>
            <a:round/>
          </a:ln>
        </p:spPr>
        <p:style>
          <a:lnRef idx="2">
            <a:schemeClr val="accent1"/>
          </a:lnRef>
          <a:fillRef idx="1">
            <a:schemeClr val="lt1"/>
          </a:fillRef>
          <a:effectRef idx="0">
            <a:schemeClr val="accent1"/>
          </a:effectRef>
          <a:fontRef idx="minor"/>
        </p:style>
      </p:sp>
      <p:sp>
        <p:nvSpPr>
          <p:cNvPr id="362" name="CustomShape 12"/>
          <p:cNvSpPr/>
          <p:nvPr/>
        </p:nvSpPr>
        <p:spPr>
          <a:xfrm flipV="1">
            <a:off x="4057200" y="2286360"/>
            <a:ext cx="2729160" cy="468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63" name="CustomShape 13"/>
          <p:cNvSpPr/>
          <p:nvPr/>
        </p:nvSpPr>
        <p:spPr>
          <a:xfrm>
            <a:off x="4367880" y="1809720"/>
            <a:ext cx="2255400" cy="1184760"/>
          </a:xfrm>
          <a:prstGeom prst="rect">
            <a:avLst/>
          </a:prstGeom>
          <a:noFill/>
          <a:ln>
            <a:noFill/>
          </a:ln>
        </p:spPr>
        <p:style>
          <a:lnRef idx="0"/>
          <a:fillRef idx="0"/>
          <a:effectRef idx="0"/>
          <a:fontRef idx="minor"/>
        </p:style>
        <p:txBody>
          <a:bodyPr lIns="90000" rIns="90000" tIns="45000" bIns="45000">
            <a:spAutoFit/>
          </a:bodyPr>
          <a:p>
            <a:pPr algn="ctr">
              <a:lnSpc>
                <a:spcPct val="150000"/>
              </a:lnSpc>
            </a:pPr>
            <a:r>
              <a:rPr b="0" lang="en-US" sz="1600" spc="-1" strike="noStrike">
                <a:solidFill>
                  <a:srgbClr val="000000"/>
                </a:solidFill>
                <a:latin typeface="Calibri"/>
              </a:rPr>
              <a:t>[session.isNew  ||</a:t>
            </a:r>
            <a:br/>
            <a:r>
              <a:rPr b="0" lang="en-US" sz="1600" spc="-1" strike="noStrike">
                <a:solidFill>
                  <a:srgbClr val="000000"/>
                </a:solidFill>
                <a:latin typeface="Calibri"/>
              </a:rPr>
              <a:t>user == null ] redirect</a:t>
            </a:r>
            <a:endParaRPr b="0" lang="it-IT" sz="1600" spc="-1" strike="noStrike">
              <a:latin typeface="Arial"/>
            </a:endParaRPr>
          </a:p>
        </p:txBody>
      </p:sp>
      <p:sp>
        <p:nvSpPr>
          <p:cNvPr id="364" name="CustomShape 14"/>
          <p:cNvSpPr/>
          <p:nvPr/>
        </p:nvSpPr>
        <p:spPr>
          <a:xfrm>
            <a:off x="8021880" y="1305720"/>
            <a:ext cx="1314000" cy="380520"/>
          </a:xfrm>
          <a:prstGeom prst="rect">
            <a:avLst/>
          </a:prstGeom>
          <a:ln>
            <a:round/>
          </a:ln>
        </p:spPr>
        <p:style>
          <a:lnRef idx="2">
            <a:schemeClr val="accent1"/>
          </a:lnRef>
          <a:fillRef idx="1">
            <a:schemeClr val="lt1"/>
          </a:fillRef>
          <a:effectRef idx="0">
            <a:schemeClr val="accent1"/>
          </a:effectRef>
          <a:fontRef idx="minor"/>
        </p:style>
        <p:txBody>
          <a:bodyPr lIns="90000" rIns="90000" tIns="45000" bIns="45000" anchor="ctr">
            <a:noAutofit/>
          </a:bodyPr>
          <a:p>
            <a:pPr algn="ctr">
              <a:lnSpc>
                <a:spcPct val="100000"/>
              </a:lnSpc>
            </a:pPr>
            <a:r>
              <a:rPr b="0" lang="en-US" sz="1200" spc="-1" strike="noStrike">
                <a:solidFill>
                  <a:srgbClr val="000000"/>
                </a:solidFill>
                <a:latin typeface="Calibri"/>
              </a:rPr>
              <a:t>HomePageClient.</a:t>
            </a:r>
            <a:br/>
            <a:r>
              <a:rPr b="0" lang="en-US" sz="1200" spc="-1" strike="noStrike">
                <a:solidFill>
                  <a:srgbClr val="000000"/>
                </a:solidFill>
                <a:latin typeface="Calibri"/>
              </a:rPr>
              <a:t>html</a:t>
            </a:r>
            <a:endParaRPr b="0" lang="it-IT" sz="1200" spc="-1" strike="noStrike">
              <a:latin typeface="Arial"/>
            </a:endParaRPr>
          </a:p>
        </p:txBody>
      </p:sp>
      <p:sp>
        <p:nvSpPr>
          <p:cNvPr id="365" name="Line 15"/>
          <p:cNvSpPr/>
          <p:nvPr/>
        </p:nvSpPr>
        <p:spPr>
          <a:xfrm flipH="1">
            <a:off x="8648640" y="1686600"/>
            <a:ext cx="30240" cy="4118400"/>
          </a:xfrm>
          <a:prstGeom prst="line">
            <a:avLst/>
          </a:prstGeom>
          <a:ln>
            <a:prstDash val="sysDot"/>
            <a:round/>
          </a:ln>
        </p:spPr>
        <p:style>
          <a:lnRef idx="3">
            <a:schemeClr val="accent1"/>
          </a:lnRef>
          <a:fillRef idx="0">
            <a:schemeClr val="accent1"/>
          </a:fillRef>
          <a:effectRef idx="2">
            <a:schemeClr val="accent1"/>
          </a:effectRef>
          <a:fontRef idx="minor"/>
        </p:style>
      </p:sp>
      <p:sp>
        <p:nvSpPr>
          <p:cNvPr id="366" name="CustomShape 16"/>
          <p:cNvSpPr/>
          <p:nvPr/>
        </p:nvSpPr>
        <p:spPr>
          <a:xfrm>
            <a:off x="8496360" y="4330080"/>
            <a:ext cx="304560" cy="1007640"/>
          </a:xfrm>
          <a:prstGeom prst="rect">
            <a:avLst/>
          </a:prstGeom>
          <a:ln>
            <a:round/>
          </a:ln>
        </p:spPr>
        <p:style>
          <a:lnRef idx="2">
            <a:schemeClr val="accent1"/>
          </a:lnRef>
          <a:fillRef idx="1">
            <a:schemeClr val="lt1"/>
          </a:fillRef>
          <a:effectRef idx="0">
            <a:schemeClr val="accent1"/>
          </a:effectRef>
          <a:fontRef idx="minor"/>
        </p:style>
      </p:sp>
      <p:sp>
        <p:nvSpPr>
          <p:cNvPr id="367" name="CustomShape 17"/>
          <p:cNvSpPr/>
          <p:nvPr/>
        </p:nvSpPr>
        <p:spPr>
          <a:xfrm>
            <a:off x="4096800" y="5071680"/>
            <a:ext cx="3404520" cy="333720"/>
          </a:xfrm>
          <a:prstGeom prst="rect">
            <a:avLst/>
          </a:prstGeom>
          <a:noFill/>
          <a:ln>
            <a:noFill/>
          </a:ln>
        </p:spPr>
        <p:style>
          <a:lnRef idx="0"/>
          <a:fillRef idx="0"/>
          <a:effectRef idx="0"/>
          <a:fontRef idx="minor"/>
        </p:style>
        <p:txBody>
          <a:bodyPr wrap="none" lIns="90000" rIns="90000" tIns="45000" bIns="45000">
            <a:spAutoFit/>
          </a:bodyPr>
          <a:p>
            <a:pPr algn="ctr">
              <a:lnSpc>
                <a:spcPct val="100000"/>
              </a:lnSpc>
            </a:pPr>
            <a:r>
              <a:rPr b="0" lang="en-US" sz="1600" spc="-1" strike="noStrike">
                <a:solidFill>
                  <a:srgbClr val="000000"/>
                </a:solidFill>
                <a:latin typeface="Calibri"/>
              </a:rPr>
              <a:t>[user.role   == “client"] redirect</a:t>
            </a:r>
            <a:endParaRPr b="0" lang="it-IT" sz="1600" spc="-1" strike="noStrike">
              <a:latin typeface="Arial"/>
            </a:endParaRPr>
          </a:p>
        </p:txBody>
      </p:sp>
      <p:sp>
        <p:nvSpPr>
          <p:cNvPr id="368" name="CustomShape 18"/>
          <p:cNvSpPr/>
          <p:nvPr/>
        </p:nvSpPr>
        <p:spPr>
          <a:xfrm>
            <a:off x="4060440" y="4186080"/>
            <a:ext cx="3315960" cy="333720"/>
          </a:xfrm>
          <a:prstGeom prst="rect">
            <a:avLst/>
          </a:prstGeom>
          <a:noFill/>
          <a:ln>
            <a:noFill/>
          </a:ln>
        </p:spPr>
        <p:style>
          <a:lnRef idx="0"/>
          <a:fillRef idx="0"/>
          <a:effectRef idx="0"/>
          <a:fontRef idx="minor"/>
        </p:style>
        <p:txBody>
          <a:bodyPr wrap="none" lIns="90000" rIns="90000" tIns="45000" bIns="45000">
            <a:spAutoFit/>
          </a:bodyPr>
          <a:p>
            <a:pPr algn="ctr">
              <a:lnSpc>
                <a:spcPct val="100000"/>
              </a:lnSpc>
            </a:pPr>
            <a:r>
              <a:rPr b="0" lang="en-US" sz="1600" spc="-1" strike="noStrike">
                <a:solidFill>
                  <a:srgbClr val="000000"/>
                </a:solidFill>
                <a:latin typeface="Calibri"/>
              </a:rPr>
              <a:t>[user.role   != “client"] redirect</a:t>
            </a:r>
            <a:endParaRPr b="0" lang="it-IT" sz="1600" spc="-1" strike="noStrike">
              <a:latin typeface="Arial"/>
            </a:endParaRPr>
          </a:p>
        </p:txBody>
      </p:sp>
      <p:sp>
        <p:nvSpPr>
          <p:cNvPr id="369" name="CustomShape 19"/>
          <p:cNvSpPr/>
          <p:nvPr/>
        </p:nvSpPr>
        <p:spPr>
          <a:xfrm>
            <a:off x="4040280" y="4042080"/>
            <a:ext cx="271224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70" name="CustomShape 20"/>
          <p:cNvSpPr/>
          <p:nvPr/>
        </p:nvSpPr>
        <p:spPr>
          <a:xfrm>
            <a:off x="4057200" y="4906080"/>
            <a:ext cx="443916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71" name="CustomShape 21"/>
          <p:cNvSpPr/>
          <p:nvPr/>
        </p:nvSpPr>
        <p:spPr>
          <a:xfrm>
            <a:off x="2506680" y="2818080"/>
            <a:ext cx="1212840" cy="360"/>
          </a:xfrm>
          <a:custGeom>
            <a:avLst/>
            <a:gdLst/>
            <a:ahLst/>
            <a:rect l="l" t="t" r="r" b="b"/>
            <a:pathLst>
              <a:path w="21600" h="21600">
                <a:moveTo>
                  <a:pt x="0" y="0"/>
                </a:moveTo>
                <a:lnTo>
                  <a:pt x="21600" y="21600"/>
                </a:lnTo>
              </a:path>
            </a:pathLst>
          </a:custGeom>
          <a:noFill/>
          <a:ln>
            <a:round/>
            <a:tailEnd len="med" type="arrow" w="med"/>
          </a:ln>
          <a:effectLst>
            <a:outerShdw blurRad="4000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372" name="CustomShape 22"/>
          <p:cNvSpPr/>
          <p:nvPr/>
        </p:nvSpPr>
        <p:spPr>
          <a:xfrm>
            <a:off x="1322640" y="2188800"/>
            <a:ext cx="2285640" cy="577080"/>
          </a:xfrm>
          <a:prstGeom prst="rect">
            <a:avLst/>
          </a:prstGeom>
          <a:noFill/>
          <a:ln>
            <a:noFill/>
          </a:ln>
        </p:spPr>
        <p:style>
          <a:lnRef idx="0"/>
          <a:fillRef idx="0"/>
          <a:effectRef idx="0"/>
          <a:fontRef idx="minor"/>
        </p:style>
        <p:txBody>
          <a:bodyPr wrap="none" lIns="90000" rIns="90000" tIns="45000" bIns="45000">
            <a:spAutoFit/>
          </a:bodyPr>
          <a:p>
            <a:pPr algn="ctr">
              <a:lnSpc>
                <a:spcPct val="100000"/>
              </a:lnSpc>
            </a:pPr>
            <a:r>
              <a:rPr b="0" lang="en-US" sz="1600" spc="-1" strike="noStrike">
                <a:solidFill>
                  <a:srgbClr val="000000"/>
                </a:solidFill>
                <a:latin typeface="Calibri"/>
              </a:rPr>
              <a:t>GET</a:t>
            </a:r>
            <a:endParaRPr b="0" lang="it-IT" sz="1600" spc="-1" strike="noStrike">
              <a:latin typeface="Arial"/>
            </a:endParaRPr>
          </a:p>
          <a:p>
            <a:pPr algn="ctr">
              <a:lnSpc>
                <a:spcPct val="100000"/>
              </a:lnSpc>
            </a:pPr>
            <a:r>
              <a:rPr b="0" lang="en-US" sz="1600" spc="-1" strike="noStrike">
                <a:solidFill>
                  <a:srgbClr val="000000"/>
                </a:solidFill>
                <a:latin typeface="Calibri"/>
              </a:rPr>
              <a:t>/GetClientHomePage</a:t>
            </a:r>
            <a:endParaRPr b="0" lang="it-IT" sz="1600" spc="-1" strike="noStrike">
              <a:latin typeface="Arial"/>
            </a:endParaRPr>
          </a:p>
        </p:txBody>
      </p:sp>
      <p:sp>
        <p:nvSpPr>
          <p:cNvPr id="373" name="CustomShape 23"/>
          <p:cNvSpPr/>
          <p:nvPr/>
        </p:nvSpPr>
        <p:spPr>
          <a:xfrm>
            <a:off x="2177280" y="5992920"/>
            <a:ext cx="8892000" cy="82116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2400" spc="-1" strike="noStrike">
                <a:solidFill>
                  <a:srgbClr val="000000"/>
                </a:solidFill>
                <a:latin typeface="Calibri"/>
              </a:rPr>
              <a:t>The same check is done even if the user’s role is employee</a:t>
            </a:r>
            <a:endParaRPr b="0" lang="it-IT" sz="2400" spc="-1" strike="noStrike">
              <a:latin typeface="Arial"/>
            </a:endParaRPr>
          </a:p>
        </p:txBody>
      </p:sp>
      <p:sp>
        <p:nvSpPr>
          <p:cNvPr id="374" name="CustomShape 24"/>
          <p:cNvSpPr/>
          <p:nvPr/>
        </p:nvSpPr>
        <p:spPr>
          <a:xfrm>
            <a:off x="838080" y="133560"/>
            <a:ext cx="10515240" cy="802800"/>
          </a:xfrm>
          <a:prstGeom prst="rect">
            <a:avLst/>
          </a:prstGeom>
          <a:noFill/>
          <a:ln>
            <a:noFill/>
          </a:ln>
        </p:spPr>
        <p:style>
          <a:lnRef idx="0"/>
          <a:fillRef idx="0"/>
          <a:effectRef idx="0"/>
          <a:fontRef idx="minor"/>
        </p:style>
        <p:txBody>
          <a:bodyPr anchor="ctr">
            <a:normAutofit/>
          </a:bodyPr>
          <a:p>
            <a:pPr algn="ctr">
              <a:lnSpc>
                <a:spcPct val="100000"/>
              </a:lnSpc>
            </a:pPr>
            <a:r>
              <a:rPr b="0" lang="it-IT" sz="3600" spc="-1" strike="noStrike">
                <a:solidFill>
                  <a:srgbClr val="000000"/>
                </a:solidFill>
                <a:latin typeface="Calibri"/>
              </a:rPr>
              <a:t>Checking if user is logged in</a:t>
            </a:r>
            <a:endParaRPr b="0" lang="it-IT" sz="36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926</TotalTime>
  <Application>LibreOffice/6.4.7.2$Linux_X86_64 LibreOffice_project/40$Build-2</Application>
  <Words>2194</Words>
  <Paragraphs>259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2022-06-25T17:40:53Z</dcterms:created>
  <dc:creator>Luca Longinotti</dc:creator>
  <dc:description/>
  <dc:language>it-IT</dc:language>
  <cp:lastModifiedBy/>
  <dcterms:modified xsi:type="dcterms:W3CDTF">2022-06-29T00:36:19Z</dcterms:modified>
  <cp:revision>2</cp:revision>
  <dc:subject/>
  <dc:title>Presentazione standard di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0</vt:bool>
  </property>
  <property fmtid="{D5CDD505-2E9C-101B-9397-08002B2CF9AE}" pid="10" name="ShareDoc">
    <vt:bool>0</vt:bool>
  </property>
  <property fmtid="{D5CDD505-2E9C-101B-9397-08002B2CF9AE}" pid="11" name="Slides">
    <vt:i4>14</vt:i4>
  </property>
</Properties>
</file>